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7.xml" ContentType="application/vnd.openxmlformats-officedocument.presentationml.notesSlide+xml"/>
  <Override PartName="/ppt/tags/tag29.xml" ContentType="application/vnd.openxmlformats-officedocument.presentationml.tags+xml"/>
  <Override PartName="/ppt/notesSlides/notesSlide8.xml" ContentType="application/vnd.openxmlformats-officedocument.presentationml.notesSlide+xml"/>
  <Override PartName="/ppt/tags/tag30.xml" ContentType="application/vnd.openxmlformats-officedocument.presentationml.tags+xml"/>
  <Override PartName="/ppt/notesSlides/notesSlide9.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10.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50.xml" ContentType="application/vnd.openxmlformats-officedocument.presentationml.tags+xml"/>
  <Override PartName="/ppt/notesSlides/notesSlide16.xml" ContentType="application/vnd.openxmlformats-officedocument.presentationml.notesSlide+xml"/>
  <Override PartName="/ppt/tags/tag51.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64.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6" r:id="rId2"/>
    <p:sldMasterId id="2147483666" r:id="rId3"/>
  </p:sldMasterIdLst>
  <p:notesMasterIdLst>
    <p:notesMasterId r:id="rId21"/>
  </p:notesMasterIdLst>
  <p:handoutMasterIdLst>
    <p:handoutMasterId r:id="rId22"/>
  </p:handoutMasterIdLst>
  <p:sldIdLst>
    <p:sldId id="361" r:id="rId4"/>
    <p:sldId id="362" r:id="rId5"/>
    <p:sldId id="363" r:id="rId6"/>
    <p:sldId id="364" r:id="rId7"/>
    <p:sldId id="419" r:id="rId8"/>
    <p:sldId id="454" r:id="rId9"/>
    <p:sldId id="399" r:id="rId10"/>
    <p:sldId id="455" r:id="rId11"/>
    <p:sldId id="400" r:id="rId12"/>
    <p:sldId id="365" r:id="rId13"/>
    <p:sldId id="420" r:id="rId14"/>
    <p:sldId id="456" r:id="rId15"/>
    <p:sldId id="453" r:id="rId16"/>
    <p:sldId id="366" r:id="rId17"/>
    <p:sldId id="390" r:id="rId18"/>
    <p:sldId id="389" r:id="rId19"/>
    <p:sldId id="368" r:id="rId20"/>
  </p:sldIdLst>
  <p:sldSz cx="12192000" cy="6858000"/>
  <p:notesSz cx="6858000" cy="9144000"/>
  <p:custDataLst>
    <p:tags r:id="rId23"/>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92" userDrawn="1">
          <p15:clr>
            <a:srgbClr val="A4A3A4"/>
          </p15:clr>
        </p15:guide>
        <p15:guide id="2" pos="385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pei"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DB2A4"/>
    <a:srgbClr val="FFC000"/>
    <a:srgbClr val="0E647C"/>
    <a:srgbClr val="F7CBAC"/>
    <a:srgbClr val="F4B183"/>
    <a:srgbClr val="3A963A"/>
    <a:srgbClr val="FF4500"/>
    <a:srgbClr val="0000FF"/>
    <a:srgbClr val="FFFFFF"/>
    <a:srgbClr val="F77A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7" autoAdjust="0"/>
    <p:restoredTop sz="74941" autoAdjust="0"/>
  </p:normalViewPr>
  <p:slideViewPr>
    <p:cSldViewPr snapToGrid="0" showGuides="1">
      <p:cViewPr>
        <p:scale>
          <a:sx n="66" d="100"/>
          <a:sy n="66" d="100"/>
        </p:scale>
        <p:origin x="267" y="3"/>
      </p:cViewPr>
      <p:guideLst>
        <p:guide orient="horz" pos="1892"/>
        <p:guide pos="3855"/>
      </p:guideLst>
    </p:cSldViewPr>
  </p:slideViewPr>
  <p:notesTextViewPr>
    <p:cViewPr>
      <p:scale>
        <a:sx n="3" d="2"/>
        <a:sy n="3" d="2"/>
      </p:scale>
      <p:origin x="0" y="0"/>
    </p:cViewPr>
  </p:notesTextViewPr>
  <p:sorterViewPr>
    <p:cViewPr>
      <p:scale>
        <a:sx n="66" d="100"/>
        <a:sy n="66" d="100"/>
      </p:scale>
      <p:origin x="0" y="0"/>
    </p:cViewPr>
  </p:sorterViewPr>
  <p:notesViewPr>
    <p:cSldViewPr snapToGrid="0">
      <p:cViewPr varScale="1">
        <p:scale>
          <a:sx n="69" d="100"/>
          <a:sy n="69" d="100"/>
        </p:scale>
        <p:origin x="241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handoutMaster" Target="handoutMasters/handoutMaster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D:\&#26412;&#31185;&#27605;&#35774;\&#25240;&#32447;&#22270;.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D:\&#26412;&#31185;&#27605;&#35774;\&#25240;&#32447;&#2227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26412;&#31185;&#27605;&#35774;\&#25240;&#32447;&#22270;.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26412;&#31185;&#27605;&#35774;\&#25240;&#32447;&#22270;.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26412;&#31185;&#27605;&#35774;\&#25240;&#32447;&#22270;.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26412;&#31185;&#27605;&#35774;\&#25240;&#32447;&#22270;.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a:t>平均偏差率柱状图</a:t>
            </a:r>
          </a:p>
        </c:rich>
      </c:tx>
      <c:overlay val="0"/>
      <c:spPr>
        <a:noFill/>
        <a:ln>
          <a:noFill/>
        </a:ln>
        <a:effectLst/>
      </c:spPr>
      <c:txPr>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Sheet1!$H$14</c:f>
              <c:strCache>
                <c:ptCount val="1"/>
                <c:pt idx="0">
                  <c:v>J10</c:v>
                </c:pt>
              </c:strCache>
            </c:strRef>
          </c:tx>
          <c:spPr>
            <a:solidFill>
              <a:schemeClr val="accent1"/>
            </a:solidFill>
            <a:ln>
              <a:noFill/>
            </a:ln>
            <a:effectLst/>
          </c:spPr>
          <c:invertIfNegative val="0"/>
          <c:cat>
            <c:strRef>
              <c:f>Sheet1!$I$13:$N$13</c:f>
              <c:strCache>
                <c:ptCount val="6"/>
                <c:pt idx="0">
                  <c:v>BHA-MPV</c:v>
                </c:pt>
                <c:pt idx="1">
                  <c:v>RA-MPV</c:v>
                </c:pt>
                <c:pt idx="2">
                  <c:v>BHA-SLK</c:v>
                </c:pt>
                <c:pt idx="3">
                  <c:v>RA-SLK</c:v>
                </c:pt>
                <c:pt idx="4">
                  <c:v>BHA-MPV+SLK</c:v>
                </c:pt>
                <c:pt idx="5">
                  <c:v>RA-MPV+SLK</c:v>
                </c:pt>
              </c:strCache>
            </c:strRef>
          </c:cat>
          <c:val>
            <c:numRef>
              <c:f>Sheet1!$I$14:$N$14</c:f>
              <c:numCache>
                <c:formatCode>General</c:formatCode>
                <c:ptCount val="6"/>
                <c:pt idx="0">
                  <c:v>39.06</c:v>
                </c:pt>
                <c:pt idx="1">
                  <c:v>5.21</c:v>
                </c:pt>
                <c:pt idx="2">
                  <c:v>75.260000000000005</c:v>
                </c:pt>
                <c:pt idx="3">
                  <c:v>5.74</c:v>
                </c:pt>
                <c:pt idx="4">
                  <c:v>70.06</c:v>
                </c:pt>
                <c:pt idx="5">
                  <c:v>6.25</c:v>
                </c:pt>
              </c:numCache>
            </c:numRef>
          </c:val>
          <c:extLst>
            <c:ext xmlns:c16="http://schemas.microsoft.com/office/drawing/2014/chart" uri="{C3380CC4-5D6E-409C-BE32-E72D297353CC}">
              <c16:uniqueId val="{00000000-A79B-415D-938E-F3AFA28595BE}"/>
            </c:ext>
          </c:extLst>
        </c:ser>
        <c:ser>
          <c:idx val="1"/>
          <c:order val="1"/>
          <c:tx>
            <c:strRef>
              <c:f>Sheet1!$H$15</c:f>
              <c:strCache>
                <c:ptCount val="1"/>
                <c:pt idx="0">
                  <c:v>J20</c:v>
                </c:pt>
              </c:strCache>
            </c:strRef>
          </c:tx>
          <c:spPr>
            <a:solidFill>
              <a:schemeClr val="accent2"/>
            </a:solidFill>
            <a:ln>
              <a:noFill/>
            </a:ln>
            <a:effectLst/>
          </c:spPr>
          <c:invertIfNegative val="0"/>
          <c:cat>
            <c:strRef>
              <c:f>Sheet1!$I$13:$N$13</c:f>
              <c:strCache>
                <c:ptCount val="6"/>
                <c:pt idx="0">
                  <c:v>BHA-MPV</c:v>
                </c:pt>
                <c:pt idx="1">
                  <c:v>RA-MPV</c:v>
                </c:pt>
                <c:pt idx="2">
                  <c:v>BHA-SLK</c:v>
                </c:pt>
                <c:pt idx="3">
                  <c:v>RA-SLK</c:v>
                </c:pt>
                <c:pt idx="4">
                  <c:v>BHA-MPV+SLK</c:v>
                </c:pt>
                <c:pt idx="5">
                  <c:v>RA-MPV+SLK</c:v>
                </c:pt>
              </c:strCache>
            </c:strRef>
          </c:cat>
          <c:val>
            <c:numRef>
              <c:f>Sheet1!$I$15:$N$15</c:f>
              <c:numCache>
                <c:formatCode>General</c:formatCode>
                <c:ptCount val="6"/>
                <c:pt idx="0">
                  <c:v>137.13999999999999</c:v>
                </c:pt>
                <c:pt idx="1">
                  <c:v>8.49</c:v>
                </c:pt>
                <c:pt idx="2">
                  <c:v>439.9</c:v>
                </c:pt>
                <c:pt idx="3">
                  <c:v>35</c:v>
                </c:pt>
                <c:pt idx="4">
                  <c:v>202.3</c:v>
                </c:pt>
                <c:pt idx="5">
                  <c:v>10.77</c:v>
                </c:pt>
              </c:numCache>
            </c:numRef>
          </c:val>
          <c:extLst>
            <c:ext xmlns:c16="http://schemas.microsoft.com/office/drawing/2014/chart" uri="{C3380CC4-5D6E-409C-BE32-E72D297353CC}">
              <c16:uniqueId val="{00000001-A79B-415D-938E-F3AFA28595BE}"/>
            </c:ext>
          </c:extLst>
        </c:ser>
        <c:ser>
          <c:idx val="2"/>
          <c:order val="2"/>
          <c:tx>
            <c:strRef>
              <c:f>Sheet1!$H$16</c:f>
              <c:strCache>
                <c:ptCount val="1"/>
                <c:pt idx="0">
                  <c:v>J30</c:v>
                </c:pt>
              </c:strCache>
            </c:strRef>
          </c:tx>
          <c:spPr>
            <a:solidFill>
              <a:schemeClr val="accent3"/>
            </a:solidFill>
            <a:ln>
              <a:noFill/>
            </a:ln>
            <a:effectLst/>
          </c:spPr>
          <c:invertIfNegative val="0"/>
          <c:cat>
            <c:strRef>
              <c:f>Sheet1!$I$13:$N$13</c:f>
              <c:strCache>
                <c:ptCount val="6"/>
                <c:pt idx="0">
                  <c:v>BHA-MPV</c:v>
                </c:pt>
                <c:pt idx="1">
                  <c:v>RA-MPV</c:v>
                </c:pt>
                <c:pt idx="2">
                  <c:v>BHA-SLK</c:v>
                </c:pt>
                <c:pt idx="3">
                  <c:v>RA-SLK</c:v>
                </c:pt>
                <c:pt idx="4">
                  <c:v>BHA-MPV+SLK</c:v>
                </c:pt>
                <c:pt idx="5">
                  <c:v>RA-MPV+SLK</c:v>
                </c:pt>
              </c:strCache>
            </c:strRef>
          </c:cat>
          <c:val>
            <c:numRef>
              <c:f>Sheet1!$I$16:$N$16</c:f>
              <c:numCache>
                <c:formatCode>General</c:formatCode>
                <c:ptCount val="6"/>
                <c:pt idx="0">
                  <c:v>456.74</c:v>
                </c:pt>
                <c:pt idx="1">
                  <c:v>31.85</c:v>
                </c:pt>
                <c:pt idx="2">
                  <c:v>583.19000000000005</c:v>
                </c:pt>
                <c:pt idx="3">
                  <c:v>56.25</c:v>
                </c:pt>
                <c:pt idx="4">
                  <c:v>319.29000000000002</c:v>
                </c:pt>
                <c:pt idx="5">
                  <c:v>19.96</c:v>
                </c:pt>
              </c:numCache>
            </c:numRef>
          </c:val>
          <c:extLst>
            <c:ext xmlns:c16="http://schemas.microsoft.com/office/drawing/2014/chart" uri="{C3380CC4-5D6E-409C-BE32-E72D297353CC}">
              <c16:uniqueId val="{00000002-A79B-415D-938E-F3AFA28595BE}"/>
            </c:ext>
          </c:extLst>
        </c:ser>
        <c:dLbls>
          <c:showLegendKey val="0"/>
          <c:showVal val="0"/>
          <c:showCatName val="0"/>
          <c:showSerName val="0"/>
          <c:showPercent val="0"/>
          <c:showBubbleSize val="0"/>
        </c:dLbls>
        <c:gapWidth val="150"/>
        <c:axId val="265572032"/>
        <c:axId val="850937200"/>
      </c:barChart>
      <c:catAx>
        <c:axId val="265572032"/>
        <c:scaling>
          <c:orientation val="minMax"/>
        </c:scaling>
        <c:delete val="0"/>
        <c:axPos val="b"/>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算法规则</a:t>
                </a:r>
              </a:p>
            </c:rich>
          </c:tx>
          <c:overlay val="0"/>
          <c:spPr>
            <a:noFill/>
            <a:ln>
              <a:noFill/>
            </a:ln>
            <a:effectLst/>
          </c:spPr>
          <c:txPr>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850937200"/>
        <c:crosses val="autoZero"/>
        <c:auto val="1"/>
        <c:lblAlgn val="ctr"/>
        <c:lblOffset val="100"/>
        <c:noMultiLvlLbl val="0"/>
      </c:catAx>
      <c:valAx>
        <c:axId val="850937200"/>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平均偏差率（</a:t>
                </a:r>
                <a:r>
                  <a:rPr lang="en-US" altLang="zh-CN"/>
                  <a:t>%</a:t>
                </a:r>
                <a:r>
                  <a:rPr lang="zh-CN" altLang="en-US"/>
                  <a:t>）</a:t>
                </a:r>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265572032"/>
        <c:crosses val="autoZero"/>
        <c:crossBetween val="between"/>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a:t>相对优化率柱状图</a:t>
            </a:r>
          </a:p>
        </c:rich>
      </c:tx>
      <c:overlay val="0"/>
      <c:spPr>
        <a:noFill/>
        <a:ln>
          <a:noFill/>
        </a:ln>
        <a:effectLst/>
      </c:spPr>
      <c:txPr>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Sheet1!$F$66</c:f>
              <c:strCache>
                <c:ptCount val="1"/>
                <c:pt idx="0">
                  <c:v>J10</c:v>
                </c:pt>
              </c:strCache>
            </c:strRef>
          </c:tx>
          <c:spPr>
            <a:solidFill>
              <a:schemeClr val="accent1"/>
            </a:solidFill>
            <a:ln>
              <a:noFill/>
            </a:ln>
            <a:effectLst/>
          </c:spPr>
          <c:invertIfNegative val="0"/>
          <c:cat>
            <c:strRef>
              <c:f>Sheet1!$G$65:$I$65</c:f>
              <c:strCache>
                <c:ptCount val="3"/>
                <c:pt idx="0">
                  <c:v>MPV</c:v>
                </c:pt>
                <c:pt idx="1">
                  <c:v>SLK</c:v>
                </c:pt>
                <c:pt idx="2">
                  <c:v>MPV+SLK</c:v>
                </c:pt>
              </c:strCache>
            </c:strRef>
          </c:cat>
          <c:val>
            <c:numRef>
              <c:f>Sheet1!$G$66:$I$66</c:f>
              <c:numCache>
                <c:formatCode>General</c:formatCode>
                <c:ptCount val="3"/>
                <c:pt idx="0">
                  <c:v>35.770000000000003</c:v>
                </c:pt>
                <c:pt idx="1">
                  <c:v>39.61</c:v>
                </c:pt>
                <c:pt idx="2">
                  <c:v>41.71</c:v>
                </c:pt>
              </c:numCache>
            </c:numRef>
          </c:val>
          <c:extLst>
            <c:ext xmlns:c16="http://schemas.microsoft.com/office/drawing/2014/chart" uri="{C3380CC4-5D6E-409C-BE32-E72D297353CC}">
              <c16:uniqueId val="{00000000-7CD8-4641-80C9-F7BB9338FAD2}"/>
            </c:ext>
          </c:extLst>
        </c:ser>
        <c:ser>
          <c:idx val="1"/>
          <c:order val="1"/>
          <c:tx>
            <c:strRef>
              <c:f>Sheet1!$F$67</c:f>
              <c:strCache>
                <c:ptCount val="1"/>
                <c:pt idx="0">
                  <c:v>J20</c:v>
                </c:pt>
              </c:strCache>
            </c:strRef>
          </c:tx>
          <c:spPr>
            <a:solidFill>
              <a:schemeClr val="accent2"/>
            </a:solidFill>
            <a:ln>
              <a:noFill/>
            </a:ln>
            <a:effectLst/>
          </c:spPr>
          <c:invertIfNegative val="0"/>
          <c:cat>
            <c:strRef>
              <c:f>Sheet1!$G$65:$I$65</c:f>
              <c:strCache>
                <c:ptCount val="3"/>
                <c:pt idx="0">
                  <c:v>MPV</c:v>
                </c:pt>
                <c:pt idx="1">
                  <c:v>SLK</c:v>
                </c:pt>
                <c:pt idx="2">
                  <c:v>MPV+SLK</c:v>
                </c:pt>
              </c:strCache>
            </c:strRef>
          </c:cat>
          <c:val>
            <c:numRef>
              <c:f>Sheet1!$G$67:$I$67</c:f>
              <c:numCache>
                <c:formatCode>General</c:formatCode>
                <c:ptCount val="3"/>
                <c:pt idx="0">
                  <c:v>54.47</c:v>
                </c:pt>
                <c:pt idx="1">
                  <c:v>60.53</c:v>
                </c:pt>
                <c:pt idx="2">
                  <c:v>59.42</c:v>
                </c:pt>
              </c:numCache>
            </c:numRef>
          </c:val>
          <c:extLst>
            <c:ext xmlns:c16="http://schemas.microsoft.com/office/drawing/2014/chart" uri="{C3380CC4-5D6E-409C-BE32-E72D297353CC}">
              <c16:uniqueId val="{00000001-7CD8-4641-80C9-F7BB9338FAD2}"/>
            </c:ext>
          </c:extLst>
        </c:ser>
        <c:ser>
          <c:idx val="2"/>
          <c:order val="2"/>
          <c:tx>
            <c:strRef>
              <c:f>Sheet1!$F$68</c:f>
              <c:strCache>
                <c:ptCount val="1"/>
                <c:pt idx="0">
                  <c:v>J30</c:v>
                </c:pt>
              </c:strCache>
            </c:strRef>
          </c:tx>
          <c:spPr>
            <a:solidFill>
              <a:schemeClr val="accent3"/>
            </a:solidFill>
            <a:ln>
              <a:noFill/>
            </a:ln>
            <a:effectLst/>
          </c:spPr>
          <c:invertIfNegative val="0"/>
          <c:cat>
            <c:strRef>
              <c:f>Sheet1!$G$65:$I$65</c:f>
              <c:strCache>
                <c:ptCount val="3"/>
                <c:pt idx="0">
                  <c:v>MPV</c:v>
                </c:pt>
                <c:pt idx="1">
                  <c:v>SLK</c:v>
                </c:pt>
                <c:pt idx="2">
                  <c:v>MPV+SLK</c:v>
                </c:pt>
              </c:strCache>
            </c:strRef>
          </c:cat>
          <c:val>
            <c:numRef>
              <c:f>Sheet1!$G$68:$I$68</c:f>
              <c:numCache>
                <c:formatCode>General</c:formatCode>
                <c:ptCount val="3"/>
                <c:pt idx="0">
                  <c:v>60.8</c:v>
                </c:pt>
                <c:pt idx="1">
                  <c:v>61.17</c:v>
                </c:pt>
                <c:pt idx="2">
                  <c:v>63.27</c:v>
                </c:pt>
              </c:numCache>
            </c:numRef>
          </c:val>
          <c:extLst>
            <c:ext xmlns:c16="http://schemas.microsoft.com/office/drawing/2014/chart" uri="{C3380CC4-5D6E-409C-BE32-E72D297353CC}">
              <c16:uniqueId val="{00000002-7CD8-4641-80C9-F7BB9338FAD2}"/>
            </c:ext>
          </c:extLst>
        </c:ser>
        <c:dLbls>
          <c:showLegendKey val="0"/>
          <c:showVal val="0"/>
          <c:showCatName val="0"/>
          <c:showSerName val="0"/>
          <c:showPercent val="0"/>
          <c:showBubbleSize val="0"/>
        </c:dLbls>
        <c:gapWidth val="246"/>
        <c:overlap val="-28"/>
        <c:axId val="859077434"/>
        <c:axId val="505644975"/>
      </c:barChart>
      <c:catAx>
        <c:axId val="859077434"/>
        <c:scaling>
          <c:orientation val="minMax"/>
        </c:scaling>
        <c:delete val="0"/>
        <c:axPos val="b"/>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对比组别</a:t>
                </a:r>
              </a:p>
            </c:rich>
          </c:tx>
          <c:overlay val="0"/>
          <c:spPr>
            <a:noFill/>
            <a:ln>
              <a:noFill/>
            </a:ln>
            <a:effectLst/>
          </c:spPr>
          <c:txPr>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505644975"/>
        <c:crosses val="autoZero"/>
        <c:auto val="1"/>
        <c:lblAlgn val="ctr"/>
        <c:lblOffset val="100"/>
        <c:noMultiLvlLbl val="0"/>
      </c:catAx>
      <c:valAx>
        <c:axId val="505644975"/>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相对优化率（</a:t>
                </a:r>
                <a:r>
                  <a:rPr lang="en-US" altLang="zh-CN"/>
                  <a:t>%</a:t>
                </a:r>
                <a:r>
                  <a:rPr lang="zh-CN" altLang="en-US"/>
                  <a:t>）</a:t>
                </a:r>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859077434"/>
        <c:crosses val="autoZero"/>
        <c:crossBetween val="between"/>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a:t>平均优化值柱状图 </a:t>
            </a:r>
          </a:p>
        </c:rich>
      </c:tx>
      <c:overlay val="0"/>
      <c:spPr>
        <a:noFill/>
        <a:ln>
          <a:noFill/>
        </a:ln>
        <a:effectLst/>
      </c:spPr>
      <c:txPr>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Sheet1!$F$39</c:f>
              <c:strCache>
                <c:ptCount val="1"/>
                <c:pt idx="0">
                  <c:v>J10</c:v>
                </c:pt>
              </c:strCache>
            </c:strRef>
          </c:tx>
          <c:spPr>
            <a:solidFill>
              <a:schemeClr val="accent1"/>
            </a:solidFill>
            <a:ln>
              <a:noFill/>
            </a:ln>
            <a:effectLst/>
          </c:spPr>
          <c:invertIfNegative val="0"/>
          <c:cat>
            <c:strRef>
              <c:f>Sheet1!$G$38:$L$38</c:f>
              <c:strCache>
                <c:ptCount val="6"/>
                <c:pt idx="0">
                  <c:v>BHA-MPV</c:v>
                </c:pt>
                <c:pt idx="1">
                  <c:v>RA-MPV</c:v>
                </c:pt>
                <c:pt idx="2">
                  <c:v>BHA-SLK</c:v>
                </c:pt>
                <c:pt idx="3">
                  <c:v>RA-SLK</c:v>
                </c:pt>
                <c:pt idx="4">
                  <c:v>BHA-MPV+SLK</c:v>
                </c:pt>
                <c:pt idx="5">
                  <c:v>RA-MPV+SLK</c:v>
                </c:pt>
              </c:strCache>
            </c:strRef>
          </c:cat>
          <c:val>
            <c:numRef>
              <c:f>Sheet1!$G$39:$L$39</c:f>
              <c:numCache>
                <c:formatCode>General</c:formatCode>
                <c:ptCount val="6"/>
                <c:pt idx="0">
                  <c:v>3.1</c:v>
                </c:pt>
                <c:pt idx="1">
                  <c:v>0.2</c:v>
                </c:pt>
                <c:pt idx="2">
                  <c:v>4.7699999999999996</c:v>
                </c:pt>
                <c:pt idx="3">
                  <c:v>0.55000000000000004</c:v>
                </c:pt>
                <c:pt idx="4">
                  <c:v>4.25</c:v>
                </c:pt>
                <c:pt idx="5">
                  <c:v>0.35</c:v>
                </c:pt>
              </c:numCache>
            </c:numRef>
          </c:val>
          <c:extLst>
            <c:ext xmlns:c16="http://schemas.microsoft.com/office/drawing/2014/chart" uri="{C3380CC4-5D6E-409C-BE32-E72D297353CC}">
              <c16:uniqueId val="{00000000-A0E3-4B65-B36F-2EB792D05D80}"/>
            </c:ext>
          </c:extLst>
        </c:ser>
        <c:ser>
          <c:idx val="1"/>
          <c:order val="1"/>
          <c:tx>
            <c:strRef>
              <c:f>Sheet1!$F$40</c:f>
              <c:strCache>
                <c:ptCount val="1"/>
                <c:pt idx="0">
                  <c:v>J20</c:v>
                </c:pt>
              </c:strCache>
            </c:strRef>
          </c:tx>
          <c:spPr>
            <a:solidFill>
              <a:schemeClr val="accent2"/>
            </a:solidFill>
            <a:ln>
              <a:noFill/>
            </a:ln>
            <a:effectLst/>
          </c:spPr>
          <c:invertIfNegative val="0"/>
          <c:cat>
            <c:strRef>
              <c:f>Sheet1!$G$38:$L$38</c:f>
              <c:strCache>
                <c:ptCount val="6"/>
                <c:pt idx="0">
                  <c:v>BHA-MPV</c:v>
                </c:pt>
                <c:pt idx="1">
                  <c:v>RA-MPV</c:v>
                </c:pt>
                <c:pt idx="2">
                  <c:v>BHA-SLK</c:v>
                </c:pt>
                <c:pt idx="3">
                  <c:v>RA-SLK</c:v>
                </c:pt>
                <c:pt idx="4">
                  <c:v>BHA-MPV+SLK</c:v>
                </c:pt>
                <c:pt idx="5">
                  <c:v>RA-MPV+SLK</c:v>
                </c:pt>
              </c:strCache>
            </c:strRef>
          </c:cat>
          <c:val>
            <c:numRef>
              <c:f>Sheet1!$G$40:$L$40</c:f>
              <c:numCache>
                <c:formatCode>General</c:formatCode>
                <c:ptCount val="6"/>
                <c:pt idx="0">
                  <c:v>10.4</c:v>
                </c:pt>
                <c:pt idx="1">
                  <c:v>0.4</c:v>
                </c:pt>
                <c:pt idx="2">
                  <c:v>15.65</c:v>
                </c:pt>
                <c:pt idx="3">
                  <c:v>1.7</c:v>
                </c:pt>
                <c:pt idx="4">
                  <c:v>10.95</c:v>
                </c:pt>
                <c:pt idx="5">
                  <c:v>0.5</c:v>
                </c:pt>
              </c:numCache>
            </c:numRef>
          </c:val>
          <c:extLst>
            <c:ext xmlns:c16="http://schemas.microsoft.com/office/drawing/2014/chart" uri="{C3380CC4-5D6E-409C-BE32-E72D297353CC}">
              <c16:uniqueId val="{00000001-A0E3-4B65-B36F-2EB792D05D80}"/>
            </c:ext>
          </c:extLst>
        </c:ser>
        <c:ser>
          <c:idx val="2"/>
          <c:order val="2"/>
          <c:tx>
            <c:strRef>
              <c:f>Sheet1!$F$41</c:f>
              <c:strCache>
                <c:ptCount val="1"/>
                <c:pt idx="0">
                  <c:v>J30</c:v>
                </c:pt>
              </c:strCache>
            </c:strRef>
          </c:tx>
          <c:spPr>
            <a:solidFill>
              <a:schemeClr val="accent3"/>
            </a:solidFill>
            <a:ln>
              <a:noFill/>
            </a:ln>
            <a:effectLst/>
          </c:spPr>
          <c:invertIfNegative val="0"/>
          <c:cat>
            <c:strRef>
              <c:f>Sheet1!$G$38:$L$38</c:f>
              <c:strCache>
                <c:ptCount val="6"/>
                <c:pt idx="0">
                  <c:v>BHA-MPV</c:v>
                </c:pt>
                <c:pt idx="1">
                  <c:v>RA-MPV</c:v>
                </c:pt>
                <c:pt idx="2">
                  <c:v>BHA-SLK</c:v>
                </c:pt>
                <c:pt idx="3">
                  <c:v>RA-SLK</c:v>
                </c:pt>
                <c:pt idx="4">
                  <c:v>BHA-MPV+SLK</c:v>
                </c:pt>
                <c:pt idx="5">
                  <c:v>RA-MPV+SLK</c:v>
                </c:pt>
              </c:strCache>
            </c:strRef>
          </c:cat>
          <c:val>
            <c:numRef>
              <c:f>Sheet1!$G$41:$L$41</c:f>
              <c:numCache>
                <c:formatCode>General</c:formatCode>
                <c:ptCount val="6"/>
                <c:pt idx="0">
                  <c:v>12.15</c:v>
                </c:pt>
                <c:pt idx="1">
                  <c:v>1.35</c:v>
                </c:pt>
                <c:pt idx="2">
                  <c:v>16.7</c:v>
                </c:pt>
                <c:pt idx="3">
                  <c:v>2.25</c:v>
                </c:pt>
                <c:pt idx="4">
                  <c:v>14.9</c:v>
                </c:pt>
                <c:pt idx="5">
                  <c:v>1</c:v>
                </c:pt>
              </c:numCache>
            </c:numRef>
          </c:val>
          <c:extLst>
            <c:ext xmlns:c16="http://schemas.microsoft.com/office/drawing/2014/chart" uri="{C3380CC4-5D6E-409C-BE32-E72D297353CC}">
              <c16:uniqueId val="{00000002-A0E3-4B65-B36F-2EB792D05D80}"/>
            </c:ext>
          </c:extLst>
        </c:ser>
        <c:dLbls>
          <c:showLegendKey val="0"/>
          <c:showVal val="0"/>
          <c:showCatName val="0"/>
          <c:showSerName val="0"/>
          <c:showPercent val="0"/>
          <c:showBubbleSize val="0"/>
        </c:dLbls>
        <c:gapWidth val="246"/>
        <c:overlap val="-28"/>
        <c:axId val="68777547"/>
        <c:axId val="145395358"/>
      </c:barChart>
      <c:catAx>
        <c:axId val="68777547"/>
        <c:scaling>
          <c:orientation val="minMax"/>
        </c:scaling>
        <c:delete val="0"/>
        <c:axPos val="b"/>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算法规则</a:t>
                </a:r>
              </a:p>
            </c:rich>
          </c:tx>
          <c:overlay val="0"/>
          <c:spPr>
            <a:noFill/>
            <a:ln>
              <a:noFill/>
            </a:ln>
            <a:effectLst/>
          </c:spPr>
          <c:txPr>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45395358"/>
        <c:crosses val="autoZero"/>
        <c:auto val="1"/>
        <c:lblAlgn val="ctr"/>
        <c:lblOffset val="100"/>
        <c:noMultiLvlLbl val="0"/>
      </c:catAx>
      <c:valAx>
        <c:axId val="145395358"/>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平均优化值</a:t>
                </a:r>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68777547"/>
        <c:crosses val="autoZero"/>
        <c:crossBetween val="between"/>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a:t>平均偏差率折线图</a:t>
            </a:r>
          </a:p>
        </c:rich>
      </c:tx>
      <c:overlay val="0"/>
      <c:spPr>
        <a:noFill/>
        <a:ln>
          <a:noFill/>
        </a:ln>
        <a:effectLst/>
      </c:spPr>
      <c:txPr>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endParaRPr lang="zh-CN"/>
        </a:p>
      </c:txPr>
    </c:title>
    <c:autoTitleDeleted val="0"/>
    <c:plotArea>
      <c:layout/>
      <c:lineChart>
        <c:grouping val="standard"/>
        <c:varyColors val="0"/>
        <c:ser>
          <c:idx val="0"/>
          <c:order val="0"/>
          <c:tx>
            <c:strRef>
              <c:f>Sheet1!$F$89</c:f>
              <c:strCache>
                <c:ptCount val="1"/>
                <c:pt idx="0">
                  <c:v>BHA-MPV</c:v>
                </c:pt>
              </c:strCache>
            </c:strRef>
          </c:tx>
          <c:spPr>
            <a:ln w="28575" cap="rnd">
              <a:solidFill>
                <a:schemeClr val="accent1"/>
              </a:solidFill>
              <a:round/>
            </a:ln>
            <a:effectLst/>
          </c:spPr>
          <c:marker>
            <c:symbol val="none"/>
          </c:marker>
          <c:cat>
            <c:strRef>
              <c:f>Sheet1!$G$88:$O$88</c:f>
              <c:strCache>
                <c:ptCount val="9"/>
                <c:pt idx="0">
                  <c:v>J20-2-3</c:v>
                </c:pt>
                <c:pt idx="1">
                  <c:v>J20-3-3</c:v>
                </c:pt>
                <c:pt idx="2">
                  <c:v>J20-4-3</c:v>
                </c:pt>
                <c:pt idx="3">
                  <c:v>J20-2-4</c:v>
                </c:pt>
                <c:pt idx="4">
                  <c:v>J20-3-4</c:v>
                </c:pt>
                <c:pt idx="5">
                  <c:v>J20-4-4</c:v>
                </c:pt>
                <c:pt idx="6">
                  <c:v>J20-2-5</c:v>
                </c:pt>
                <c:pt idx="7">
                  <c:v>J20-3-5</c:v>
                </c:pt>
                <c:pt idx="8">
                  <c:v>J20-4-5</c:v>
                </c:pt>
              </c:strCache>
            </c:strRef>
          </c:cat>
          <c:val>
            <c:numRef>
              <c:f>Sheet1!$G$89:$O$89</c:f>
              <c:numCache>
                <c:formatCode>General</c:formatCode>
                <c:ptCount val="9"/>
                <c:pt idx="0">
                  <c:v>171.59</c:v>
                </c:pt>
                <c:pt idx="1">
                  <c:v>158.87</c:v>
                </c:pt>
                <c:pt idx="2">
                  <c:v>81.39</c:v>
                </c:pt>
                <c:pt idx="3">
                  <c:v>175.01</c:v>
                </c:pt>
                <c:pt idx="4">
                  <c:v>202.3</c:v>
                </c:pt>
                <c:pt idx="5">
                  <c:v>69.180000000000007</c:v>
                </c:pt>
                <c:pt idx="6">
                  <c:v>161.75</c:v>
                </c:pt>
                <c:pt idx="7">
                  <c:v>114.73</c:v>
                </c:pt>
                <c:pt idx="8">
                  <c:v>70.849999999999994</c:v>
                </c:pt>
              </c:numCache>
            </c:numRef>
          </c:val>
          <c:smooth val="0"/>
          <c:extLst>
            <c:ext xmlns:c16="http://schemas.microsoft.com/office/drawing/2014/chart" uri="{C3380CC4-5D6E-409C-BE32-E72D297353CC}">
              <c16:uniqueId val="{00000000-2A2B-4FAC-8E39-318FE78F7038}"/>
            </c:ext>
          </c:extLst>
        </c:ser>
        <c:ser>
          <c:idx val="1"/>
          <c:order val="1"/>
          <c:tx>
            <c:strRef>
              <c:f>Sheet1!$F$90</c:f>
              <c:strCache>
                <c:ptCount val="1"/>
                <c:pt idx="0">
                  <c:v>RA-MPV</c:v>
                </c:pt>
              </c:strCache>
            </c:strRef>
          </c:tx>
          <c:spPr>
            <a:ln w="28575" cap="rnd">
              <a:solidFill>
                <a:schemeClr val="accent2"/>
              </a:solidFill>
              <a:round/>
            </a:ln>
            <a:effectLst/>
          </c:spPr>
          <c:marker>
            <c:symbol val="none"/>
          </c:marker>
          <c:cat>
            <c:strRef>
              <c:f>Sheet1!$G$88:$O$88</c:f>
              <c:strCache>
                <c:ptCount val="9"/>
                <c:pt idx="0">
                  <c:v>J20-2-3</c:v>
                </c:pt>
                <c:pt idx="1">
                  <c:v>J20-3-3</c:v>
                </c:pt>
                <c:pt idx="2">
                  <c:v>J20-4-3</c:v>
                </c:pt>
                <c:pt idx="3">
                  <c:v>J20-2-4</c:v>
                </c:pt>
                <c:pt idx="4">
                  <c:v>J20-3-4</c:v>
                </c:pt>
                <c:pt idx="5">
                  <c:v>J20-4-4</c:v>
                </c:pt>
                <c:pt idx="6">
                  <c:v>J20-2-5</c:v>
                </c:pt>
                <c:pt idx="7">
                  <c:v>J20-3-5</c:v>
                </c:pt>
                <c:pt idx="8">
                  <c:v>J20-4-5</c:v>
                </c:pt>
              </c:strCache>
            </c:strRef>
          </c:cat>
          <c:val>
            <c:numRef>
              <c:f>Sheet1!$G$90:$O$90</c:f>
              <c:numCache>
                <c:formatCode>General</c:formatCode>
                <c:ptCount val="9"/>
                <c:pt idx="0">
                  <c:v>11.07</c:v>
                </c:pt>
                <c:pt idx="1">
                  <c:v>7.46</c:v>
                </c:pt>
                <c:pt idx="2">
                  <c:v>3.75</c:v>
                </c:pt>
                <c:pt idx="3">
                  <c:v>51.93</c:v>
                </c:pt>
                <c:pt idx="4">
                  <c:v>8.49</c:v>
                </c:pt>
                <c:pt idx="5">
                  <c:v>8.6199999999999992</c:v>
                </c:pt>
                <c:pt idx="6">
                  <c:v>28.35</c:v>
                </c:pt>
                <c:pt idx="7">
                  <c:v>9.9700000000000006</c:v>
                </c:pt>
                <c:pt idx="8">
                  <c:v>2.65</c:v>
                </c:pt>
              </c:numCache>
            </c:numRef>
          </c:val>
          <c:smooth val="0"/>
          <c:extLst>
            <c:ext xmlns:c16="http://schemas.microsoft.com/office/drawing/2014/chart" uri="{C3380CC4-5D6E-409C-BE32-E72D297353CC}">
              <c16:uniqueId val="{00000001-2A2B-4FAC-8E39-318FE78F7038}"/>
            </c:ext>
          </c:extLst>
        </c:ser>
        <c:ser>
          <c:idx val="2"/>
          <c:order val="2"/>
          <c:tx>
            <c:strRef>
              <c:f>Sheet1!$F$91</c:f>
              <c:strCache>
                <c:ptCount val="1"/>
                <c:pt idx="0">
                  <c:v>BHA-SLK</c:v>
                </c:pt>
              </c:strCache>
            </c:strRef>
          </c:tx>
          <c:spPr>
            <a:ln w="28575" cap="rnd">
              <a:solidFill>
                <a:schemeClr val="accent3"/>
              </a:solidFill>
              <a:round/>
            </a:ln>
            <a:effectLst/>
          </c:spPr>
          <c:marker>
            <c:symbol val="none"/>
          </c:marker>
          <c:cat>
            <c:strRef>
              <c:f>Sheet1!$G$88:$O$88</c:f>
              <c:strCache>
                <c:ptCount val="9"/>
                <c:pt idx="0">
                  <c:v>J20-2-3</c:v>
                </c:pt>
                <c:pt idx="1">
                  <c:v>J20-3-3</c:v>
                </c:pt>
                <c:pt idx="2">
                  <c:v>J20-4-3</c:v>
                </c:pt>
                <c:pt idx="3">
                  <c:v>J20-2-4</c:v>
                </c:pt>
                <c:pt idx="4">
                  <c:v>J20-3-4</c:v>
                </c:pt>
                <c:pt idx="5">
                  <c:v>J20-4-4</c:v>
                </c:pt>
                <c:pt idx="6">
                  <c:v>J20-2-5</c:v>
                </c:pt>
                <c:pt idx="7">
                  <c:v>J20-3-5</c:v>
                </c:pt>
                <c:pt idx="8">
                  <c:v>J20-4-5</c:v>
                </c:pt>
              </c:strCache>
            </c:strRef>
          </c:cat>
          <c:val>
            <c:numRef>
              <c:f>Sheet1!$G$91:$O$91</c:f>
              <c:numCache>
                <c:formatCode>General</c:formatCode>
                <c:ptCount val="9"/>
                <c:pt idx="0">
                  <c:v>368.87</c:v>
                </c:pt>
                <c:pt idx="1">
                  <c:v>170.1</c:v>
                </c:pt>
                <c:pt idx="2">
                  <c:v>102.95</c:v>
                </c:pt>
                <c:pt idx="3">
                  <c:v>439.9</c:v>
                </c:pt>
                <c:pt idx="4">
                  <c:v>172.95</c:v>
                </c:pt>
                <c:pt idx="5">
                  <c:v>91.21</c:v>
                </c:pt>
                <c:pt idx="6">
                  <c:v>315.11</c:v>
                </c:pt>
                <c:pt idx="7">
                  <c:v>222.58</c:v>
                </c:pt>
                <c:pt idx="8">
                  <c:v>70</c:v>
                </c:pt>
              </c:numCache>
            </c:numRef>
          </c:val>
          <c:smooth val="0"/>
          <c:extLst>
            <c:ext xmlns:c16="http://schemas.microsoft.com/office/drawing/2014/chart" uri="{C3380CC4-5D6E-409C-BE32-E72D297353CC}">
              <c16:uniqueId val="{00000002-2A2B-4FAC-8E39-318FE78F7038}"/>
            </c:ext>
          </c:extLst>
        </c:ser>
        <c:ser>
          <c:idx val="3"/>
          <c:order val="3"/>
          <c:tx>
            <c:strRef>
              <c:f>Sheet1!$F$92</c:f>
              <c:strCache>
                <c:ptCount val="1"/>
                <c:pt idx="0">
                  <c:v>RA-SLK</c:v>
                </c:pt>
              </c:strCache>
            </c:strRef>
          </c:tx>
          <c:spPr>
            <a:ln w="28575" cap="rnd">
              <a:solidFill>
                <a:schemeClr val="accent4"/>
              </a:solidFill>
              <a:round/>
            </a:ln>
            <a:effectLst/>
          </c:spPr>
          <c:marker>
            <c:symbol val="none"/>
          </c:marker>
          <c:cat>
            <c:strRef>
              <c:f>Sheet1!$G$88:$O$88</c:f>
              <c:strCache>
                <c:ptCount val="9"/>
                <c:pt idx="0">
                  <c:v>J20-2-3</c:v>
                </c:pt>
                <c:pt idx="1">
                  <c:v>J20-3-3</c:v>
                </c:pt>
                <c:pt idx="2">
                  <c:v>J20-4-3</c:v>
                </c:pt>
                <c:pt idx="3">
                  <c:v>J20-2-4</c:v>
                </c:pt>
                <c:pt idx="4">
                  <c:v>J20-3-4</c:v>
                </c:pt>
                <c:pt idx="5">
                  <c:v>J20-4-4</c:v>
                </c:pt>
                <c:pt idx="6">
                  <c:v>J20-2-5</c:v>
                </c:pt>
                <c:pt idx="7">
                  <c:v>J20-3-5</c:v>
                </c:pt>
                <c:pt idx="8">
                  <c:v>J20-4-5</c:v>
                </c:pt>
              </c:strCache>
            </c:strRef>
          </c:cat>
          <c:val>
            <c:numRef>
              <c:f>Sheet1!$G$92:$O$92</c:f>
              <c:numCache>
                <c:formatCode>General</c:formatCode>
                <c:ptCount val="9"/>
                <c:pt idx="0">
                  <c:v>19.93</c:v>
                </c:pt>
                <c:pt idx="1">
                  <c:v>16.34</c:v>
                </c:pt>
                <c:pt idx="2">
                  <c:v>15.65</c:v>
                </c:pt>
                <c:pt idx="3">
                  <c:v>35</c:v>
                </c:pt>
                <c:pt idx="4">
                  <c:v>10.55</c:v>
                </c:pt>
                <c:pt idx="5">
                  <c:v>5.6</c:v>
                </c:pt>
                <c:pt idx="6">
                  <c:v>27.69</c:v>
                </c:pt>
                <c:pt idx="7">
                  <c:v>14.9</c:v>
                </c:pt>
                <c:pt idx="8">
                  <c:v>13.24</c:v>
                </c:pt>
              </c:numCache>
            </c:numRef>
          </c:val>
          <c:smooth val="0"/>
          <c:extLst>
            <c:ext xmlns:c16="http://schemas.microsoft.com/office/drawing/2014/chart" uri="{C3380CC4-5D6E-409C-BE32-E72D297353CC}">
              <c16:uniqueId val="{00000003-2A2B-4FAC-8E39-318FE78F7038}"/>
            </c:ext>
          </c:extLst>
        </c:ser>
        <c:ser>
          <c:idx val="4"/>
          <c:order val="4"/>
          <c:tx>
            <c:strRef>
              <c:f>Sheet1!$F$93</c:f>
              <c:strCache>
                <c:ptCount val="1"/>
                <c:pt idx="0">
                  <c:v>BHA-MPV+SLK</c:v>
                </c:pt>
              </c:strCache>
            </c:strRef>
          </c:tx>
          <c:spPr>
            <a:ln w="28575" cap="rnd">
              <a:solidFill>
                <a:schemeClr val="accent5"/>
              </a:solidFill>
              <a:round/>
            </a:ln>
            <a:effectLst/>
          </c:spPr>
          <c:marker>
            <c:symbol val="none"/>
          </c:marker>
          <c:cat>
            <c:strRef>
              <c:f>Sheet1!$G$88:$O$88</c:f>
              <c:strCache>
                <c:ptCount val="9"/>
                <c:pt idx="0">
                  <c:v>J20-2-3</c:v>
                </c:pt>
                <c:pt idx="1">
                  <c:v>J20-3-3</c:v>
                </c:pt>
                <c:pt idx="2">
                  <c:v>J20-4-3</c:v>
                </c:pt>
                <c:pt idx="3">
                  <c:v>J20-2-4</c:v>
                </c:pt>
                <c:pt idx="4">
                  <c:v>J20-3-4</c:v>
                </c:pt>
                <c:pt idx="5">
                  <c:v>J20-4-4</c:v>
                </c:pt>
                <c:pt idx="6">
                  <c:v>J20-2-5</c:v>
                </c:pt>
                <c:pt idx="7">
                  <c:v>J20-3-5</c:v>
                </c:pt>
                <c:pt idx="8">
                  <c:v>J20-4-5</c:v>
                </c:pt>
              </c:strCache>
            </c:strRef>
          </c:cat>
          <c:val>
            <c:numRef>
              <c:f>Sheet1!$G$93:$O$93</c:f>
              <c:numCache>
                <c:formatCode>General</c:formatCode>
                <c:ptCount val="9"/>
                <c:pt idx="0">
                  <c:v>369.58</c:v>
                </c:pt>
                <c:pt idx="1">
                  <c:v>195.75</c:v>
                </c:pt>
                <c:pt idx="2">
                  <c:v>60.13</c:v>
                </c:pt>
                <c:pt idx="3">
                  <c:v>178.38</c:v>
                </c:pt>
                <c:pt idx="4">
                  <c:v>137.13999999999999</c:v>
                </c:pt>
                <c:pt idx="5">
                  <c:v>68.599999999999994</c:v>
                </c:pt>
                <c:pt idx="6">
                  <c:v>325.13</c:v>
                </c:pt>
                <c:pt idx="7">
                  <c:v>192.25</c:v>
                </c:pt>
                <c:pt idx="8">
                  <c:v>78.569999999999993</c:v>
                </c:pt>
              </c:numCache>
            </c:numRef>
          </c:val>
          <c:smooth val="0"/>
          <c:extLst>
            <c:ext xmlns:c16="http://schemas.microsoft.com/office/drawing/2014/chart" uri="{C3380CC4-5D6E-409C-BE32-E72D297353CC}">
              <c16:uniqueId val="{00000004-2A2B-4FAC-8E39-318FE78F7038}"/>
            </c:ext>
          </c:extLst>
        </c:ser>
        <c:ser>
          <c:idx val="5"/>
          <c:order val="5"/>
          <c:tx>
            <c:strRef>
              <c:f>Sheet1!$F$94</c:f>
              <c:strCache>
                <c:ptCount val="1"/>
                <c:pt idx="0">
                  <c:v>RA-MPV+SLK</c:v>
                </c:pt>
              </c:strCache>
            </c:strRef>
          </c:tx>
          <c:spPr>
            <a:ln w="28575" cap="rnd">
              <a:solidFill>
                <a:schemeClr val="accent6"/>
              </a:solidFill>
              <a:round/>
            </a:ln>
            <a:effectLst/>
          </c:spPr>
          <c:marker>
            <c:symbol val="none"/>
          </c:marker>
          <c:cat>
            <c:strRef>
              <c:f>Sheet1!$G$88:$O$88</c:f>
              <c:strCache>
                <c:ptCount val="9"/>
                <c:pt idx="0">
                  <c:v>J20-2-3</c:v>
                </c:pt>
                <c:pt idx="1">
                  <c:v>J20-3-3</c:v>
                </c:pt>
                <c:pt idx="2">
                  <c:v>J20-4-3</c:v>
                </c:pt>
                <c:pt idx="3">
                  <c:v>J20-2-4</c:v>
                </c:pt>
                <c:pt idx="4">
                  <c:v>J20-3-4</c:v>
                </c:pt>
                <c:pt idx="5">
                  <c:v>J20-4-4</c:v>
                </c:pt>
                <c:pt idx="6">
                  <c:v>J20-2-5</c:v>
                </c:pt>
                <c:pt idx="7">
                  <c:v>J20-3-5</c:v>
                </c:pt>
                <c:pt idx="8">
                  <c:v>J20-4-5</c:v>
                </c:pt>
              </c:strCache>
            </c:strRef>
          </c:cat>
          <c:val>
            <c:numRef>
              <c:f>Sheet1!$G$94:$O$94</c:f>
              <c:numCache>
                <c:formatCode>General</c:formatCode>
                <c:ptCount val="9"/>
                <c:pt idx="0">
                  <c:v>14.07</c:v>
                </c:pt>
                <c:pt idx="1">
                  <c:v>11.9</c:v>
                </c:pt>
                <c:pt idx="2">
                  <c:v>6.25</c:v>
                </c:pt>
                <c:pt idx="3">
                  <c:v>15</c:v>
                </c:pt>
                <c:pt idx="4">
                  <c:v>17.96</c:v>
                </c:pt>
                <c:pt idx="5">
                  <c:v>9.49</c:v>
                </c:pt>
                <c:pt idx="6">
                  <c:v>13.49</c:v>
                </c:pt>
                <c:pt idx="7">
                  <c:v>12.5</c:v>
                </c:pt>
                <c:pt idx="8">
                  <c:v>9.58</c:v>
                </c:pt>
              </c:numCache>
            </c:numRef>
          </c:val>
          <c:smooth val="0"/>
          <c:extLst>
            <c:ext xmlns:c16="http://schemas.microsoft.com/office/drawing/2014/chart" uri="{C3380CC4-5D6E-409C-BE32-E72D297353CC}">
              <c16:uniqueId val="{00000005-2A2B-4FAC-8E39-318FE78F7038}"/>
            </c:ext>
          </c:extLst>
        </c:ser>
        <c:dLbls>
          <c:showLegendKey val="0"/>
          <c:showVal val="0"/>
          <c:showCatName val="0"/>
          <c:showSerName val="0"/>
          <c:showPercent val="0"/>
          <c:showBubbleSize val="0"/>
        </c:dLbls>
        <c:smooth val="0"/>
        <c:axId val="913415700"/>
        <c:axId val="123572708"/>
      </c:lineChart>
      <c:catAx>
        <c:axId val="913415700"/>
        <c:scaling>
          <c:orientation val="minMax"/>
        </c:scaling>
        <c:delete val="0"/>
        <c:axPos val="b"/>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案例</a:t>
                </a:r>
              </a:p>
            </c:rich>
          </c:tx>
          <c:overlay val="0"/>
          <c:spPr>
            <a:noFill/>
            <a:ln>
              <a:noFill/>
            </a:ln>
            <a:effectLst/>
          </c:spPr>
          <c:txPr>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23572708"/>
        <c:crosses val="autoZero"/>
        <c:auto val="1"/>
        <c:lblAlgn val="ctr"/>
        <c:lblOffset val="100"/>
        <c:noMultiLvlLbl val="0"/>
      </c:catAx>
      <c:valAx>
        <c:axId val="123572708"/>
        <c:scaling>
          <c:orientation val="minMax"/>
          <c:max val="450"/>
          <c:min val="0"/>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平均偏差率（</a:t>
                </a:r>
                <a:r>
                  <a:rPr lang="en-US" altLang="zh-CN"/>
                  <a:t>%</a:t>
                </a:r>
                <a:r>
                  <a:rPr lang="zh-CN" altLang="en-US"/>
                  <a:t>）</a:t>
                </a:r>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913415700"/>
        <c:crosses val="autoZero"/>
        <c:crossBetween val="between"/>
        <c:majorUnit val="50"/>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dirty="0"/>
              <a:t>平均优化值折线图</a:t>
            </a:r>
          </a:p>
        </c:rich>
      </c:tx>
      <c:layout>
        <c:manualLayout>
          <c:xMode val="edge"/>
          <c:yMode val="edge"/>
          <c:x val="0.32679580568296712"/>
          <c:y val="4.6345811051693407E-2"/>
        </c:manualLayout>
      </c:layout>
      <c:overlay val="0"/>
      <c:spPr>
        <a:noFill/>
        <a:ln>
          <a:noFill/>
        </a:ln>
        <a:effectLst/>
      </c:spPr>
      <c:txPr>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endParaRPr lang="zh-CN"/>
        </a:p>
      </c:txPr>
    </c:title>
    <c:autoTitleDeleted val="0"/>
    <c:plotArea>
      <c:layout/>
      <c:lineChart>
        <c:grouping val="standard"/>
        <c:varyColors val="0"/>
        <c:ser>
          <c:idx val="0"/>
          <c:order val="0"/>
          <c:tx>
            <c:strRef>
              <c:f>Sheet1!$E$116</c:f>
              <c:strCache>
                <c:ptCount val="1"/>
                <c:pt idx="0">
                  <c:v>BHA-MPV</c:v>
                </c:pt>
              </c:strCache>
            </c:strRef>
          </c:tx>
          <c:spPr>
            <a:ln w="22225" cap="rnd">
              <a:solidFill>
                <a:schemeClr val="accent1"/>
              </a:solidFill>
              <a:round/>
            </a:ln>
            <a:effectLst/>
          </c:spPr>
          <c:marker>
            <c:symbol val="none"/>
          </c:marker>
          <c:cat>
            <c:strRef>
              <c:f>Sheet1!$F$115:$N$115</c:f>
              <c:strCache>
                <c:ptCount val="9"/>
                <c:pt idx="0">
                  <c:v>J20-2-3</c:v>
                </c:pt>
                <c:pt idx="1">
                  <c:v>J20-3-3</c:v>
                </c:pt>
                <c:pt idx="2">
                  <c:v>J20-4-3</c:v>
                </c:pt>
                <c:pt idx="3">
                  <c:v>J20-2-4</c:v>
                </c:pt>
                <c:pt idx="4">
                  <c:v>J20-3-4</c:v>
                </c:pt>
                <c:pt idx="5">
                  <c:v>J20-4-4</c:v>
                </c:pt>
                <c:pt idx="6">
                  <c:v>J20-2-5</c:v>
                </c:pt>
                <c:pt idx="7">
                  <c:v>J20-3-5</c:v>
                </c:pt>
                <c:pt idx="8">
                  <c:v>J20-4-5</c:v>
                </c:pt>
              </c:strCache>
            </c:strRef>
          </c:cat>
          <c:val>
            <c:numRef>
              <c:f>Sheet1!$F$116:$N$116</c:f>
              <c:numCache>
                <c:formatCode>General</c:formatCode>
                <c:ptCount val="9"/>
                <c:pt idx="0">
                  <c:v>14.05</c:v>
                </c:pt>
                <c:pt idx="1">
                  <c:v>10.4</c:v>
                </c:pt>
                <c:pt idx="2">
                  <c:v>5.15</c:v>
                </c:pt>
                <c:pt idx="3">
                  <c:v>14.85</c:v>
                </c:pt>
                <c:pt idx="4">
                  <c:v>11.45</c:v>
                </c:pt>
                <c:pt idx="5">
                  <c:v>10.95</c:v>
                </c:pt>
                <c:pt idx="6">
                  <c:v>15.65</c:v>
                </c:pt>
                <c:pt idx="7">
                  <c:v>11.8</c:v>
                </c:pt>
                <c:pt idx="8">
                  <c:v>10.15</c:v>
                </c:pt>
              </c:numCache>
            </c:numRef>
          </c:val>
          <c:smooth val="0"/>
          <c:extLst>
            <c:ext xmlns:c16="http://schemas.microsoft.com/office/drawing/2014/chart" uri="{C3380CC4-5D6E-409C-BE32-E72D297353CC}">
              <c16:uniqueId val="{00000000-DAF4-43A5-B0C3-6BD51542B20A}"/>
            </c:ext>
          </c:extLst>
        </c:ser>
        <c:ser>
          <c:idx val="1"/>
          <c:order val="1"/>
          <c:tx>
            <c:strRef>
              <c:f>Sheet1!$E$117</c:f>
              <c:strCache>
                <c:ptCount val="1"/>
                <c:pt idx="0">
                  <c:v>RA-MPV</c:v>
                </c:pt>
              </c:strCache>
            </c:strRef>
          </c:tx>
          <c:spPr>
            <a:ln w="22225" cap="rnd">
              <a:solidFill>
                <a:schemeClr val="accent2"/>
              </a:solidFill>
              <a:round/>
            </a:ln>
            <a:effectLst/>
          </c:spPr>
          <c:marker>
            <c:symbol val="none"/>
          </c:marker>
          <c:cat>
            <c:strRef>
              <c:f>Sheet1!$F$115:$N$115</c:f>
              <c:strCache>
                <c:ptCount val="9"/>
                <c:pt idx="0">
                  <c:v>J20-2-3</c:v>
                </c:pt>
                <c:pt idx="1">
                  <c:v>J20-3-3</c:v>
                </c:pt>
                <c:pt idx="2">
                  <c:v>J20-4-3</c:v>
                </c:pt>
                <c:pt idx="3">
                  <c:v>J20-2-4</c:v>
                </c:pt>
                <c:pt idx="4">
                  <c:v>J20-3-4</c:v>
                </c:pt>
                <c:pt idx="5">
                  <c:v>J20-4-4</c:v>
                </c:pt>
                <c:pt idx="6">
                  <c:v>J20-2-5</c:v>
                </c:pt>
                <c:pt idx="7">
                  <c:v>J20-3-5</c:v>
                </c:pt>
                <c:pt idx="8">
                  <c:v>J20-4-5</c:v>
                </c:pt>
              </c:strCache>
            </c:strRef>
          </c:cat>
          <c:val>
            <c:numRef>
              <c:f>Sheet1!$F$117:$N$117</c:f>
              <c:numCache>
                <c:formatCode>General</c:formatCode>
                <c:ptCount val="9"/>
                <c:pt idx="0">
                  <c:v>1.55</c:v>
                </c:pt>
                <c:pt idx="1">
                  <c:v>0.25</c:v>
                </c:pt>
                <c:pt idx="2">
                  <c:v>0.15</c:v>
                </c:pt>
                <c:pt idx="3">
                  <c:v>1.65</c:v>
                </c:pt>
                <c:pt idx="4">
                  <c:v>0.4</c:v>
                </c:pt>
                <c:pt idx="5">
                  <c:v>0.35</c:v>
                </c:pt>
                <c:pt idx="6">
                  <c:v>1.75</c:v>
                </c:pt>
                <c:pt idx="7">
                  <c:v>0.95</c:v>
                </c:pt>
                <c:pt idx="8">
                  <c:v>0.95</c:v>
                </c:pt>
              </c:numCache>
            </c:numRef>
          </c:val>
          <c:smooth val="0"/>
          <c:extLst>
            <c:ext xmlns:c16="http://schemas.microsoft.com/office/drawing/2014/chart" uri="{C3380CC4-5D6E-409C-BE32-E72D297353CC}">
              <c16:uniqueId val="{00000001-DAF4-43A5-B0C3-6BD51542B20A}"/>
            </c:ext>
          </c:extLst>
        </c:ser>
        <c:ser>
          <c:idx val="2"/>
          <c:order val="2"/>
          <c:tx>
            <c:strRef>
              <c:f>Sheet1!$E$118</c:f>
              <c:strCache>
                <c:ptCount val="1"/>
                <c:pt idx="0">
                  <c:v>BHA-SLK</c:v>
                </c:pt>
              </c:strCache>
            </c:strRef>
          </c:tx>
          <c:spPr>
            <a:ln w="22225" cap="rnd">
              <a:solidFill>
                <a:schemeClr val="accent3"/>
              </a:solidFill>
              <a:round/>
            </a:ln>
            <a:effectLst/>
          </c:spPr>
          <c:marker>
            <c:symbol val="none"/>
          </c:marker>
          <c:cat>
            <c:strRef>
              <c:f>Sheet1!$F$115:$N$115</c:f>
              <c:strCache>
                <c:ptCount val="9"/>
                <c:pt idx="0">
                  <c:v>J20-2-3</c:v>
                </c:pt>
                <c:pt idx="1">
                  <c:v>J20-3-3</c:v>
                </c:pt>
                <c:pt idx="2">
                  <c:v>J20-4-3</c:v>
                </c:pt>
                <c:pt idx="3">
                  <c:v>J20-2-4</c:v>
                </c:pt>
                <c:pt idx="4">
                  <c:v>J20-3-4</c:v>
                </c:pt>
                <c:pt idx="5">
                  <c:v>J20-4-4</c:v>
                </c:pt>
                <c:pt idx="6">
                  <c:v>J20-2-5</c:v>
                </c:pt>
                <c:pt idx="7">
                  <c:v>J20-3-5</c:v>
                </c:pt>
                <c:pt idx="8">
                  <c:v>J20-4-5</c:v>
                </c:pt>
              </c:strCache>
            </c:strRef>
          </c:cat>
          <c:val>
            <c:numRef>
              <c:f>Sheet1!$F$118:$N$118</c:f>
              <c:numCache>
                <c:formatCode>General</c:formatCode>
                <c:ptCount val="9"/>
                <c:pt idx="0">
                  <c:v>14.95</c:v>
                </c:pt>
                <c:pt idx="1">
                  <c:v>13.5</c:v>
                </c:pt>
                <c:pt idx="2">
                  <c:v>6.85</c:v>
                </c:pt>
                <c:pt idx="3">
                  <c:v>19.7</c:v>
                </c:pt>
                <c:pt idx="4">
                  <c:v>15.65</c:v>
                </c:pt>
                <c:pt idx="5">
                  <c:v>9.8000000000000007</c:v>
                </c:pt>
                <c:pt idx="6">
                  <c:v>21.65</c:v>
                </c:pt>
                <c:pt idx="7">
                  <c:v>21.15</c:v>
                </c:pt>
                <c:pt idx="8">
                  <c:v>10.9</c:v>
                </c:pt>
              </c:numCache>
            </c:numRef>
          </c:val>
          <c:smooth val="0"/>
          <c:extLst>
            <c:ext xmlns:c16="http://schemas.microsoft.com/office/drawing/2014/chart" uri="{C3380CC4-5D6E-409C-BE32-E72D297353CC}">
              <c16:uniqueId val="{00000002-DAF4-43A5-B0C3-6BD51542B20A}"/>
            </c:ext>
          </c:extLst>
        </c:ser>
        <c:ser>
          <c:idx val="3"/>
          <c:order val="3"/>
          <c:tx>
            <c:strRef>
              <c:f>Sheet1!$E$119</c:f>
              <c:strCache>
                <c:ptCount val="1"/>
                <c:pt idx="0">
                  <c:v>RA-SLK</c:v>
                </c:pt>
              </c:strCache>
            </c:strRef>
          </c:tx>
          <c:spPr>
            <a:ln w="22225" cap="rnd">
              <a:solidFill>
                <a:schemeClr val="accent4"/>
              </a:solidFill>
              <a:round/>
            </a:ln>
            <a:effectLst/>
          </c:spPr>
          <c:marker>
            <c:symbol val="none"/>
          </c:marker>
          <c:cat>
            <c:strRef>
              <c:f>Sheet1!$F$115:$N$115</c:f>
              <c:strCache>
                <c:ptCount val="9"/>
                <c:pt idx="0">
                  <c:v>J20-2-3</c:v>
                </c:pt>
                <c:pt idx="1">
                  <c:v>J20-3-3</c:v>
                </c:pt>
                <c:pt idx="2">
                  <c:v>J20-4-3</c:v>
                </c:pt>
                <c:pt idx="3">
                  <c:v>J20-2-4</c:v>
                </c:pt>
                <c:pt idx="4">
                  <c:v>J20-3-4</c:v>
                </c:pt>
                <c:pt idx="5">
                  <c:v>J20-4-4</c:v>
                </c:pt>
                <c:pt idx="6">
                  <c:v>J20-2-5</c:v>
                </c:pt>
                <c:pt idx="7">
                  <c:v>J20-3-5</c:v>
                </c:pt>
                <c:pt idx="8">
                  <c:v>J20-4-5</c:v>
                </c:pt>
              </c:strCache>
            </c:strRef>
          </c:cat>
          <c:val>
            <c:numRef>
              <c:f>Sheet1!$F$119:$N$119</c:f>
              <c:numCache>
                <c:formatCode>General</c:formatCode>
                <c:ptCount val="9"/>
                <c:pt idx="0">
                  <c:v>2.7</c:v>
                </c:pt>
                <c:pt idx="1">
                  <c:v>1.55</c:v>
                </c:pt>
                <c:pt idx="2">
                  <c:v>0.4</c:v>
                </c:pt>
                <c:pt idx="3">
                  <c:v>3.3</c:v>
                </c:pt>
                <c:pt idx="4">
                  <c:v>1.7</c:v>
                </c:pt>
                <c:pt idx="5">
                  <c:v>0.65</c:v>
                </c:pt>
                <c:pt idx="6">
                  <c:v>3.7</c:v>
                </c:pt>
                <c:pt idx="7">
                  <c:v>1.75</c:v>
                </c:pt>
                <c:pt idx="8">
                  <c:v>1.05</c:v>
                </c:pt>
              </c:numCache>
            </c:numRef>
          </c:val>
          <c:smooth val="0"/>
          <c:extLst>
            <c:ext xmlns:c16="http://schemas.microsoft.com/office/drawing/2014/chart" uri="{C3380CC4-5D6E-409C-BE32-E72D297353CC}">
              <c16:uniqueId val="{00000003-DAF4-43A5-B0C3-6BD51542B20A}"/>
            </c:ext>
          </c:extLst>
        </c:ser>
        <c:ser>
          <c:idx val="4"/>
          <c:order val="4"/>
          <c:tx>
            <c:strRef>
              <c:f>Sheet1!$E$120</c:f>
              <c:strCache>
                <c:ptCount val="1"/>
                <c:pt idx="0">
                  <c:v>BHA-MPV+SLK</c:v>
                </c:pt>
              </c:strCache>
            </c:strRef>
          </c:tx>
          <c:spPr>
            <a:ln w="22225" cap="rnd">
              <a:solidFill>
                <a:schemeClr val="accent5"/>
              </a:solidFill>
              <a:round/>
            </a:ln>
            <a:effectLst/>
          </c:spPr>
          <c:marker>
            <c:symbol val="none"/>
          </c:marker>
          <c:cat>
            <c:strRef>
              <c:f>Sheet1!$F$115:$N$115</c:f>
              <c:strCache>
                <c:ptCount val="9"/>
                <c:pt idx="0">
                  <c:v>J20-2-3</c:v>
                </c:pt>
                <c:pt idx="1">
                  <c:v>J20-3-3</c:v>
                </c:pt>
                <c:pt idx="2">
                  <c:v>J20-4-3</c:v>
                </c:pt>
                <c:pt idx="3">
                  <c:v>J20-2-4</c:v>
                </c:pt>
                <c:pt idx="4">
                  <c:v>J20-3-4</c:v>
                </c:pt>
                <c:pt idx="5">
                  <c:v>J20-4-4</c:v>
                </c:pt>
                <c:pt idx="6">
                  <c:v>J20-2-5</c:v>
                </c:pt>
                <c:pt idx="7">
                  <c:v>J20-3-5</c:v>
                </c:pt>
                <c:pt idx="8">
                  <c:v>J20-4-5</c:v>
                </c:pt>
              </c:strCache>
            </c:strRef>
          </c:cat>
          <c:val>
            <c:numRef>
              <c:f>Sheet1!$F$120:$N$120</c:f>
              <c:numCache>
                <c:formatCode>General</c:formatCode>
                <c:ptCount val="9"/>
                <c:pt idx="0">
                  <c:v>11.45</c:v>
                </c:pt>
                <c:pt idx="1">
                  <c:v>13.3</c:v>
                </c:pt>
                <c:pt idx="2">
                  <c:v>7.75</c:v>
                </c:pt>
                <c:pt idx="3">
                  <c:v>15.1</c:v>
                </c:pt>
                <c:pt idx="4">
                  <c:v>14.9</c:v>
                </c:pt>
                <c:pt idx="5">
                  <c:v>9.6999999999999993</c:v>
                </c:pt>
                <c:pt idx="6">
                  <c:v>18.2</c:v>
                </c:pt>
                <c:pt idx="7">
                  <c:v>16.5</c:v>
                </c:pt>
                <c:pt idx="8">
                  <c:v>11.45</c:v>
                </c:pt>
              </c:numCache>
            </c:numRef>
          </c:val>
          <c:smooth val="0"/>
          <c:extLst>
            <c:ext xmlns:c16="http://schemas.microsoft.com/office/drawing/2014/chart" uri="{C3380CC4-5D6E-409C-BE32-E72D297353CC}">
              <c16:uniqueId val="{00000004-DAF4-43A5-B0C3-6BD51542B20A}"/>
            </c:ext>
          </c:extLst>
        </c:ser>
        <c:ser>
          <c:idx val="5"/>
          <c:order val="5"/>
          <c:tx>
            <c:strRef>
              <c:f>Sheet1!$E$121</c:f>
              <c:strCache>
                <c:ptCount val="1"/>
                <c:pt idx="0">
                  <c:v>RA-MPV+SLK</c:v>
                </c:pt>
              </c:strCache>
            </c:strRef>
          </c:tx>
          <c:spPr>
            <a:ln w="22225" cap="rnd">
              <a:solidFill>
                <a:schemeClr val="accent6"/>
              </a:solidFill>
              <a:round/>
            </a:ln>
            <a:effectLst/>
          </c:spPr>
          <c:marker>
            <c:symbol val="none"/>
          </c:marker>
          <c:cat>
            <c:strRef>
              <c:f>Sheet1!$F$115:$N$115</c:f>
              <c:strCache>
                <c:ptCount val="9"/>
                <c:pt idx="0">
                  <c:v>J20-2-3</c:v>
                </c:pt>
                <c:pt idx="1">
                  <c:v>J20-3-3</c:v>
                </c:pt>
                <c:pt idx="2">
                  <c:v>J20-4-3</c:v>
                </c:pt>
                <c:pt idx="3">
                  <c:v>J20-2-4</c:v>
                </c:pt>
                <c:pt idx="4">
                  <c:v>J20-3-4</c:v>
                </c:pt>
                <c:pt idx="5">
                  <c:v>J20-4-4</c:v>
                </c:pt>
                <c:pt idx="6">
                  <c:v>J20-2-5</c:v>
                </c:pt>
                <c:pt idx="7">
                  <c:v>J20-3-5</c:v>
                </c:pt>
                <c:pt idx="8">
                  <c:v>J20-4-5</c:v>
                </c:pt>
              </c:strCache>
            </c:strRef>
          </c:cat>
          <c:val>
            <c:numRef>
              <c:f>Sheet1!$F$121:$N$121</c:f>
              <c:numCache>
                <c:formatCode>General</c:formatCode>
                <c:ptCount val="9"/>
                <c:pt idx="0">
                  <c:v>1</c:v>
                </c:pt>
                <c:pt idx="1">
                  <c:v>0.25</c:v>
                </c:pt>
                <c:pt idx="2">
                  <c:v>0.05</c:v>
                </c:pt>
                <c:pt idx="3">
                  <c:v>1.35</c:v>
                </c:pt>
                <c:pt idx="4">
                  <c:v>1</c:v>
                </c:pt>
                <c:pt idx="5">
                  <c:v>0.25</c:v>
                </c:pt>
                <c:pt idx="6">
                  <c:v>3.3</c:v>
                </c:pt>
                <c:pt idx="7">
                  <c:v>1.95</c:v>
                </c:pt>
                <c:pt idx="8">
                  <c:v>0.35</c:v>
                </c:pt>
              </c:numCache>
            </c:numRef>
          </c:val>
          <c:smooth val="0"/>
          <c:extLst>
            <c:ext xmlns:c16="http://schemas.microsoft.com/office/drawing/2014/chart" uri="{C3380CC4-5D6E-409C-BE32-E72D297353CC}">
              <c16:uniqueId val="{00000005-DAF4-43A5-B0C3-6BD51542B20A}"/>
            </c:ext>
          </c:extLst>
        </c:ser>
        <c:dLbls>
          <c:showLegendKey val="0"/>
          <c:showVal val="0"/>
          <c:showCatName val="0"/>
          <c:showSerName val="0"/>
          <c:showPercent val="0"/>
          <c:showBubbleSize val="0"/>
        </c:dLbls>
        <c:smooth val="0"/>
        <c:axId val="560435747"/>
        <c:axId val="100431282"/>
      </c:lineChart>
      <c:catAx>
        <c:axId val="560435747"/>
        <c:scaling>
          <c:orientation val="minMax"/>
        </c:scaling>
        <c:delete val="0"/>
        <c:axPos val="b"/>
        <c:title>
          <c:tx>
            <c:rich>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案例</a:t>
                </a:r>
              </a:p>
            </c:rich>
          </c:tx>
          <c:overlay val="0"/>
          <c:spPr>
            <a:noFill/>
            <a:ln>
              <a:noFill/>
            </a:ln>
            <a:effectLst/>
          </c:spPr>
          <c:txPr>
            <a:bodyPr rot="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00431282"/>
        <c:crosses val="autoZero"/>
        <c:auto val="1"/>
        <c:lblAlgn val="ctr"/>
        <c:lblOffset val="100"/>
        <c:noMultiLvlLbl val="0"/>
      </c:catAx>
      <c:valAx>
        <c:axId val="100431282"/>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r>
                  <a:rPr lang="zh-CN" altLang="en-US"/>
                  <a:t>平均优化值</a:t>
                </a:r>
              </a:p>
            </c:rich>
          </c:tx>
          <c:overlay val="0"/>
          <c:spPr>
            <a:noFill/>
            <a:ln>
              <a:noFill/>
            </a:ln>
            <a:effectLst/>
          </c:spPr>
          <c:txPr>
            <a:bodyPr rot="-5400000" spcFirstLastPara="0" vertOverflow="ellipsis" vert="horz" wrap="square" anchor="ctr" anchorCtr="1"/>
            <a:lstStyle/>
            <a:p>
              <a:pPr defTabSz="914400">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560435747"/>
        <c:crosses val="autoZero"/>
        <c:crossBetween val="between"/>
        <c:minorUnit val="2"/>
      </c:valAx>
      <c:spPr>
        <a:noFill/>
        <a:ln w="0">
          <a:noFill/>
        </a:ln>
        <a:effectLst/>
      </c:spPr>
    </c:plotArea>
    <c:legend>
      <c:legendPos val="b"/>
      <c:layout>
        <c:manualLayout>
          <c:xMode val="edge"/>
          <c:yMode val="edge"/>
          <c:x val="0.22655585260712416"/>
          <c:y val="0.81390149760691688"/>
          <c:w val="0.67967257644779533"/>
          <c:h val="0.1219273793984308"/>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dirty="0"/>
              <a:t>相对优化率折线图</a:t>
            </a:r>
          </a:p>
        </c:rich>
      </c:tx>
      <c:layout>
        <c:manualLayout>
          <c:xMode val="edge"/>
          <c:yMode val="edge"/>
          <c:x val="0.34868428039117089"/>
          <c:y val="6.1559853281195578E-2"/>
        </c:manualLayout>
      </c:layout>
      <c:overlay val="0"/>
      <c:spPr>
        <a:noFill/>
        <a:ln>
          <a:noFill/>
        </a:ln>
        <a:effectLst/>
      </c:spPr>
      <c:txPr>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endParaRPr lang="zh-CN"/>
        </a:p>
      </c:txPr>
    </c:title>
    <c:autoTitleDeleted val="0"/>
    <c:plotArea>
      <c:layout/>
      <c:lineChart>
        <c:grouping val="standard"/>
        <c:varyColors val="0"/>
        <c:ser>
          <c:idx val="0"/>
          <c:order val="0"/>
          <c:tx>
            <c:strRef>
              <c:f>Sheet1!$D$153</c:f>
              <c:strCache>
                <c:ptCount val="1"/>
                <c:pt idx="0">
                  <c:v>MPV</c:v>
                </c:pt>
              </c:strCache>
            </c:strRef>
          </c:tx>
          <c:spPr>
            <a:ln w="25400" cap="rnd">
              <a:solidFill>
                <a:schemeClr val="accent1"/>
              </a:solidFill>
              <a:round/>
            </a:ln>
            <a:effectLst/>
          </c:spPr>
          <c:marker>
            <c:symbol val="none"/>
          </c:marker>
          <c:cat>
            <c:strRef>
              <c:f>Sheet1!$E$152:$M$152</c:f>
              <c:strCache>
                <c:ptCount val="9"/>
                <c:pt idx="0">
                  <c:v>J20-2-3</c:v>
                </c:pt>
                <c:pt idx="1">
                  <c:v>J20-3-3</c:v>
                </c:pt>
                <c:pt idx="2">
                  <c:v>J20-4-3</c:v>
                </c:pt>
                <c:pt idx="3">
                  <c:v>J20-2-4</c:v>
                </c:pt>
                <c:pt idx="4">
                  <c:v>J20-3-4</c:v>
                </c:pt>
                <c:pt idx="5">
                  <c:v>J20-4-4</c:v>
                </c:pt>
                <c:pt idx="6">
                  <c:v>J20-2-5</c:v>
                </c:pt>
                <c:pt idx="7">
                  <c:v>J20-3-5</c:v>
                </c:pt>
                <c:pt idx="8">
                  <c:v>J20-4-5</c:v>
                </c:pt>
              </c:strCache>
            </c:strRef>
          </c:cat>
          <c:val>
            <c:numRef>
              <c:f>Sheet1!$E$153:$M$153</c:f>
              <c:numCache>
                <c:formatCode>General</c:formatCode>
                <c:ptCount val="9"/>
                <c:pt idx="0">
                  <c:v>38.380000000000003</c:v>
                </c:pt>
                <c:pt idx="1">
                  <c:v>34.42</c:v>
                </c:pt>
                <c:pt idx="2">
                  <c:v>32.46</c:v>
                </c:pt>
                <c:pt idx="3">
                  <c:v>54.47</c:v>
                </c:pt>
                <c:pt idx="4">
                  <c:v>50.67</c:v>
                </c:pt>
                <c:pt idx="5">
                  <c:v>41.58</c:v>
                </c:pt>
                <c:pt idx="6">
                  <c:v>69.849999999999994</c:v>
                </c:pt>
                <c:pt idx="7">
                  <c:v>60.6</c:v>
                </c:pt>
                <c:pt idx="8">
                  <c:v>44.36</c:v>
                </c:pt>
              </c:numCache>
            </c:numRef>
          </c:val>
          <c:smooth val="0"/>
          <c:extLst>
            <c:ext xmlns:c16="http://schemas.microsoft.com/office/drawing/2014/chart" uri="{C3380CC4-5D6E-409C-BE32-E72D297353CC}">
              <c16:uniqueId val="{00000000-9E7E-499F-A18D-6AF1BD4F9430}"/>
            </c:ext>
          </c:extLst>
        </c:ser>
        <c:ser>
          <c:idx val="1"/>
          <c:order val="1"/>
          <c:tx>
            <c:strRef>
              <c:f>Sheet1!$D$154</c:f>
              <c:strCache>
                <c:ptCount val="1"/>
                <c:pt idx="0">
                  <c:v>SLK</c:v>
                </c:pt>
              </c:strCache>
            </c:strRef>
          </c:tx>
          <c:spPr>
            <a:ln w="25400" cap="rnd">
              <a:solidFill>
                <a:schemeClr val="accent2"/>
              </a:solidFill>
              <a:round/>
            </a:ln>
            <a:effectLst/>
          </c:spPr>
          <c:marker>
            <c:symbol val="none"/>
          </c:marker>
          <c:cat>
            <c:strRef>
              <c:f>Sheet1!$E$152:$M$152</c:f>
              <c:strCache>
                <c:ptCount val="9"/>
                <c:pt idx="0">
                  <c:v>J20-2-3</c:v>
                </c:pt>
                <c:pt idx="1">
                  <c:v>J20-3-3</c:v>
                </c:pt>
                <c:pt idx="2">
                  <c:v>J20-4-3</c:v>
                </c:pt>
                <c:pt idx="3">
                  <c:v>J20-2-4</c:v>
                </c:pt>
                <c:pt idx="4">
                  <c:v>J20-3-4</c:v>
                </c:pt>
                <c:pt idx="5">
                  <c:v>J20-4-4</c:v>
                </c:pt>
                <c:pt idx="6">
                  <c:v>J20-2-5</c:v>
                </c:pt>
                <c:pt idx="7">
                  <c:v>J20-3-5</c:v>
                </c:pt>
                <c:pt idx="8">
                  <c:v>J20-4-5</c:v>
                </c:pt>
              </c:strCache>
            </c:strRef>
          </c:cat>
          <c:val>
            <c:numRef>
              <c:f>Sheet1!$E$154:$M$154</c:f>
              <c:numCache>
                <c:formatCode>General</c:formatCode>
                <c:ptCount val="9"/>
                <c:pt idx="0">
                  <c:v>40.49</c:v>
                </c:pt>
                <c:pt idx="1">
                  <c:v>32.590000000000003</c:v>
                </c:pt>
                <c:pt idx="2">
                  <c:v>30.92</c:v>
                </c:pt>
                <c:pt idx="3">
                  <c:v>61.9</c:v>
                </c:pt>
                <c:pt idx="4">
                  <c:v>60.53</c:v>
                </c:pt>
                <c:pt idx="5">
                  <c:v>51.41</c:v>
                </c:pt>
                <c:pt idx="6">
                  <c:v>75.430000000000007</c:v>
                </c:pt>
                <c:pt idx="7">
                  <c:v>71.97</c:v>
                </c:pt>
                <c:pt idx="8">
                  <c:v>53.19</c:v>
                </c:pt>
              </c:numCache>
            </c:numRef>
          </c:val>
          <c:smooth val="0"/>
          <c:extLst>
            <c:ext xmlns:c16="http://schemas.microsoft.com/office/drawing/2014/chart" uri="{C3380CC4-5D6E-409C-BE32-E72D297353CC}">
              <c16:uniqueId val="{00000001-9E7E-499F-A18D-6AF1BD4F9430}"/>
            </c:ext>
          </c:extLst>
        </c:ser>
        <c:ser>
          <c:idx val="2"/>
          <c:order val="2"/>
          <c:tx>
            <c:strRef>
              <c:f>Sheet1!$D$155</c:f>
              <c:strCache>
                <c:ptCount val="1"/>
                <c:pt idx="0">
                  <c:v>MPV+SLK</c:v>
                </c:pt>
              </c:strCache>
            </c:strRef>
          </c:tx>
          <c:spPr>
            <a:ln w="25400" cap="rnd">
              <a:solidFill>
                <a:schemeClr val="accent3"/>
              </a:solidFill>
              <a:round/>
            </a:ln>
            <a:effectLst/>
          </c:spPr>
          <c:marker>
            <c:symbol val="none"/>
          </c:marker>
          <c:cat>
            <c:strRef>
              <c:f>Sheet1!$E$152:$M$152</c:f>
              <c:strCache>
                <c:ptCount val="9"/>
                <c:pt idx="0">
                  <c:v>J20-2-3</c:v>
                </c:pt>
                <c:pt idx="1">
                  <c:v>J20-3-3</c:v>
                </c:pt>
                <c:pt idx="2">
                  <c:v>J20-4-3</c:v>
                </c:pt>
                <c:pt idx="3">
                  <c:v>J20-2-4</c:v>
                </c:pt>
                <c:pt idx="4">
                  <c:v>J20-3-4</c:v>
                </c:pt>
                <c:pt idx="5">
                  <c:v>J20-4-4</c:v>
                </c:pt>
                <c:pt idx="6">
                  <c:v>J20-2-5</c:v>
                </c:pt>
                <c:pt idx="7">
                  <c:v>J20-3-5</c:v>
                </c:pt>
                <c:pt idx="8">
                  <c:v>J20-4-5</c:v>
                </c:pt>
              </c:strCache>
            </c:strRef>
          </c:cat>
          <c:val>
            <c:numRef>
              <c:f>Sheet1!$E$155:$M$155</c:f>
              <c:numCache>
                <c:formatCode>General</c:formatCode>
                <c:ptCount val="9"/>
                <c:pt idx="0">
                  <c:v>34.36</c:v>
                </c:pt>
                <c:pt idx="1">
                  <c:v>29.72</c:v>
                </c:pt>
                <c:pt idx="2">
                  <c:v>28.44</c:v>
                </c:pt>
                <c:pt idx="3">
                  <c:v>63.27</c:v>
                </c:pt>
                <c:pt idx="4">
                  <c:v>59.13</c:v>
                </c:pt>
                <c:pt idx="5">
                  <c:v>54.66</c:v>
                </c:pt>
                <c:pt idx="6">
                  <c:v>77.28</c:v>
                </c:pt>
                <c:pt idx="7">
                  <c:v>72.430000000000007</c:v>
                </c:pt>
                <c:pt idx="8">
                  <c:v>61.94</c:v>
                </c:pt>
              </c:numCache>
            </c:numRef>
          </c:val>
          <c:smooth val="0"/>
          <c:extLst>
            <c:ext xmlns:c16="http://schemas.microsoft.com/office/drawing/2014/chart" uri="{C3380CC4-5D6E-409C-BE32-E72D297353CC}">
              <c16:uniqueId val="{00000002-9E7E-499F-A18D-6AF1BD4F9430}"/>
            </c:ext>
          </c:extLst>
        </c:ser>
        <c:dLbls>
          <c:showLegendKey val="0"/>
          <c:showVal val="0"/>
          <c:showCatName val="0"/>
          <c:showSerName val="0"/>
          <c:showPercent val="0"/>
          <c:showBubbleSize val="0"/>
        </c:dLbls>
        <c:smooth val="0"/>
        <c:axId val="371434417"/>
        <c:axId val="636534574"/>
      </c:lineChart>
      <c:catAx>
        <c:axId val="371434417"/>
        <c:scaling>
          <c:orientation val="minMax"/>
        </c:scaling>
        <c:delete val="0"/>
        <c:axPos val="b"/>
        <c:title>
          <c:tx>
            <c:rich>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r>
                  <a:rPr lang="zh-CN" altLang="en-US"/>
                  <a:t>案例</a:t>
                </a:r>
              </a:p>
            </c:rich>
          </c:tx>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636534574"/>
        <c:crosses val="autoZero"/>
        <c:auto val="1"/>
        <c:lblAlgn val="ctr"/>
        <c:lblOffset val="100"/>
        <c:noMultiLvlLbl val="0"/>
      </c:catAx>
      <c:valAx>
        <c:axId val="636534574"/>
        <c:scaling>
          <c:orientation val="minMax"/>
          <c:max val="80"/>
          <c:min val="20"/>
        </c:scaling>
        <c:delete val="0"/>
        <c:axPos val="l"/>
        <c:majorGridlines>
          <c:spPr>
            <a:ln w="9525" cap="flat" cmpd="sng" algn="ctr">
              <a:solidFill>
                <a:schemeClr val="lt1">
                  <a:lumMod val="90200"/>
                </a:schemeClr>
              </a:solidFill>
              <a:round/>
            </a:ln>
            <a:effectLst/>
          </c:spPr>
        </c:majorGridlines>
        <c:title>
          <c:tx>
            <c:rich>
              <a:bodyPr rot="-54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r>
                  <a:rPr lang="zh-CN" altLang="en-US"/>
                  <a:t>相对优化率（</a:t>
                </a:r>
                <a:r>
                  <a:rPr lang="en-US" altLang="zh-CN"/>
                  <a:t>%</a:t>
                </a:r>
                <a:r>
                  <a:rPr lang="zh-CN" altLang="en-US"/>
                  <a:t>）</a:t>
                </a:r>
              </a:p>
            </c:rich>
          </c:tx>
          <c:overlay val="0"/>
          <c:spPr>
            <a:noFill/>
            <a:ln>
              <a:noFill/>
            </a:ln>
            <a:effectLst/>
          </c:spPr>
          <c:txPr>
            <a:bodyPr rot="-54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371434417"/>
        <c:crosses val="autoZero"/>
        <c:crossBetween val="between"/>
      </c:valAx>
      <c:spPr>
        <a:noFill/>
        <a:ln>
          <a:noFill/>
        </a:ln>
        <a:effectLst/>
      </c:spPr>
    </c:plotArea>
    <c:legend>
      <c:legendPos val="b"/>
      <c:layout>
        <c:manualLayout>
          <c:xMode val="edge"/>
          <c:yMode val="edge"/>
          <c:x val="0.27983021360727373"/>
          <c:y val="0.86039105070372424"/>
          <c:w val="0.45091717759794109"/>
          <c:h val="7.0452656073592454E-2"/>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drawings/drawing1.xml><?xml version="1.0" encoding="utf-8"?>
<c:userShapes xmlns:c="http://schemas.openxmlformats.org/drawingml/2006/chart">
  <cdr:relSizeAnchor xmlns:cdr="http://schemas.openxmlformats.org/drawingml/2006/chartDrawing">
    <cdr:from>
      <cdr:x>0.30132</cdr:x>
      <cdr:y>0.41005</cdr:y>
    </cdr:from>
    <cdr:to>
      <cdr:x>0.41804</cdr:x>
      <cdr:y>0.5</cdr:y>
    </cdr:to>
    <cdr:sp macro="" textlink="">
      <cdr:nvSpPr>
        <cdr:cNvPr id="2" name="矩形 1">
          <a:extLst xmlns:a="http://schemas.openxmlformats.org/drawingml/2006/main">
            <a:ext uri="{FF2B5EF4-FFF2-40B4-BE49-F238E27FC236}">
              <a16:creationId xmlns:a16="http://schemas.microsoft.com/office/drawing/2014/main" id="{1FD5CCA2-8EAB-4E70-9569-A51A72A98786}"/>
            </a:ext>
          </a:extLst>
        </cdr:cNvPr>
        <cdr:cNvSpPr/>
      </cdr:nvSpPr>
      <cdr:spPr>
        <a:xfrm xmlns:a="http://schemas.openxmlformats.org/drawingml/2006/main">
          <a:off x="1454149" y="1124857"/>
          <a:ext cx="563336" cy="246743"/>
        </a:xfrm>
        <a:prstGeom xmlns:a="http://schemas.openxmlformats.org/drawingml/2006/main" prst="rect">
          <a:avLst/>
        </a:prstGeom>
        <a:noFill xmlns:a="http://schemas.openxmlformats.org/drawingml/2006/main"/>
        <a:ln xmlns:a="http://schemas.openxmlformats.org/drawingml/2006/main">
          <a:solidFill>
            <a:schemeClr val="accent2"/>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xmlns:a="http://schemas.openxmlformats.org/drawingml/2006/main">
          <a:pPr algn="ctr"/>
          <a:endParaRPr lang="zh-CN" altLang="en-US"/>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CAE379-977F-4768-AEE1-D591307441D8}" type="datetimeFigureOut">
              <a:rPr lang="zh-CN" altLang="en-US" smtClean="0"/>
              <a:t>2024/5/15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AAD205-45E9-4ED8-898C-C83838CD2ACD}"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45B175-F814-4F53-B8E0-1C5A2A083ED2}" type="datetimeFigureOut">
              <a:rPr lang="ko-KR" altLang="en-US" smtClean="0"/>
              <a:t>2024-05-15</a:t>
            </a:fld>
            <a:endParaRPr lang="ko-KR"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7F1251-5FD2-45C3-99F5-F440BDBD0279}" type="slidenum">
              <a:rPr lang="ko-KR" altLang="en-US" smtClean="0"/>
              <a:t>‹#›</a:t>
            </a:fld>
            <a:endParaRPr lang="ko-KR" altLang="en-US"/>
          </a:p>
        </p:txBody>
      </p:sp>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我的论文题目是：；下面我将对论文做一个简要的介绍。</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C538A16-44D0-4638-ACD6-43A88F095A2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主要从以下四个方面进行说明。</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C538A16-44D0-4638-ACD6-43A88F095A2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首先是第1部分，研究背景及意义，</a:t>
            </a:r>
            <a:endParaRPr lang="en-US" altLang="zh-CN" dirty="0"/>
          </a:p>
          <a:p>
            <a:pPr marL="0" marR="0" lvl="0" indent="0" algn="l" defTabSz="914400" rtl="0" eaLnBrk="1" fontAlgn="auto" latinLnBrk="1" hangingPunct="1">
              <a:lnSpc>
                <a:spcPct val="100000"/>
              </a:lnSpc>
              <a:spcBef>
                <a:spcPts val="0"/>
              </a:spcBef>
              <a:spcAft>
                <a:spcPts val="0"/>
              </a:spcAft>
              <a:buClrTx/>
              <a:buSzTx/>
              <a:buFontTx/>
              <a:buNone/>
              <a:tabLst/>
              <a:defRPr/>
            </a:pPr>
            <a:r>
              <a:rPr lang="zh-CN" altLang="en-US" dirty="0"/>
              <a:t>基于此，本文</a:t>
            </a:r>
            <a:r>
              <a:rPr lang="zh-CN" altLang="zh-CN" dirty="0">
                <a:sym typeface="+mn-ea"/>
              </a:rPr>
              <a:t>要解决的问题是考虑多技能资源、里程碑节点</a:t>
            </a:r>
            <a:r>
              <a:rPr lang="zh-CN" altLang="en-US" dirty="0">
                <a:sym typeface="+mn-ea"/>
              </a:rPr>
              <a:t>、资源转移、可中断</a:t>
            </a:r>
            <a:r>
              <a:rPr lang="zh-CN" altLang="zh-CN" dirty="0">
                <a:sym typeface="+mn-ea"/>
              </a:rPr>
              <a:t>等约束进行人员分配和项目调度</a:t>
            </a:r>
            <a:r>
              <a:rPr lang="zh-CN" altLang="en-US" dirty="0">
                <a:sym typeface="+mn-ea"/>
              </a:rPr>
              <a:t>，这个问题也具有重要的现实意义。</a:t>
            </a:r>
          </a:p>
          <a:p>
            <a:endParaRPr lang="zh-CN" altLang="en-US" dirty="0"/>
          </a:p>
        </p:txBody>
      </p:sp>
      <p:sp>
        <p:nvSpPr>
          <p:cNvPr id="4" name="灯片编号占位符 3"/>
          <p:cNvSpPr>
            <a:spLocks noGrp="1"/>
          </p:cNvSpPr>
          <p:nvPr>
            <p:ph type="sldNum" sz="quarter" idx="10"/>
          </p:nvPr>
        </p:nvSpPr>
        <p:spPr/>
        <p:txBody>
          <a:bodyPr/>
          <a:lstStyle/>
          <a:p>
            <a:fld id="{A77F1251-5FD2-45C3-99F5-F440BDBD0279}" type="slidenum">
              <a:rPr lang="ko-KR" altLang="en-US" smtClean="0"/>
              <a:t>3</a:t>
            </a:fld>
            <a:endParaRPr lang="ko-KR"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由于</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实际</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项目内容通常较为复杂，由一系列具有先后顺序约束的独立任务组成，因此可以</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通过这样</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一个活动网络来管理这些任务</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服务双方常常会针对项目研发的重要环节达成共识，并将其在合作协议内预设为里程碑节点</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从而</a:t>
            </a:r>
            <a:r>
              <a:rPr lang="zh-CN" altLang="zh-CN" sz="1800" dirty="0">
                <a:solidFill>
                  <a:srgbClr val="000000"/>
                </a:solidFill>
                <a:effectLst/>
                <a:latin typeface="Times New Roman" panose="02020603050405020304" pitchFamily="18" charset="0"/>
                <a:ea typeface="宋体" panose="02010600030101010101" pitchFamily="2" charset="-122"/>
                <a:cs typeface="Segoe UI" panose="020B0502040204020203" pitchFamily="34" charset="0"/>
              </a:rPr>
              <a:t>规范项目进度，</a:t>
            </a:r>
            <a:r>
              <a:rPr lang="zh-CN" altLang="en-US" sz="1800" dirty="0">
                <a:solidFill>
                  <a:srgbClr val="000000"/>
                </a:solidFill>
                <a:effectLst/>
                <a:latin typeface="Times New Roman" panose="02020603050405020304" pitchFamily="18" charset="0"/>
                <a:ea typeface="宋体" panose="02010600030101010101" pitchFamily="2" charset="-122"/>
                <a:cs typeface="Segoe UI" panose="020B0502040204020203" pitchFamily="34" charset="0"/>
              </a:rPr>
              <a:t>若</a:t>
            </a:r>
            <a:r>
              <a:rPr lang="zh-CN" altLang="en-US" sz="1800" dirty="0">
                <a:solidFill>
                  <a:schemeClr val="tx1">
                    <a:lumMod val="75000"/>
                    <a:lumOff val="25000"/>
                  </a:schemeClr>
                </a:solidFill>
                <a:effectLst/>
                <a:latin typeface="微软雅黑" panose="020B0503020204020204" pitchFamily="34" charset="-122"/>
                <a:ea typeface="微软雅黑" panose="020B0503020204020204" pitchFamily="34" charset="-122"/>
                <a:sym typeface="+mn-ea"/>
              </a:rPr>
              <a:t>未能按时完成里程碑节点，将会面临相应的延迟惩罚。</a:t>
            </a:r>
          </a:p>
          <a:p>
            <a:pPr marL="0" marR="0" lvl="0" indent="0" algn="l" defTabSz="914400" rtl="0" eaLnBrk="1" fontAlgn="auto" latinLnBrk="1" hangingPunct="1">
              <a:lnSpc>
                <a:spcPct val="100000"/>
              </a:lnSpc>
              <a:spcBef>
                <a:spcPts val="0"/>
              </a:spcBef>
              <a:spcAft>
                <a:spcPts val="0"/>
              </a:spcAft>
              <a:buClrTx/>
              <a:buSzTx/>
              <a:buFontTx/>
              <a:buNone/>
              <a:tabLst/>
              <a:defRPr/>
            </a:pPr>
            <a:r>
              <a:rPr lang="zh-CN" altLang="en-US" dirty="0"/>
              <a:t>其次，</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IT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服务组织中，</a:t>
            </a:r>
            <a:r>
              <a:rPr lang="en-US" altLang="zh-CN" sz="1800" dirty="0">
                <a:effectLst/>
                <a:latin typeface="Times New Roman" panose="02020603050405020304" pitchFamily="18" charset="0"/>
                <a:ea typeface="宋体" panose="02010600030101010101" pitchFamily="2" charset="-122"/>
              </a:rPr>
              <a:t>IT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人员是关键性资源。</a:t>
            </a:r>
            <a:r>
              <a:rPr lang="en-US" altLang="zh-CN" sz="1800" dirty="0">
                <a:effectLst/>
                <a:latin typeface="Times New Roman" panose="02020603050405020304" pitchFamily="18" charset="0"/>
                <a:ea typeface="宋体" panose="02010600030101010101" pitchFamily="2" charset="-122"/>
              </a:rPr>
              <a:t>IT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人员</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的多技能指</a:t>
            </a:r>
            <a:r>
              <a:rPr lang="zh-CN" altLang="en-US" sz="1800" dirty="0">
                <a:solidFill>
                  <a:schemeClr val="tx1">
                    <a:lumMod val="75000"/>
                    <a:lumOff val="25000"/>
                  </a:schemeClr>
                </a:solidFill>
                <a:effectLst/>
                <a:latin typeface="微软雅黑" panose="020B0503020204020204" pitchFamily="34" charset="-122"/>
                <a:ea typeface="微软雅黑" panose="020B0503020204020204" pitchFamily="34" charset="-122"/>
                <a:sym typeface="+mn-ea"/>
              </a:rPr>
              <a:t>人力资源具备满足不同任务需求的能力。</a:t>
            </a:r>
          </a:p>
          <a:p>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而在现实项目中，</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资源经常会在项目和活动之间转移</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资源</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转移需要</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一定</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时间</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，并且任务在执行过程中通常可中断。</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而研究的目标就是</a:t>
            </a:r>
            <a:r>
              <a:rPr lang="zh-CN" altLang="en-US" dirty="0"/>
              <a:t>基于这些特征约束，得到任务和服务人员的调度计划。</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接下来，对上述问题进行模型建构，首先进行如下约束，</a:t>
            </a:r>
            <a:r>
              <a:rPr lang="en-US" altLang="zh-CN" dirty="0"/>
              <a:t>……</a:t>
            </a:r>
          </a:p>
          <a:p>
            <a:r>
              <a:rPr lang="zh-CN" altLang="en-US" dirty="0"/>
              <a:t>并以最小化里程碑事件的总延迟惩罚为目标函数，建立了如上一个数学模型。</a:t>
            </a:r>
          </a:p>
        </p:txBody>
      </p:sp>
      <p:sp>
        <p:nvSpPr>
          <p:cNvPr id="4" name="灯片编号占位符 3"/>
          <p:cNvSpPr>
            <a:spLocks noGrp="1"/>
          </p:cNvSpPr>
          <p:nvPr>
            <p:ph type="sldNum" sz="quarter" idx="10"/>
          </p:nvPr>
        </p:nvSpPr>
        <p:spPr/>
        <p:txBody>
          <a:bodyPr/>
          <a:lstStyle/>
          <a:p>
            <a:fld id="{A77F1251-5FD2-45C3-99F5-F440BDBD0279}" type="slidenum">
              <a:rPr lang="ko-KR" altLang="en-US" smtClean="0"/>
              <a:t>5</a:t>
            </a:fld>
            <a:endParaRPr lang="ko-KR"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50000"/>
              </a:lnSpc>
            </a:pPr>
            <a:r>
              <a:rPr lang="zh-CN" altLang="en-US" dirty="0"/>
              <a:t>为了解决上述问题，</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提出了一种</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基于优先规则的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改进</a:t>
            </a:r>
            <a:r>
              <a:rPr lang="en-US" altLang="zh-CN" sz="1800" dirty="0">
                <a:effectLst/>
                <a:latin typeface="Times New Roman" panose="02020603050405020304" pitchFamily="18" charset="0"/>
                <a:ea typeface="宋体" panose="02010600030101010101" pitchFamily="2" charset="-122"/>
              </a:rPr>
              <a:t>Rollout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算法</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。首先介绍</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rollout</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算法的算法框架。</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304800" algn="just">
              <a:lnSpc>
                <a:spcPct val="150000"/>
              </a:lnSpc>
            </a:pPr>
            <a:r>
              <a:rPr lang="zh-CN" altLang="zh-CN" sz="1800" kern="100" dirty="0">
                <a:effectLst/>
                <a:latin typeface="Times New Roman" panose="02020603050405020304" pitchFamily="18" charset="0"/>
                <a:ea typeface="宋体" panose="02010600030101010101" pitchFamily="2" charset="-122"/>
              </a:rPr>
              <a:t>由逻辑约束确定可行任务集和相应可执行组合。根据优先规则求解可执行组合集中各组合的</a:t>
            </a:r>
            <a:r>
              <a:rPr lang="en-US" altLang="zh-CN" sz="1800" kern="100" dirty="0">
                <a:effectLst/>
                <a:latin typeface="Times New Roman" panose="02020603050405020304" pitchFamily="18" charset="0"/>
                <a:ea typeface="宋体" panose="02010600030101010101" pitchFamily="2" charset="-122"/>
              </a:rPr>
              <a:t>cost-to-go</a:t>
            </a:r>
            <a:r>
              <a:rPr lang="zh-CN" altLang="zh-CN" sz="1800" kern="100" dirty="0">
                <a:effectLst/>
                <a:latin typeface="Times New Roman" panose="02020603050405020304" pitchFamily="18" charset="0"/>
                <a:ea typeface="宋体" panose="02010600030101010101" pitchFamily="2" charset="-122"/>
              </a:rPr>
              <a:t>函数</a:t>
            </a:r>
            <a:r>
              <a:rPr lang="zh-CN" altLang="en-US" sz="1800" kern="100" dirty="0">
                <a:effectLst/>
                <a:latin typeface="Times New Roman" panose="02020603050405020304" pitchFamily="18" charset="0"/>
                <a:ea typeface="宋体" panose="02010600030101010101" pitchFamily="2" charset="-122"/>
              </a:rPr>
              <a:t>，选择最优的执行组合，直至</a:t>
            </a:r>
            <a:r>
              <a:rPr lang="zh-CN" altLang="zh-CN" sz="1800" kern="100" dirty="0">
                <a:effectLst/>
                <a:latin typeface="Times New Roman" panose="02020603050405020304" pitchFamily="18" charset="0"/>
                <a:ea typeface="宋体" panose="02010600030101010101" pitchFamily="2" charset="-122"/>
              </a:rPr>
              <a:t>所有任务都执行完成，计算结束。</a:t>
            </a:r>
          </a:p>
          <a:p>
            <a:pPr indent="304800" algn="just">
              <a:lnSpc>
                <a:spcPct val="150000"/>
              </a:lnSpc>
            </a:pPr>
            <a:r>
              <a:rPr lang="zh-CN" altLang="zh-CN" sz="1800" kern="100" dirty="0">
                <a:effectLst/>
                <a:latin typeface="Times New Roman" panose="02020603050405020304" pitchFamily="18" charset="0"/>
                <a:ea typeface="宋体" panose="02010600030101010101" pitchFamily="2" charset="-122"/>
              </a:rPr>
              <a:t>最后求解的</a:t>
            </a:r>
            <a:r>
              <a:rPr lang="en-US" altLang="zh-CN" sz="1800" kern="100" dirty="0">
                <a:effectLst/>
                <a:latin typeface="Times New Roman" panose="02020603050405020304" pitchFamily="18" charset="0"/>
                <a:ea typeface="宋体" panose="02010600030101010101" pitchFamily="2" charset="-122"/>
              </a:rPr>
              <a:t>cost-to-go</a:t>
            </a:r>
            <a:r>
              <a:rPr lang="zh-CN" altLang="zh-CN" sz="1800" kern="100" dirty="0">
                <a:effectLst/>
                <a:latin typeface="Times New Roman" panose="02020603050405020304" pitchFamily="18" charset="0"/>
                <a:ea typeface="宋体" panose="02010600030101010101" pitchFamily="2" charset="-122"/>
              </a:rPr>
              <a:t>函数值即为总项目的加权延迟惩罚，</a:t>
            </a:r>
            <a:r>
              <a:rPr lang="zh-CN" altLang="en-US" sz="1800" kern="100" dirty="0">
                <a:effectLst/>
                <a:latin typeface="Times New Roman" panose="02020603050405020304" pitchFamily="18" charset="0"/>
                <a:ea typeface="宋体" panose="02010600030101010101" pitchFamily="2" charset="-122"/>
              </a:rPr>
              <a:t>并且得到</a:t>
            </a:r>
            <a:r>
              <a:rPr lang="zh-CN" altLang="zh-CN" sz="1800" kern="100" dirty="0">
                <a:effectLst/>
                <a:latin typeface="Times New Roman" panose="02020603050405020304" pitchFamily="18" charset="0"/>
                <a:ea typeface="宋体" panose="02010600030101010101" pitchFamily="2" charset="-122"/>
              </a:rPr>
              <a:t>任务的执行序列</a:t>
            </a:r>
            <a:r>
              <a:rPr lang="zh-CN" altLang="en-US" sz="1800" kern="100" dirty="0">
                <a:effectLst/>
                <a:latin typeface="Times New Roman" panose="02020603050405020304" pitchFamily="18" charset="0"/>
                <a:ea typeface="宋体" panose="02010600030101010101" pitchFamily="2" charset="-122"/>
              </a:rPr>
              <a:t>及其相应</a:t>
            </a:r>
            <a:r>
              <a:rPr lang="zh-CN" altLang="zh-CN" sz="1800" kern="100" dirty="0">
                <a:effectLst/>
                <a:latin typeface="Times New Roman" panose="02020603050405020304" pitchFamily="18" charset="0"/>
                <a:ea typeface="宋体" panose="02010600030101010101" pitchFamily="2" charset="-122"/>
              </a:rPr>
              <a:t>执行组合</a:t>
            </a:r>
            <a:r>
              <a:rPr lang="zh-CN" altLang="en-US" sz="1800" kern="100" dirty="0">
                <a:effectLst/>
                <a:latin typeface="Times New Roman" panose="02020603050405020304" pitchFamily="18" charset="0"/>
                <a:ea typeface="宋体" panose="02010600030101010101" pitchFamily="2" charset="-122"/>
              </a:rPr>
              <a:t>如甘特图所示</a:t>
            </a:r>
            <a:r>
              <a:rPr lang="zh-CN" altLang="zh-CN" sz="1800" kern="100" dirty="0">
                <a:effectLst/>
                <a:latin typeface="Times New Roman" panose="02020603050405020304" pitchFamily="18" charset="0"/>
                <a:ea typeface="宋体" panose="02010600030101010101" pitchFamily="2" charset="-122"/>
              </a:rPr>
              <a:t>。</a:t>
            </a:r>
          </a:p>
          <a:p>
            <a:endParaRPr lang="zh-CN" altLang="en-US" dirty="0"/>
          </a:p>
        </p:txBody>
      </p:sp>
      <p:sp>
        <p:nvSpPr>
          <p:cNvPr id="4" name="灯片编号占位符 3"/>
          <p:cNvSpPr>
            <a:spLocks noGrp="1"/>
          </p:cNvSpPr>
          <p:nvPr>
            <p:ph type="sldNum" sz="quarter" idx="10"/>
          </p:nvPr>
        </p:nvSpPr>
        <p:spPr/>
        <p:txBody>
          <a:bodyPr/>
          <a:lstStyle/>
          <a:p>
            <a:fld id="{A77F1251-5FD2-45C3-99F5-F440BDBD0279}" type="slidenum">
              <a:rPr lang="ko-KR" altLang="en-US" smtClean="0"/>
              <a:t>6</a:t>
            </a:fld>
            <a:endParaRPr lang="ko-KR" altLang="en-US"/>
          </a:p>
        </p:txBody>
      </p:sp>
    </p:spTree>
    <p:extLst>
      <p:ext uri="{BB962C8B-B14F-4D97-AF65-F5344CB8AC3E}">
        <p14:creationId xmlns:p14="http://schemas.microsoft.com/office/powerpoint/2010/main" val="2070848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优先规则作为</a:t>
            </a:r>
            <a:r>
              <a:rPr lang="en-US" altLang="zh-CN" sz="1800" dirty="0">
                <a:effectLst/>
                <a:latin typeface="Times New Roman" panose="02020603050405020304" pitchFamily="18" charset="0"/>
                <a:ea typeface="宋体" panose="02010600030101010101" pitchFamily="2" charset="-122"/>
              </a:rPr>
              <a:t>Rollout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算法中的基准策略，是</a:t>
            </a:r>
            <a:r>
              <a:rPr lang="en-US" altLang="zh-CN" sz="1800" dirty="0">
                <a:effectLst/>
                <a:latin typeface="Times New Roman" panose="02020603050405020304" pitchFamily="18" charset="0"/>
                <a:ea typeface="宋体" panose="02010600030101010101" pitchFamily="2" charset="-122"/>
              </a:rPr>
              <a:t>cost-to-go</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函数的求解依据</a:t>
            </a:r>
            <a:r>
              <a:rPr lang="zh-CN" altLang="en-US" dirty="0"/>
              <a:t>，这是我设计的具体的优先规则，有任务优先规则和资源优先规则。</a:t>
            </a:r>
            <a:endParaRPr lang="en-US" altLang="zh-CN" dirty="0"/>
          </a:p>
          <a:p>
            <a:pPr marL="0" marR="0" lvl="0" indent="0" algn="l" defTabSz="914400" rtl="0" eaLnBrk="1" fontAlgn="auto" latinLnBrk="1" hangingPunct="1">
              <a:lnSpc>
                <a:spcPct val="100000"/>
              </a:lnSpc>
              <a:spcBef>
                <a:spcPts val="0"/>
              </a:spcBef>
              <a:spcAft>
                <a:spcPts val="0"/>
              </a:spcAft>
              <a:buClrTx/>
              <a:buSzTx/>
              <a:buFontTx/>
              <a:buNone/>
              <a:tabLst/>
              <a:defRPr/>
            </a:pPr>
            <a:r>
              <a:rPr lang="zh-CN" altLang="en-US" dirty="0"/>
              <a:t>对任务优先规则，首先使用最大优先值规则，</a:t>
            </a:r>
            <a:r>
              <a:rPr lang="zh-CN" altLang="zh-CN" sz="1200" dirty="0">
                <a:solidFill>
                  <a:schemeClr val="accent2"/>
                </a:solidFill>
                <a:latin typeface="微软雅黑" panose="020B0503020204020204" pitchFamily="34" charset="-122"/>
                <a:ea typeface="微软雅黑" panose="020B0503020204020204" pitchFamily="34" charset="-122"/>
              </a:rPr>
              <a:t>对里程碑事件的前序相关任务进行计数</a:t>
            </a:r>
            <a:r>
              <a:rPr lang="zh-CN" altLang="en-US" sz="1200" dirty="0">
                <a:solidFill>
                  <a:schemeClr val="accent2"/>
                </a:solidFill>
                <a:latin typeface="微软雅黑" panose="020B0503020204020204" pitchFamily="34" charset="-122"/>
                <a:ea typeface="微软雅黑" panose="020B0503020204020204" pitchFamily="34" charset="-122"/>
              </a:rPr>
              <a:t>。优先值越大优先级越高。</a:t>
            </a:r>
            <a:endParaRPr lang="en-US" altLang="zh-CN" sz="1200" dirty="0">
              <a:solidFill>
                <a:schemeClr val="accent2"/>
              </a:solidFill>
              <a:latin typeface="微软雅黑" panose="020B0503020204020204" pitchFamily="34" charset="-122"/>
              <a:ea typeface="微软雅黑" panose="020B0503020204020204" pitchFamily="34" charset="-122"/>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zh-CN" altLang="en-US" sz="1200" dirty="0">
                <a:solidFill>
                  <a:schemeClr val="accent2"/>
                </a:solidFill>
                <a:latin typeface="微软雅黑" panose="020B0503020204020204" pitchFamily="34" charset="-122"/>
                <a:ea typeface="微软雅黑" panose="020B0503020204020204" pitchFamily="34" charset="-122"/>
              </a:rPr>
              <a:t>若优先值相同，则使用最小总时差规则，总时差越小优先级越高。</a:t>
            </a:r>
          </a:p>
          <a:p>
            <a:endParaRPr lang="zh-CN" altLang="en-US" dirty="0"/>
          </a:p>
        </p:txBody>
      </p:sp>
      <p:sp>
        <p:nvSpPr>
          <p:cNvPr id="4" name="灯片编号占位符 3"/>
          <p:cNvSpPr>
            <a:spLocks noGrp="1"/>
          </p:cNvSpPr>
          <p:nvPr>
            <p:ph type="sldNum" sz="quarter" idx="10"/>
          </p:nvPr>
        </p:nvSpPr>
        <p:spPr/>
        <p:txBody>
          <a:bodyPr/>
          <a:lstStyle/>
          <a:p>
            <a:fld id="{A77F1251-5FD2-45C3-99F5-F440BDBD0279}" type="slidenum">
              <a:rPr lang="ko-KR" altLang="en-US" smtClean="0"/>
              <a:t>7</a:t>
            </a:fld>
            <a:endParaRPr lang="ko-KR"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由于不同的服务人员执行同一任务具有不同的执行工期，所以为优先任务选择相应的满足任务技能要求的可选择服务人员也需要相应的优先规则。</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zh-CN" altLang="en-US" sz="1800" kern="100" dirty="0">
                <a:effectLst/>
                <a:latin typeface="Times New Roman" panose="02020603050405020304" pitchFamily="18" charset="0"/>
                <a:ea typeface="宋体" panose="02010600030101010101" pitchFamily="2" charset="-122"/>
              </a:rPr>
              <a:t>而资源优先规则的</a:t>
            </a:r>
            <a:r>
              <a:rPr lang="zh-CN" altLang="zh-CN" sz="1800" kern="100" dirty="0">
                <a:effectLst/>
                <a:latin typeface="Times New Roman" panose="02020603050405020304" pitchFamily="18" charset="0"/>
                <a:ea typeface="宋体" panose="02010600030101010101" pitchFamily="2" charset="-122"/>
              </a:rPr>
              <a:t>设计</a:t>
            </a:r>
            <a:r>
              <a:rPr lang="zh-CN" altLang="en-US" sz="1800" kern="100" dirty="0">
                <a:effectLst/>
                <a:latin typeface="Times New Roman" panose="02020603050405020304" pitchFamily="18" charset="0"/>
                <a:ea typeface="宋体" panose="02010600030101010101" pitchFamily="2" charset="-122"/>
              </a:rPr>
              <a:t>为</a:t>
            </a:r>
            <a:r>
              <a:rPr lang="zh-CN" altLang="zh-CN" sz="1800" kern="100" dirty="0">
                <a:effectLst/>
                <a:latin typeface="Times New Roman" panose="02020603050405020304" pitchFamily="18" charset="0"/>
                <a:ea typeface="宋体" panose="02010600030101010101" pitchFamily="2" charset="-122"/>
              </a:rPr>
              <a:t>选择最早可以完成所选优先任务的服务人员执行。</a:t>
            </a:r>
            <a:endParaRPr lang="en-US"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A77F1251-5FD2-45C3-99F5-F440BDBD0279}" type="slidenum">
              <a:rPr lang="ko-KR" altLang="en-US" smtClean="0"/>
              <a:t>8</a:t>
            </a:fld>
            <a:endParaRPr lang="ko-KR" altLang="en-US"/>
          </a:p>
        </p:txBody>
      </p:sp>
    </p:spTree>
    <p:extLst>
      <p:ext uri="{BB962C8B-B14F-4D97-AF65-F5344CB8AC3E}">
        <p14:creationId xmlns:p14="http://schemas.microsoft.com/office/powerpoint/2010/main" val="1110895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接下来结合案例对</a:t>
            </a:r>
            <a:r>
              <a:rPr lang="en-US" altLang="zh-CN" dirty="0" err="1"/>
              <a:t>costtogo</a:t>
            </a:r>
            <a:r>
              <a:rPr lang="zh-CN" altLang="en-US" dirty="0"/>
              <a:t>函数的计算步骤进行简单说明。这些是输入数据，人员在任务间的转移时间均设置为</a:t>
            </a:r>
            <a:r>
              <a:rPr lang="en-US" altLang="zh-CN" dirty="0"/>
              <a:t>1</a:t>
            </a:r>
            <a:r>
              <a:rPr lang="zh-CN" altLang="en-US" dirty="0"/>
              <a:t>，在算法开始之前，</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进行任务优先值</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和总时差的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计算</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。此案例下</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costtogo</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函数值的计算公式如上。</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A77F1251-5FD2-45C3-99F5-F440BDBD0279}" type="slidenum">
              <a:rPr lang="ko-KR" altLang="en-US" smtClean="0"/>
              <a:t>9</a:t>
            </a:fld>
            <a:endParaRPr lang="ko-KR"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到第三部分，研究成果和讨论，首先是基于MRCPSPLIB进行案例构造，选择J10、</a:t>
            </a:r>
            <a:r>
              <a:rPr lang="en-US" altLang="zh-CN" sz="1200" kern="1200" dirty="0">
                <a:solidFill>
                  <a:schemeClr val="tx1"/>
                </a:solidFill>
                <a:effectLst/>
                <a:latin typeface="+mn-lt"/>
                <a:ea typeface="+mn-ea"/>
                <a:cs typeface="+mn-cs"/>
              </a:rPr>
              <a:t>J</a:t>
            </a:r>
            <a:r>
              <a:rPr lang="zh-CN" altLang="en-US" sz="1200" kern="1200" dirty="0">
                <a:solidFill>
                  <a:schemeClr val="tx1"/>
                </a:solidFill>
                <a:effectLst/>
                <a:latin typeface="+mn-lt"/>
                <a:ea typeface="+mn-ea"/>
                <a:cs typeface="+mn-cs"/>
              </a:rPr>
              <a:t>20、</a:t>
            </a:r>
            <a:r>
              <a:rPr lang="en-US" altLang="zh-CN" sz="1200" kern="1200" dirty="0">
                <a:solidFill>
                  <a:schemeClr val="tx1"/>
                </a:solidFill>
                <a:effectLst/>
                <a:latin typeface="+mn-lt"/>
                <a:ea typeface="+mn-ea"/>
                <a:cs typeface="+mn-cs"/>
              </a:rPr>
              <a:t>J</a:t>
            </a:r>
            <a:r>
              <a:rPr lang="zh-CN" altLang="en-US" sz="1200" kern="1200" dirty="0">
                <a:solidFill>
                  <a:schemeClr val="tx1"/>
                </a:solidFill>
                <a:effectLst/>
                <a:latin typeface="+mn-lt"/>
                <a:ea typeface="+mn-ea"/>
                <a:cs typeface="+mn-cs"/>
              </a:rPr>
              <a:t>30三种案例规模，并对服务人员</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及其转移时间矩阵</a:t>
            </a:r>
            <a:r>
              <a:rPr lang="zh-CN" altLang="en-US" sz="1200" kern="1200" dirty="0">
                <a:solidFill>
                  <a:schemeClr val="tx1"/>
                </a:solidFill>
                <a:effectLst/>
                <a:latin typeface="+mn-lt"/>
                <a:ea typeface="+mn-ea"/>
                <a:cs typeface="+mn-cs"/>
              </a:rPr>
              <a:t>、任务执行工期表、里程碑事件与发生时刻进行设计。</a:t>
            </a:r>
            <a:endParaRPr lang="en-US" altLang="zh-CN"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计算实验比较嵌套基于之前所介绍的三种任务优先规则的</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Rollout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算法和传统串行调度生成机制的性能。</a:t>
            </a:r>
            <a:endParaRPr lang="en-US" altLang="zh-CN"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计算实验分为两部分，</a:t>
            </a:r>
            <a:r>
              <a:rPr lang="zh-CN" altLang="en-US" b="1" dirty="0">
                <a:solidFill>
                  <a:srgbClr val="0E647C"/>
                </a:solidFill>
                <a:latin typeface="微软雅黑" panose="020B0503020204020204" pitchFamily="34" charset="-122"/>
                <a:ea typeface="微软雅黑" panose="020B0503020204020204" pitchFamily="34" charset="-122"/>
              </a:rPr>
              <a:t>不同案例规模的算法对比实验和同规模</a:t>
            </a:r>
            <a:r>
              <a:rPr lang="zh-CN" altLang="en-US" sz="1600" b="1" dirty="0">
                <a:solidFill>
                  <a:srgbClr val="0E647C"/>
                </a:solidFill>
                <a:latin typeface="微软雅黑" panose="020B0503020204020204" pitchFamily="34" charset="-122"/>
                <a:ea typeface="微软雅黑" panose="020B0503020204020204" pitchFamily="34" charset="-122"/>
              </a:rPr>
              <a:t>不同规模配置的算法对比实验</a:t>
            </a:r>
            <a:r>
              <a:rPr lang="zh-CN" altLang="en-US" sz="1050" b="1" dirty="0">
                <a:solidFill>
                  <a:srgbClr val="0E647C"/>
                </a:solidFill>
                <a:latin typeface="微软雅黑" panose="020B0503020204020204" pitchFamily="34" charset="-122"/>
                <a:ea typeface="微软雅黑" panose="020B0503020204020204" pitchFamily="34" charset="-122"/>
              </a:rPr>
              <a:t>。</a:t>
            </a:r>
            <a:endParaRPr lang="zh-CN" altLang="en-US" sz="1100" dirty="0">
              <a:solidFill>
                <a:srgbClr val="0E647C"/>
              </a:solidFill>
              <a:latin typeface="微软雅黑" panose="020B0503020204020204" pitchFamily="34" charset="-122"/>
              <a:ea typeface="微软雅黑" panose="020B0503020204020204" pitchFamily="34" charset="-122"/>
            </a:endParaRPr>
          </a:p>
          <a:p>
            <a:pPr marL="0" marR="0" lvl="0" indent="0" algn="l" defTabSz="914400" rtl="0" eaLnBrk="1" fontAlgn="auto" latinLnBrk="1" hangingPunct="1">
              <a:lnSpc>
                <a:spcPct val="100000"/>
              </a:lnSpc>
              <a:spcBef>
                <a:spcPts val="0"/>
              </a:spcBef>
              <a:spcAft>
                <a:spcPts val="0"/>
              </a:spcAft>
              <a:buClrTx/>
              <a:buSzTx/>
              <a:buFontTx/>
              <a:buNone/>
              <a:defRPr/>
            </a:pP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A77F1251-5FD2-45C3-99F5-F440BDBD0279}" type="slidenum">
              <a:rPr lang="ko-KR" altLang="en-US" smtClean="0"/>
              <a:t>10</a:t>
            </a:fld>
            <a:endParaRPr lang="ko-KR"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对实验结果进行了三个指标的评价，分别是平均偏差率、平均优化值和相对优化率。</a:t>
            </a:r>
          </a:p>
        </p:txBody>
      </p:sp>
      <p:sp>
        <p:nvSpPr>
          <p:cNvPr id="4" name="灯片编号占位符 3"/>
          <p:cNvSpPr>
            <a:spLocks noGrp="1"/>
          </p:cNvSpPr>
          <p:nvPr>
            <p:ph type="sldNum" sz="quarter" idx="10"/>
          </p:nvPr>
        </p:nvSpPr>
        <p:spPr/>
        <p:txBody>
          <a:bodyPr/>
          <a:lstStyle/>
          <a:p>
            <a:fld id="{A77F1251-5FD2-45C3-99F5-F440BDBD0279}" type="slidenum">
              <a:rPr lang="ko-KR" altLang="en-US" smtClean="0"/>
              <a:t>11</a:t>
            </a:fld>
            <a:endParaRPr lang="ko-KR"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首先是案例规模对比，从图中可以看到，使用最大优先值或最大优先值结合最小总时差规则的</a:t>
            </a:r>
            <a:r>
              <a:rPr lang="en-US" altLang="zh-CN" dirty="0"/>
              <a:t>rollout</a:t>
            </a:r>
            <a:r>
              <a:rPr lang="zh-CN" altLang="en-US" dirty="0"/>
              <a:t>算法在</a:t>
            </a:r>
            <a:r>
              <a:rPr lang="zh-CN" altLang="en-US" b="1" dirty="0">
                <a:solidFill>
                  <a:schemeClr val="accent4"/>
                </a:solidFill>
                <a:latin typeface="微软雅黑" panose="020B0503020204020204" pitchFamily="34" charset="-122"/>
                <a:ea typeface="微软雅黑" panose="020B0503020204020204" pitchFamily="34" charset="-122"/>
              </a:rPr>
              <a:t>小规模案例下都有较好表现，而</a:t>
            </a:r>
            <a:r>
              <a:rPr lang="zh-CN" altLang="en-US" dirty="0"/>
              <a:t>最大优先值结合最小总时差规则的</a:t>
            </a:r>
            <a:r>
              <a:rPr lang="en-US" altLang="zh-CN" dirty="0"/>
              <a:t>rollout</a:t>
            </a:r>
            <a:r>
              <a:rPr lang="zh-CN" altLang="en-US" dirty="0"/>
              <a:t>算法</a:t>
            </a:r>
            <a:r>
              <a:rPr lang="zh-CN" altLang="en-US" b="1" dirty="0">
                <a:solidFill>
                  <a:srgbClr val="2DB2A4"/>
                </a:solidFill>
                <a:latin typeface="微软雅黑" panose="020B0503020204020204" pitchFamily="34" charset="-122"/>
                <a:ea typeface="微软雅黑" panose="020B0503020204020204" pitchFamily="34" charset="-122"/>
              </a:rPr>
              <a:t>在大规模案例下</a:t>
            </a:r>
            <a:r>
              <a:rPr lang="zh-CN" altLang="en-US" sz="1200" b="1" dirty="0">
                <a:solidFill>
                  <a:srgbClr val="2DB2A4"/>
                </a:solidFill>
                <a:latin typeface="微软雅黑" panose="020B0503020204020204" pitchFamily="34" charset="-122"/>
                <a:ea typeface="微软雅黑" panose="020B0503020204020204" pitchFamily="34" charset="-122"/>
              </a:rPr>
              <a:t>显示出更大的</a:t>
            </a:r>
            <a:r>
              <a:rPr lang="zh-CN" altLang="en-US" b="1" dirty="0">
                <a:solidFill>
                  <a:srgbClr val="2DB2A4"/>
                </a:solidFill>
                <a:latin typeface="微软雅黑" panose="020B0503020204020204" pitchFamily="34" charset="-122"/>
                <a:ea typeface="微软雅黑" panose="020B0503020204020204" pitchFamily="34" charset="-122"/>
              </a:rPr>
              <a:t>优势。</a:t>
            </a:r>
            <a:endParaRPr lang="en-US" altLang="zh-CN" b="1" dirty="0">
              <a:solidFill>
                <a:srgbClr val="2DB2A4"/>
              </a:solidFill>
              <a:latin typeface="微软雅黑" panose="020B0503020204020204" pitchFamily="34" charset="-122"/>
              <a:ea typeface="微软雅黑" panose="020B0503020204020204" pitchFamily="34" charset="-122"/>
            </a:endParaRPr>
          </a:p>
          <a:p>
            <a:r>
              <a:rPr lang="zh-CN" altLang="en-US" b="1" dirty="0">
                <a:solidFill>
                  <a:srgbClr val="2DB2A4"/>
                </a:solidFill>
                <a:latin typeface="微软雅黑" panose="020B0503020204020204" pitchFamily="34" charset="-122"/>
                <a:ea typeface="微软雅黑" panose="020B0503020204020204" pitchFamily="34" charset="-122"/>
              </a:rPr>
              <a:t>而</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所有使用优先规则的</a:t>
            </a:r>
            <a:r>
              <a:rPr lang="en-US" altLang="zh-CN" sz="1800" dirty="0">
                <a:effectLst/>
                <a:latin typeface="Times New Roman" panose="02020603050405020304" pitchFamily="18" charset="0"/>
                <a:ea typeface="宋体" panose="02010600030101010101" pitchFamily="2" charset="-122"/>
              </a:rPr>
              <a:t>Rollout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算法都要优于使用相应优先规则的串行调度算法。</a:t>
            </a:r>
            <a:endParaRPr lang="zh-CN" altLang="en-US" dirty="0"/>
          </a:p>
        </p:txBody>
      </p:sp>
      <p:sp>
        <p:nvSpPr>
          <p:cNvPr id="4" name="灯片编号占位符 3"/>
          <p:cNvSpPr>
            <a:spLocks noGrp="1"/>
          </p:cNvSpPr>
          <p:nvPr>
            <p:ph type="sldNum" sz="quarter" idx="10"/>
          </p:nvPr>
        </p:nvSpPr>
        <p:spPr/>
        <p:txBody>
          <a:bodyPr/>
          <a:lstStyle/>
          <a:p>
            <a:fld id="{A77F1251-5FD2-45C3-99F5-F440BDBD0279}" type="slidenum">
              <a:rPr lang="ko-KR" altLang="en-US" smtClean="0"/>
              <a:t>12</a:t>
            </a:fld>
            <a:endParaRPr lang="ko-KR" altLang="en-US"/>
          </a:p>
        </p:txBody>
      </p:sp>
    </p:spTree>
    <p:extLst>
      <p:ext uri="{BB962C8B-B14F-4D97-AF65-F5344CB8AC3E}">
        <p14:creationId xmlns:p14="http://schemas.microsoft.com/office/powerpoint/2010/main" val="28765344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zh-CN" altLang="en-US" dirty="0"/>
              <a:t>不同规模配置对比实验进行了9种规模的实验，</a:t>
            </a:r>
            <a:r>
              <a:rPr lang="zh-CN" altLang="en-US" sz="1200" b="1" dirty="0">
                <a:solidFill>
                  <a:schemeClr val="accent4"/>
                </a:solidFill>
                <a:latin typeface="微软雅黑" panose="020B0503020204020204" pitchFamily="34" charset="-122"/>
                <a:ea typeface="微软雅黑" panose="020B0503020204020204" pitchFamily="34" charset="-122"/>
              </a:rPr>
              <a:t>最优的求解结果都出现在</a:t>
            </a:r>
            <a:r>
              <a:rPr lang="en-US" altLang="zh-CN" sz="1200" b="1" dirty="0">
                <a:solidFill>
                  <a:schemeClr val="accent4"/>
                </a:solidFill>
                <a:latin typeface="微软雅黑" panose="020B0503020204020204" pitchFamily="34" charset="-122"/>
                <a:ea typeface="微软雅黑" panose="020B0503020204020204" pitchFamily="34" charset="-122"/>
              </a:rPr>
              <a:t>RA-MPV</a:t>
            </a:r>
            <a:r>
              <a:rPr lang="zh-CN" altLang="en-US" sz="1200" b="1" dirty="0">
                <a:solidFill>
                  <a:schemeClr val="accent4"/>
                </a:solidFill>
                <a:latin typeface="微软雅黑" panose="020B0503020204020204" pitchFamily="34" charset="-122"/>
                <a:ea typeface="微软雅黑" panose="020B0503020204020204" pitchFamily="34" charset="-122"/>
              </a:rPr>
              <a:t>算法或者</a:t>
            </a:r>
            <a:r>
              <a:rPr lang="en-US" altLang="zh-CN" sz="1200" b="1" dirty="0">
                <a:solidFill>
                  <a:schemeClr val="accent4"/>
                </a:solidFill>
                <a:latin typeface="微软雅黑" panose="020B0503020204020204" pitchFamily="34" charset="-122"/>
                <a:ea typeface="微软雅黑" panose="020B0503020204020204" pitchFamily="34" charset="-122"/>
              </a:rPr>
              <a:t>RA-MPV+SLK</a:t>
            </a:r>
            <a:r>
              <a:rPr lang="zh-CN" altLang="en-US" sz="1200" b="1" dirty="0">
                <a:solidFill>
                  <a:schemeClr val="accent4"/>
                </a:solidFill>
                <a:latin typeface="微软雅黑" panose="020B0503020204020204" pitchFamily="34" charset="-122"/>
                <a:ea typeface="微软雅黑" panose="020B0503020204020204" pitchFamily="34" charset="-122"/>
              </a:rPr>
              <a:t>算法中</a:t>
            </a:r>
            <a:endParaRPr lang="zh-CN" altLang="en-US" sz="1200" b="1" dirty="0">
              <a:solidFill>
                <a:srgbClr val="2DB2A4"/>
              </a:solidFill>
              <a:latin typeface="微软雅黑" panose="020B0503020204020204" pitchFamily="34" charset="-122"/>
              <a:ea typeface="微软雅黑" panose="020B0503020204020204" pitchFamily="34" charset="-122"/>
            </a:endParaRPr>
          </a:p>
          <a:p>
            <a:r>
              <a:rPr lang="zh-CN" altLang="en-US" dirty="0"/>
              <a:t>而从折线图中可以看到里程碑事件数量或服务人员数量的变化都会呈现一定的规律影响平均偏差率、平均优化值和相对优化率。</a:t>
            </a:r>
          </a:p>
        </p:txBody>
      </p:sp>
      <p:sp>
        <p:nvSpPr>
          <p:cNvPr id="4" name="灯片编号占位符 3"/>
          <p:cNvSpPr>
            <a:spLocks noGrp="1"/>
          </p:cNvSpPr>
          <p:nvPr>
            <p:ph type="sldNum" sz="quarter" idx="10"/>
          </p:nvPr>
        </p:nvSpPr>
        <p:spPr/>
        <p:txBody>
          <a:bodyPr/>
          <a:lstStyle/>
          <a:p>
            <a:fld id="{A77F1251-5FD2-45C3-99F5-F440BDBD0279}" type="slidenum">
              <a:rPr lang="ko-KR" altLang="en-US" smtClean="0"/>
              <a:t>13</a:t>
            </a:fld>
            <a:endParaRPr lang="ko-KR"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因此，本文的总结是提出了考虑里程碑与资源转移的多技能可中断项目调度问题并建立了模型，并</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设计了一种改进的</a:t>
            </a:r>
            <a:r>
              <a:rPr lang="zh-CN" altLang="en-US" b="1" dirty="0">
                <a:solidFill>
                  <a:srgbClr val="2DB2A4"/>
                </a:solidFill>
                <a:latin typeface="微软雅黑" panose="020B0503020204020204" pitchFamily="34" charset="-122"/>
                <a:ea typeface="微软雅黑" panose="020B0503020204020204" pitchFamily="34" charset="-122"/>
              </a:rPr>
              <a:t>基于任务优先规则和资源优先规则的</a:t>
            </a:r>
            <a:r>
              <a:rPr lang="en-US" altLang="zh-CN" dirty="0">
                <a:solidFill>
                  <a:prstClr val="black">
                    <a:lumMod val="75000"/>
                    <a:lumOff val="25000"/>
                  </a:prstClr>
                </a:solidFill>
                <a:latin typeface="微软雅黑" panose="020B0503020204020204" pitchFamily="34" charset="-122"/>
                <a:ea typeface="微软雅黑" panose="020B0503020204020204" pitchFamily="34" charset="-122"/>
              </a:rPr>
              <a:t>Rollout</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算法</a:t>
            </a:r>
            <a:r>
              <a:rPr lang="zh-CN" altLang="en-US" dirty="0"/>
              <a:t>进行求解，最后实验对比了六种算法在改变规模和配置下的实验结果。</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rPr>
              <a:t>创新点在于：在经典的多技能项目调度问题的基础上，加入了里程碑节点、可中断、资源转移的约束，使问题更接近于实际情况。</a:t>
            </a:r>
          </a:p>
          <a:p>
            <a:r>
              <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rPr>
              <a:t>然后，提出了一种改进的</a:t>
            </a:r>
            <a:r>
              <a:rPr lang="en-US" altLang="zh-CN" dirty="0">
                <a:solidFill>
                  <a:prstClr val="black">
                    <a:lumMod val="75000"/>
                    <a:lumOff val="25000"/>
                  </a:prstClr>
                </a:solidFill>
                <a:latin typeface="微软雅黑" panose="020B0503020204020204" pitchFamily="34" charset="-122"/>
                <a:ea typeface="微软雅黑" panose="020B0503020204020204" pitchFamily="34" charset="-122"/>
                <a:sym typeface="+mn-ea"/>
              </a:rPr>
              <a:t>Rollout</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rPr>
              <a:t>算法，首先是增加了</a:t>
            </a:r>
            <a:r>
              <a:rPr lang="zh-CN" altLang="en-US" dirty="0">
                <a:solidFill>
                  <a:srgbClr val="2DB2A4"/>
                </a:solidFill>
                <a:latin typeface="微软雅黑" panose="020B0503020204020204" pitchFamily="34" charset="-122"/>
                <a:ea typeface="微软雅黑" panose="020B0503020204020204" pitchFamily="34" charset="-122"/>
              </a:rPr>
              <a:t>资源优先规则</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的设置，使算法能够适应多技能人员和转移时间的问题特点，其次是设计了最大优先值规则，能使里程碑事件的前序任务优先安排来进行结果优化，并结合最小总时差规则来压短项目总工期，使算法在设置里程碑节点的问题里有更好的性能。</a:t>
            </a:r>
            <a:endParaRPr lang="zh-CN" altLang="en-US" dirty="0">
              <a:solidFill>
                <a:prstClr val="black">
                  <a:lumMod val="75000"/>
                  <a:lumOff val="25000"/>
                </a:prstClr>
              </a:solidFill>
              <a:latin typeface="微软雅黑" panose="020B0503020204020204" pitchFamily="34" charset="-122"/>
              <a:ea typeface="微软雅黑" panose="020B0503020204020204" pitchFamily="34" charset="-122"/>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最后，关于展望：首先是在本文案例的基础上，可以进一步扩大案例集的规模和复杂度</a:t>
            </a:r>
          </a:p>
          <a:p>
            <a:r>
              <a:rPr lang="zh-CN" altLang="en-US" dirty="0"/>
              <a:t>其次，还可以引入可中断、多目标、多项目等约束。</a:t>
            </a:r>
          </a:p>
        </p:txBody>
      </p:sp>
      <p:sp>
        <p:nvSpPr>
          <p:cNvPr id="4" name="灯片编号占位符 3"/>
          <p:cNvSpPr>
            <a:spLocks noGrp="1"/>
          </p:cNvSpPr>
          <p:nvPr>
            <p:ph type="sldNum" sz="quarter" idx="10"/>
          </p:nvPr>
        </p:nvSpPr>
        <p:spPr/>
        <p:txBody>
          <a:bodyPr/>
          <a:lstStyle/>
          <a:p>
            <a:fld id="{A77F1251-5FD2-45C3-99F5-F440BDBD0279}" type="slidenum">
              <a:rPr lang="ko-KR" altLang="en-US" smtClean="0"/>
              <a:t>16</a:t>
            </a:fld>
            <a:endParaRPr lang="ko-KR"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以上就是我的答辩内容，请各位老师批评指正。</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C538A16-44D0-4638-ACD6-43A88F095A2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4" name="Rectangle 3"/>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 name="Picture 2"/>
          <p:cNvPicPr>
            <a:picLocks noChangeAspect="1"/>
          </p:cNvPicPr>
          <p:nvPr userDrawn="1"/>
        </p:nvPicPr>
        <p:blipFill rotWithShape="1">
          <a:blip r:embed="rId2" cstate="email"/>
          <a:srcRect/>
          <a:stretch>
            <a:fillRect/>
          </a:stretch>
        </p:blipFill>
        <p:spPr>
          <a:xfrm>
            <a:off x="478972" y="0"/>
            <a:ext cx="6299200" cy="6858000"/>
          </a:xfrm>
          <a:prstGeom prst="rect">
            <a:avLst/>
          </a:prstGeom>
        </p:spPr>
      </p:pic>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Calibri" panose="020F0502020204030204" pitchFamily="34" charset="0"/>
                <a:cs typeface="Calibri" panose="020F0502020204030204" pitchFamily="34" charset="0"/>
              </a:defRPr>
            </a:lvl1pPr>
          </a:lstStyle>
          <a:p>
            <a:fld id="{C33509E8-EDB3-4BFB-9C63-B01D176D4351}" type="slidenum">
              <a:rPr lang="ko-KR" altLang="en-US" smtClean="0"/>
              <a:t>‹#›</a:t>
            </a:fld>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2">
    <p:spTree>
      <p:nvGrpSpPr>
        <p:cNvPr id="1" name=""/>
        <p:cNvGrpSpPr/>
        <p:nvPr/>
      </p:nvGrpSpPr>
      <p:grpSpPr>
        <a:xfrm>
          <a:off x="0" y="0"/>
          <a:ext cx="0" cy="0"/>
          <a:chOff x="0" y="0"/>
          <a:chExt cx="0" cy="0"/>
        </a:xfrm>
      </p:grpSpPr>
      <p:sp>
        <p:nvSpPr>
          <p:cNvPr id="4" name="Rectangle 3"/>
          <p:cNvSpPr/>
          <p:nvPr userDrawn="1"/>
        </p:nvSpPr>
        <p:spPr>
          <a:xfrm>
            <a:off x="0" y="1311621"/>
            <a:ext cx="12192000" cy="55463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userDrawn="1"/>
        </p:nvSpPr>
        <p:spPr>
          <a:xfrm>
            <a:off x="0" y="963669"/>
            <a:ext cx="12192000" cy="366949"/>
          </a:xfrm>
          <a:prstGeom prst="rect">
            <a:avLst/>
          </a:prstGeom>
          <a:gradFill flip="none" rotWithShape="1">
            <a:gsLst>
              <a:gs pos="0">
                <a:srgbClr val="7B5A85"/>
              </a:gs>
              <a:gs pos="100000">
                <a:srgbClr val="C35954"/>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Calibri" panose="020F0502020204030204" pitchFamily="34" charset="0"/>
                <a:cs typeface="Calibri" panose="020F0502020204030204" pitchFamily="34" charset="0"/>
              </a:defRPr>
            </a:lvl1pPr>
          </a:lstStyle>
          <a:p>
            <a:fld id="{C33509E8-EDB3-4BFB-9C63-B01D176D4351}" type="slidenum">
              <a:rPr lang="ko-KR" altLang="en-US" smtClean="0"/>
              <a:t>‹#›</a:t>
            </a:fld>
            <a:endParaRPr lang="ko-KR" altLang="en-US" dirty="0"/>
          </a:p>
        </p:txBody>
      </p:sp>
      <p:sp>
        <p:nvSpPr>
          <p:cNvPr id="9" name="文本占位符 8"/>
          <p:cNvSpPr>
            <a:spLocks noGrp="1"/>
          </p:cNvSpPr>
          <p:nvPr>
            <p:ph type="body" sz="quarter" idx="10" hasCustomPrompt="1"/>
          </p:nvPr>
        </p:nvSpPr>
        <p:spPr>
          <a:xfrm>
            <a:off x="410231" y="262759"/>
            <a:ext cx="4739836" cy="593537"/>
          </a:xfrm>
          <a:prstGeom prst="rect">
            <a:avLst/>
          </a:prstGeom>
        </p:spPr>
        <p:txBody>
          <a:bodyPr anchor="ctr"/>
          <a:lstStyle>
            <a:lvl1pPr marL="0" indent="0">
              <a:lnSpc>
                <a:spcPct val="100000"/>
              </a:lnSpc>
              <a:buNone/>
              <a:defRPr sz="3600" b="1">
                <a:solidFill>
                  <a:schemeClr val="bg1"/>
                </a:solidFill>
                <a:latin typeface="微软雅黑" panose="020B0503020204020204" pitchFamily="34" charset="-122"/>
                <a:ea typeface="微软雅黑" panose="020B0503020204020204" pitchFamily="34" charset="-122"/>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ltLang="zh-CN" dirty="0"/>
              <a:t>text</a:t>
            </a:r>
            <a:endParaRPr lang="zh-CN" altLang="en-US" dirty="0"/>
          </a:p>
        </p:txBody>
      </p:sp>
      <p:sp>
        <p:nvSpPr>
          <p:cNvPr id="10" name="文本占位符 8"/>
          <p:cNvSpPr>
            <a:spLocks noGrp="1"/>
          </p:cNvSpPr>
          <p:nvPr>
            <p:ph type="body" sz="quarter" idx="11" hasCustomPrompt="1"/>
          </p:nvPr>
        </p:nvSpPr>
        <p:spPr>
          <a:xfrm>
            <a:off x="410231" y="960787"/>
            <a:ext cx="4739836" cy="350835"/>
          </a:xfrm>
          <a:prstGeom prst="rect">
            <a:avLst/>
          </a:prstGeom>
        </p:spPr>
        <p:txBody>
          <a:bodyPr anchor="ctr"/>
          <a:lstStyle>
            <a:lvl1pPr marL="0" indent="0">
              <a:lnSpc>
                <a:spcPct val="100000"/>
              </a:lnSpc>
              <a:buNone/>
              <a:defRPr sz="2000" b="0">
                <a:solidFill>
                  <a:schemeClr val="bg1"/>
                </a:solidFill>
                <a:latin typeface="微软雅黑" panose="020B0503020204020204" pitchFamily="34" charset="-122"/>
                <a:ea typeface="微软雅黑" panose="020B0503020204020204" pitchFamily="34" charset="-122"/>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ltLang="zh-CN" dirty="0"/>
              <a:t>text</a:t>
            </a:r>
            <a:endParaRPr lang="zh-CN" altLang="en-US" dirty="0"/>
          </a:p>
        </p:txBody>
      </p:sp>
      <p:grpSp>
        <p:nvGrpSpPr>
          <p:cNvPr id="11" name="组合 10"/>
          <p:cNvGrpSpPr/>
          <p:nvPr userDrawn="1"/>
        </p:nvGrpSpPr>
        <p:grpSpPr>
          <a:xfrm>
            <a:off x="10731500" y="-34362"/>
            <a:ext cx="1298847" cy="1022842"/>
            <a:chOff x="3225800" y="2108199"/>
            <a:chExt cx="4729238" cy="3724275"/>
          </a:xfrm>
        </p:grpSpPr>
        <p:sp>
          <p:nvSpPr>
            <p:cNvPr id="8" name="椭圆 7"/>
            <p:cNvSpPr/>
            <p:nvPr userDrawn="1"/>
          </p:nvSpPr>
          <p:spPr>
            <a:xfrm>
              <a:off x="3517899" y="2413000"/>
              <a:ext cx="4114801" cy="3124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25800" y="2108199"/>
              <a:ext cx="4729238" cy="3724275"/>
            </a:xfrm>
            <a:prstGeom prst="rect">
              <a:avLst/>
            </a:prstGeom>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Slide 2">
    <p:spTree>
      <p:nvGrpSpPr>
        <p:cNvPr id="1" name=""/>
        <p:cNvGrpSpPr/>
        <p:nvPr/>
      </p:nvGrpSpPr>
      <p:grpSpPr>
        <a:xfrm>
          <a:off x="0" y="0"/>
          <a:ext cx="0" cy="0"/>
          <a:chOff x="0" y="0"/>
          <a:chExt cx="0" cy="0"/>
        </a:xfrm>
      </p:grpSpPr>
      <p:sp>
        <p:nvSpPr>
          <p:cNvPr id="4" name="Rectangle 3"/>
          <p:cNvSpPr/>
          <p:nvPr userDrawn="1"/>
        </p:nvSpPr>
        <p:spPr>
          <a:xfrm>
            <a:off x="0" y="0"/>
            <a:ext cx="12192000" cy="6914285"/>
          </a:xfrm>
          <a:prstGeom prst="rect">
            <a:avLst/>
          </a:prstGeom>
          <a:solidFill>
            <a:srgbClr val="0E6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userDrawn="1"/>
        </p:nvSpPr>
        <p:spPr>
          <a:xfrm>
            <a:off x="0" y="963669"/>
            <a:ext cx="12192000" cy="366949"/>
          </a:xfrm>
          <a:prstGeom prst="rect">
            <a:avLst/>
          </a:prstGeom>
          <a:solidFill>
            <a:srgbClr val="2DB2A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Calibri" panose="020F0502020204030204" pitchFamily="34" charset="0"/>
                <a:cs typeface="Calibri" panose="020F0502020204030204" pitchFamily="34" charset="0"/>
              </a:defRPr>
            </a:lvl1pPr>
          </a:lstStyle>
          <a:p>
            <a:fld id="{C33509E8-EDB3-4BFB-9C63-B01D176D4351}" type="slidenum">
              <a:rPr lang="ko-KR" altLang="en-US" smtClean="0"/>
              <a:t>‹#›</a:t>
            </a:fld>
            <a:endParaRPr lang="ko-KR" altLang="en-US" dirty="0"/>
          </a:p>
        </p:txBody>
      </p:sp>
      <p:sp>
        <p:nvSpPr>
          <p:cNvPr id="9" name="文本占位符 8"/>
          <p:cNvSpPr>
            <a:spLocks noGrp="1"/>
          </p:cNvSpPr>
          <p:nvPr>
            <p:ph type="body" sz="quarter" idx="10" hasCustomPrompt="1"/>
          </p:nvPr>
        </p:nvSpPr>
        <p:spPr>
          <a:xfrm>
            <a:off x="410231" y="262759"/>
            <a:ext cx="4739836" cy="593537"/>
          </a:xfrm>
          <a:prstGeom prst="rect">
            <a:avLst/>
          </a:prstGeom>
        </p:spPr>
        <p:txBody>
          <a:bodyPr anchor="ctr"/>
          <a:lstStyle>
            <a:lvl1pPr marL="0" indent="0">
              <a:lnSpc>
                <a:spcPct val="100000"/>
              </a:lnSpc>
              <a:buNone/>
              <a:defRPr sz="3600" b="1">
                <a:solidFill>
                  <a:schemeClr val="bg1"/>
                </a:solidFill>
                <a:latin typeface="微软雅黑" panose="020B0503020204020204" pitchFamily="34" charset="-122"/>
                <a:ea typeface="微软雅黑" panose="020B0503020204020204" pitchFamily="34" charset="-122"/>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ltLang="zh-CN" dirty="0"/>
              <a:t>text</a:t>
            </a:r>
            <a:endParaRPr lang="zh-CN" altLang="en-US" dirty="0"/>
          </a:p>
        </p:txBody>
      </p:sp>
      <p:sp>
        <p:nvSpPr>
          <p:cNvPr id="10" name="文本占位符 8"/>
          <p:cNvSpPr>
            <a:spLocks noGrp="1"/>
          </p:cNvSpPr>
          <p:nvPr>
            <p:ph type="body" sz="quarter" idx="11" hasCustomPrompt="1"/>
          </p:nvPr>
        </p:nvSpPr>
        <p:spPr>
          <a:xfrm>
            <a:off x="410231" y="960787"/>
            <a:ext cx="4739836" cy="350835"/>
          </a:xfrm>
          <a:prstGeom prst="rect">
            <a:avLst/>
          </a:prstGeom>
        </p:spPr>
        <p:txBody>
          <a:bodyPr anchor="ctr"/>
          <a:lstStyle>
            <a:lvl1pPr marL="0" indent="0">
              <a:lnSpc>
                <a:spcPct val="100000"/>
              </a:lnSpc>
              <a:buNone/>
              <a:defRPr sz="2000" b="0">
                <a:solidFill>
                  <a:schemeClr val="bg1"/>
                </a:solidFill>
                <a:latin typeface="微软雅黑" panose="020B0503020204020204" pitchFamily="34" charset="-122"/>
                <a:ea typeface="微软雅黑" panose="020B0503020204020204" pitchFamily="34" charset="-122"/>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ltLang="zh-CN" dirty="0"/>
              <a:t>text</a:t>
            </a:r>
            <a:endParaRPr lang="zh-CN" altLang="en-US" dirty="0"/>
          </a:p>
        </p:txBody>
      </p:sp>
      <p:grpSp>
        <p:nvGrpSpPr>
          <p:cNvPr id="11" name="组合 10"/>
          <p:cNvGrpSpPr/>
          <p:nvPr userDrawn="1"/>
        </p:nvGrpSpPr>
        <p:grpSpPr>
          <a:xfrm>
            <a:off x="10731500" y="-34362"/>
            <a:ext cx="1298847" cy="1022842"/>
            <a:chOff x="3225800" y="2108199"/>
            <a:chExt cx="4729238" cy="3724275"/>
          </a:xfrm>
        </p:grpSpPr>
        <p:sp>
          <p:nvSpPr>
            <p:cNvPr id="8" name="椭圆 7"/>
            <p:cNvSpPr/>
            <p:nvPr userDrawn="1"/>
          </p:nvSpPr>
          <p:spPr>
            <a:xfrm>
              <a:off x="3517899" y="2413000"/>
              <a:ext cx="4114801" cy="3124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25800" y="2108199"/>
              <a:ext cx="4729238" cy="3724275"/>
            </a:xfrm>
            <a:prstGeom prst="rect">
              <a:avLst/>
            </a:prstGeom>
          </p:spPr>
        </p:pic>
      </p:grpSp>
      <p:sp>
        <p:nvSpPr>
          <p:cNvPr id="12" name="Rectangle 3"/>
          <p:cNvSpPr/>
          <p:nvPr userDrawn="1"/>
        </p:nvSpPr>
        <p:spPr>
          <a:xfrm>
            <a:off x="0" y="1330618"/>
            <a:ext cx="12192000" cy="5583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Slide 2">
    <p:spTree>
      <p:nvGrpSpPr>
        <p:cNvPr id="1" name=""/>
        <p:cNvGrpSpPr/>
        <p:nvPr/>
      </p:nvGrpSpPr>
      <p:grpSpPr>
        <a:xfrm>
          <a:off x="0" y="0"/>
          <a:ext cx="0" cy="0"/>
          <a:chOff x="0" y="0"/>
          <a:chExt cx="0" cy="0"/>
        </a:xfrm>
      </p:grpSpPr>
      <p:sp>
        <p:nvSpPr>
          <p:cNvPr id="6" name="标题 1"/>
          <p:cNvSpPr>
            <a:spLocks noGrp="1"/>
          </p:cNvSpPr>
          <p:nvPr>
            <p:ph type="title"/>
          </p:nvPr>
        </p:nvSpPr>
        <p:spPr>
          <a:xfrm>
            <a:off x="718218" y="202011"/>
            <a:ext cx="8655953" cy="601075"/>
          </a:xfrm>
          <a:prstGeom prst="rect">
            <a:avLst/>
          </a:prstGeom>
        </p:spPr>
        <p:txBody>
          <a:bodyPr lIns="0" rIns="0" anchor="ctr">
            <a:normAutofit/>
          </a:bodyPr>
          <a:lstStyle>
            <a:lvl1pPr>
              <a:defRPr sz="32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cxnSp>
        <p:nvCxnSpPr>
          <p:cNvPr id="75" name="直接连接符 74"/>
          <p:cNvCxnSpPr/>
          <p:nvPr userDrawn="1"/>
        </p:nvCxnSpPr>
        <p:spPr>
          <a:xfrm>
            <a:off x="719833" y="803088"/>
            <a:ext cx="10790378" cy="0"/>
          </a:xfrm>
          <a:prstGeom prst="line">
            <a:avLst/>
          </a:prstGeom>
          <a:ln w="38100">
            <a:solidFill>
              <a:srgbClr val="0E647C"/>
            </a:solidFill>
          </a:ln>
        </p:spPr>
        <p:style>
          <a:lnRef idx="1">
            <a:schemeClr val="accent1"/>
          </a:lnRef>
          <a:fillRef idx="0">
            <a:schemeClr val="accent1"/>
          </a:fillRef>
          <a:effectRef idx="0">
            <a:schemeClr val="accent1"/>
          </a:effectRef>
          <a:fontRef idx="minor">
            <a:schemeClr val="tx1"/>
          </a:fontRef>
        </p:style>
      </p:cxnSp>
      <p:sp>
        <p:nvSpPr>
          <p:cNvPr id="76" name="矩形 75"/>
          <p:cNvSpPr/>
          <p:nvPr userDrawn="1"/>
        </p:nvSpPr>
        <p:spPr>
          <a:xfrm>
            <a:off x="304647" y="-5194"/>
            <a:ext cx="236852" cy="808281"/>
          </a:xfrm>
          <a:prstGeom prst="rect">
            <a:avLst/>
          </a:prstGeom>
          <a:solidFill>
            <a:srgbClr val="0E6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0" name="组合 289"/>
          <p:cNvGrpSpPr/>
          <p:nvPr userDrawn="1"/>
        </p:nvGrpSpPr>
        <p:grpSpPr>
          <a:xfrm>
            <a:off x="9119233" y="235666"/>
            <a:ext cx="2297828" cy="440141"/>
            <a:chOff x="4350563" y="2799467"/>
            <a:chExt cx="2297828" cy="440141"/>
          </a:xfrm>
        </p:grpSpPr>
        <p:grpSp>
          <p:nvGrpSpPr>
            <p:cNvPr id="3" name="组合 2"/>
            <p:cNvGrpSpPr/>
            <p:nvPr userDrawn="1"/>
          </p:nvGrpSpPr>
          <p:grpSpPr>
            <a:xfrm>
              <a:off x="5012152" y="2799467"/>
              <a:ext cx="1636239" cy="440141"/>
              <a:chOff x="5012152" y="2799467"/>
              <a:chExt cx="1636239" cy="440141"/>
            </a:xfrm>
          </p:grpSpPr>
          <p:sp>
            <p:nvSpPr>
              <p:cNvPr id="185" name="ïślíḍê"/>
              <p:cNvSpPr/>
              <p:nvPr/>
            </p:nvSpPr>
            <p:spPr bwMode="auto">
              <a:xfrm>
                <a:off x="5012152" y="2799467"/>
                <a:ext cx="1628618" cy="332011"/>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6" name="íṡľîḍé"/>
              <p:cNvSpPr/>
              <p:nvPr/>
            </p:nvSpPr>
            <p:spPr bwMode="auto">
              <a:xfrm>
                <a:off x="5047878" y="3171490"/>
                <a:ext cx="41918" cy="52874"/>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7" name="iSlïḍê"/>
              <p:cNvSpPr/>
              <p:nvPr/>
            </p:nvSpPr>
            <p:spPr bwMode="auto">
              <a:xfrm>
                <a:off x="5100276" y="3185781"/>
                <a:ext cx="30962" cy="39060"/>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8" name="ïšḷîḋé"/>
              <p:cNvSpPr/>
              <p:nvPr/>
            </p:nvSpPr>
            <p:spPr bwMode="auto">
              <a:xfrm>
                <a:off x="5138859"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9" name="íšľíďê"/>
              <p:cNvSpPr/>
              <p:nvPr/>
            </p:nvSpPr>
            <p:spPr bwMode="auto">
              <a:xfrm>
                <a:off x="5179348" y="3185781"/>
                <a:ext cx="32391" cy="38584"/>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0" name="ïṩḻíďê"/>
              <p:cNvSpPr/>
              <p:nvPr/>
            </p:nvSpPr>
            <p:spPr bwMode="auto">
              <a:xfrm>
                <a:off x="5218885" y="3171490"/>
                <a:ext cx="31438"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1" name="iŝ1îďe"/>
              <p:cNvSpPr/>
              <p:nvPr/>
            </p:nvSpPr>
            <p:spPr bwMode="auto">
              <a:xfrm>
                <a:off x="5257469"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2" name="iṣ1îďé"/>
              <p:cNvSpPr/>
              <p:nvPr/>
            </p:nvSpPr>
            <p:spPr bwMode="auto">
              <a:xfrm>
                <a:off x="5300816"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3" name="íṥľïḍè"/>
              <p:cNvSpPr/>
              <p:nvPr/>
            </p:nvSpPr>
            <p:spPr bwMode="auto">
              <a:xfrm>
                <a:off x="5339876" y="3184352"/>
                <a:ext cx="33821"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4" name="î$1îďè"/>
              <p:cNvSpPr/>
              <p:nvPr/>
            </p:nvSpPr>
            <p:spPr bwMode="auto">
              <a:xfrm>
                <a:off x="5404183" y="3171490"/>
                <a:ext cx="41442" cy="53827"/>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5" name="íSľîḑê"/>
              <p:cNvSpPr/>
              <p:nvPr/>
            </p:nvSpPr>
            <p:spPr bwMode="auto">
              <a:xfrm>
                <a:off x="5456104"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6" name="ïṧ1iḓé"/>
              <p:cNvSpPr/>
              <p:nvPr/>
            </p:nvSpPr>
            <p:spPr bwMode="auto">
              <a:xfrm>
                <a:off x="5497546" y="3171490"/>
                <a:ext cx="6193" cy="52874"/>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7" name="îśḻîḍé"/>
              <p:cNvSpPr/>
              <p:nvPr/>
            </p:nvSpPr>
            <p:spPr bwMode="auto">
              <a:xfrm>
                <a:off x="5508978" y="3185781"/>
                <a:ext cx="35726" cy="38584"/>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8" name="íŝḻîḋè"/>
              <p:cNvSpPr/>
              <p:nvPr/>
            </p:nvSpPr>
            <p:spPr bwMode="auto">
              <a:xfrm>
                <a:off x="5548038" y="3184352"/>
                <a:ext cx="35249" cy="40489"/>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9" name="íS1íḓé"/>
              <p:cNvSpPr/>
              <p:nvPr/>
            </p:nvSpPr>
            <p:spPr bwMode="auto">
              <a:xfrm>
                <a:off x="5591862" y="3184352"/>
                <a:ext cx="19054" cy="40013"/>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0" name="ïṩḷîdê"/>
              <p:cNvSpPr/>
              <p:nvPr/>
            </p:nvSpPr>
            <p:spPr bwMode="auto">
              <a:xfrm>
                <a:off x="5612821" y="3184352"/>
                <a:ext cx="31915" cy="40489"/>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1" name="îṥ1iḓe"/>
              <p:cNvSpPr/>
              <p:nvPr/>
            </p:nvSpPr>
            <p:spPr bwMode="auto">
              <a:xfrm>
                <a:off x="5652358"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2" name="îSḷîḋe"/>
              <p:cNvSpPr/>
              <p:nvPr/>
            </p:nvSpPr>
            <p:spPr bwMode="auto">
              <a:xfrm>
                <a:off x="5664742" y="3174825"/>
                <a:ext cx="18101" cy="49540"/>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3" name="îşḷîḋè"/>
              <p:cNvSpPr/>
              <p:nvPr/>
            </p:nvSpPr>
            <p:spPr bwMode="auto">
              <a:xfrm>
                <a:off x="5684749" y="3185781"/>
                <a:ext cx="35249" cy="53827"/>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4" name="îṧḷiḋé"/>
              <p:cNvSpPr/>
              <p:nvPr/>
            </p:nvSpPr>
            <p:spPr bwMode="auto">
              <a:xfrm>
                <a:off x="5743815" y="3184352"/>
                <a:ext cx="36202"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5" name="ïṡ1íḍè"/>
              <p:cNvSpPr/>
              <p:nvPr/>
            </p:nvSpPr>
            <p:spPr bwMode="auto">
              <a:xfrm>
                <a:off x="5783352" y="3170538"/>
                <a:ext cx="18101" cy="53827"/>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6" name="ïslïdê"/>
              <p:cNvSpPr/>
              <p:nvPr/>
            </p:nvSpPr>
            <p:spPr bwMode="auto">
              <a:xfrm>
                <a:off x="5826699" y="3170062"/>
                <a:ext cx="41918" cy="55256"/>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7" name="íṡḻïďe"/>
              <p:cNvSpPr/>
              <p:nvPr/>
            </p:nvSpPr>
            <p:spPr bwMode="auto">
              <a:xfrm>
                <a:off x="5874810" y="3184352"/>
                <a:ext cx="32391" cy="40489"/>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8" name="îṣḷïďê"/>
              <p:cNvSpPr/>
              <p:nvPr/>
            </p:nvSpPr>
            <p:spPr bwMode="auto">
              <a:xfrm>
                <a:off x="5913870"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9" name="ïślîdè"/>
              <p:cNvSpPr/>
              <p:nvPr/>
            </p:nvSpPr>
            <p:spPr bwMode="auto">
              <a:xfrm>
                <a:off x="592816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0" name="iṥlîḋè"/>
              <p:cNvSpPr/>
              <p:nvPr/>
            </p:nvSpPr>
            <p:spPr bwMode="auto">
              <a:xfrm>
                <a:off x="5970555" y="3184352"/>
                <a:ext cx="31915"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1" name="iśḷîḓe"/>
              <p:cNvSpPr/>
              <p:nvPr/>
            </p:nvSpPr>
            <p:spPr bwMode="auto">
              <a:xfrm>
                <a:off x="6009138" y="3184352"/>
                <a:ext cx="33344"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2" name="ïṥḻïdê"/>
              <p:cNvSpPr/>
              <p:nvPr/>
            </p:nvSpPr>
            <p:spPr bwMode="auto">
              <a:xfrm>
                <a:off x="604677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3" name="íṧḷîḑé"/>
              <p:cNvSpPr/>
              <p:nvPr/>
            </p:nvSpPr>
            <p:spPr bwMode="auto">
              <a:xfrm>
                <a:off x="6128224"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4" name="îşľiḍe"/>
              <p:cNvSpPr/>
              <p:nvPr/>
            </p:nvSpPr>
            <p:spPr bwMode="auto">
              <a:xfrm>
                <a:off x="6171572"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5" name="iṩ1ïḓé"/>
              <p:cNvSpPr/>
              <p:nvPr/>
            </p:nvSpPr>
            <p:spPr bwMode="auto">
              <a:xfrm>
                <a:off x="6210155" y="3171490"/>
                <a:ext cx="34297" cy="53350"/>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6" name="îš1îḓé"/>
              <p:cNvSpPr/>
              <p:nvPr/>
            </p:nvSpPr>
            <p:spPr bwMode="auto">
              <a:xfrm>
                <a:off x="6270175" y="3171490"/>
                <a:ext cx="42871" cy="52874"/>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7" name="íşḻîdè"/>
              <p:cNvSpPr/>
              <p:nvPr/>
            </p:nvSpPr>
            <p:spPr bwMode="auto">
              <a:xfrm>
                <a:off x="6316856" y="3184352"/>
                <a:ext cx="34773"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8" name="i$1íḋè"/>
              <p:cNvSpPr/>
              <p:nvPr/>
            </p:nvSpPr>
            <p:spPr bwMode="auto">
              <a:xfrm>
                <a:off x="6356869" y="3184352"/>
                <a:ext cx="32868"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9" name="íṥḻîďe"/>
              <p:cNvSpPr/>
              <p:nvPr/>
            </p:nvSpPr>
            <p:spPr bwMode="auto">
              <a:xfrm>
                <a:off x="6396405" y="3171490"/>
                <a:ext cx="30962"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0" name="ïšḷîḍè"/>
              <p:cNvSpPr/>
              <p:nvPr/>
            </p:nvSpPr>
            <p:spPr bwMode="auto">
              <a:xfrm>
                <a:off x="6437371"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1" name="işḷídè"/>
              <p:cNvSpPr/>
              <p:nvPr/>
            </p:nvSpPr>
            <p:spPr bwMode="auto">
              <a:xfrm>
                <a:off x="6475955"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2" name="ïŝ1iḋé"/>
              <p:cNvSpPr/>
              <p:nvPr/>
            </p:nvSpPr>
            <p:spPr bwMode="auto">
              <a:xfrm>
                <a:off x="6519302" y="3171490"/>
                <a:ext cx="6669" cy="52874"/>
              </a:xfrm>
              <a:prstGeom prst="rect">
                <a:avLst/>
              </a:pr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3" name="îSḻidè"/>
              <p:cNvSpPr/>
              <p:nvPr/>
            </p:nvSpPr>
            <p:spPr bwMode="auto">
              <a:xfrm>
                <a:off x="6533116"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4" name="ïšlïḍè"/>
              <p:cNvSpPr/>
              <p:nvPr/>
            </p:nvSpPr>
            <p:spPr bwMode="auto">
              <a:xfrm>
                <a:off x="6574081" y="3184352"/>
                <a:ext cx="34297"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5" name="îşḻïḓê"/>
              <p:cNvSpPr/>
              <p:nvPr/>
            </p:nvSpPr>
            <p:spPr bwMode="auto">
              <a:xfrm>
                <a:off x="6613142" y="3185781"/>
                <a:ext cx="35249" cy="53827"/>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nvGrpSpPr>
            <p:cNvPr id="289" name="组合 288"/>
            <p:cNvGrpSpPr/>
            <p:nvPr userDrawn="1"/>
          </p:nvGrpSpPr>
          <p:grpSpPr>
            <a:xfrm>
              <a:off x="4350563" y="2818237"/>
              <a:ext cx="531058" cy="402600"/>
              <a:chOff x="4139492" y="2778031"/>
              <a:chExt cx="704987" cy="534457"/>
            </a:xfrm>
          </p:grpSpPr>
          <p:sp>
            <p:nvSpPr>
              <p:cNvPr id="226" name="iṧľiḑé"/>
              <p:cNvSpPr/>
              <p:nvPr/>
            </p:nvSpPr>
            <p:spPr bwMode="auto">
              <a:xfrm>
                <a:off x="4139492" y="2778031"/>
                <a:ext cx="704987" cy="534457"/>
              </a:xfrm>
              <a:prstGeom prst="ellipse">
                <a:avLst/>
              </a:prstGeom>
              <a:noFill/>
              <a:ln w="19050"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7" name="íšḻïḓé"/>
              <p:cNvSpPr/>
              <p:nvPr/>
            </p:nvSpPr>
            <p:spPr bwMode="auto">
              <a:xfrm>
                <a:off x="4198083" y="2909502"/>
                <a:ext cx="63002" cy="55256"/>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8" name="íSľiḑè"/>
              <p:cNvSpPr/>
              <p:nvPr/>
            </p:nvSpPr>
            <p:spPr bwMode="auto">
              <a:xfrm>
                <a:off x="4186113" y="2942370"/>
                <a:ext cx="57332" cy="47158"/>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9" name="íślïďe"/>
              <p:cNvSpPr/>
              <p:nvPr/>
            </p:nvSpPr>
            <p:spPr bwMode="auto">
              <a:xfrm>
                <a:off x="4170363" y="2958565"/>
                <a:ext cx="58591" cy="38108"/>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0" name="îšlide"/>
              <p:cNvSpPr/>
              <p:nvPr/>
            </p:nvSpPr>
            <p:spPr bwMode="auto">
              <a:xfrm>
                <a:off x="4165323" y="2988098"/>
                <a:ext cx="60481" cy="30962"/>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1" name="îṥḷíḓè"/>
              <p:cNvSpPr/>
              <p:nvPr/>
            </p:nvSpPr>
            <p:spPr bwMode="auto">
              <a:xfrm>
                <a:off x="4159022" y="3014297"/>
                <a:ext cx="60481" cy="33821"/>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2" name="ïš1ídé"/>
              <p:cNvSpPr/>
              <p:nvPr/>
            </p:nvSpPr>
            <p:spPr bwMode="auto">
              <a:xfrm>
                <a:off x="4159652" y="3046689"/>
                <a:ext cx="59852" cy="26199"/>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3" name="ïSľîďe"/>
              <p:cNvSpPr/>
              <p:nvPr/>
            </p:nvSpPr>
            <p:spPr bwMode="auto">
              <a:xfrm>
                <a:off x="4163433" y="3065266"/>
                <a:ext cx="63002" cy="36679"/>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4" name="îṡļiḑe"/>
              <p:cNvSpPr/>
              <p:nvPr/>
            </p:nvSpPr>
            <p:spPr bwMode="auto">
              <a:xfrm>
                <a:off x="4173513" y="3095276"/>
                <a:ext cx="57961" cy="36679"/>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5" name="íṡḷíḍé"/>
              <p:cNvSpPr/>
              <p:nvPr/>
            </p:nvSpPr>
            <p:spPr bwMode="auto">
              <a:xfrm>
                <a:off x="4203124" y="3122427"/>
                <a:ext cx="56071" cy="50016"/>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6" name="ísḷîḋe"/>
              <p:cNvSpPr/>
              <p:nvPr/>
            </p:nvSpPr>
            <p:spPr bwMode="auto">
              <a:xfrm>
                <a:off x="4219504" y="3144815"/>
                <a:ext cx="61742" cy="57161"/>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7" name="ïSlidé"/>
              <p:cNvSpPr/>
              <p:nvPr/>
            </p:nvSpPr>
            <p:spPr bwMode="auto">
              <a:xfrm>
                <a:off x="4248485" y="3164345"/>
                <a:ext cx="42841" cy="53827"/>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8" name="iSlîďê"/>
              <p:cNvSpPr/>
              <p:nvPr/>
            </p:nvSpPr>
            <p:spPr bwMode="auto">
              <a:xfrm>
                <a:off x="4271165" y="3173396"/>
                <a:ext cx="44732" cy="56209"/>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9" name="îS1iḑé"/>
              <p:cNvSpPr/>
              <p:nvPr/>
            </p:nvSpPr>
            <p:spPr bwMode="auto">
              <a:xfrm>
                <a:off x="4288806" y="3188162"/>
                <a:ext cx="47251" cy="60496"/>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0" name="îṡ1îďè"/>
              <p:cNvSpPr/>
              <p:nvPr/>
            </p:nvSpPr>
            <p:spPr bwMode="auto">
              <a:xfrm>
                <a:off x="4310856" y="3198642"/>
                <a:ext cx="42841" cy="62877"/>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1" name="îṩļíďê"/>
              <p:cNvSpPr/>
              <p:nvPr/>
            </p:nvSpPr>
            <p:spPr bwMode="auto">
              <a:xfrm>
                <a:off x="4338577" y="3209598"/>
                <a:ext cx="33391" cy="58114"/>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2" name="î$ḷíḑê"/>
              <p:cNvSpPr/>
              <p:nvPr/>
            </p:nvSpPr>
            <p:spPr bwMode="auto">
              <a:xfrm>
                <a:off x="4356847" y="3214838"/>
                <a:ext cx="28980" cy="58114"/>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3" name="ïṩlïďè"/>
              <p:cNvSpPr/>
              <p:nvPr/>
            </p:nvSpPr>
            <p:spPr bwMode="auto">
              <a:xfrm>
                <a:off x="4378268" y="3218172"/>
                <a:ext cx="32131" cy="60020"/>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4" name="ïšļïďè"/>
              <p:cNvSpPr/>
              <p:nvPr/>
            </p:nvSpPr>
            <p:spPr bwMode="auto">
              <a:xfrm>
                <a:off x="4407249" y="3225317"/>
                <a:ext cx="29611" cy="60020"/>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5" name="î$ļidê"/>
              <p:cNvSpPr/>
              <p:nvPr/>
            </p:nvSpPr>
            <p:spPr bwMode="auto">
              <a:xfrm>
                <a:off x="4445679" y="3231986"/>
                <a:ext cx="25831" cy="60020"/>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6" name="iṡlïḍé"/>
              <p:cNvSpPr/>
              <p:nvPr/>
            </p:nvSpPr>
            <p:spPr bwMode="auto">
              <a:xfrm>
                <a:off x="4469620" y="3233892"/>
                <a:ext cx="20791" cy="57161"/>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7" name="iṧ1íďé"/>
              <p:cNvSpPr/>
              <p:nvPr/>
            </p:nvSpPr>
            <p:spPr bwMode="auto">
              <a:xfrm>
                <a:off x="4505531" y="3234368"/>
                <a:ext cx="21421" cy="59543"/>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8" name="iśľiḋe"/>
              <p:cNvSpPr/>
              <p:nvPr/>
            </p:nvSpPr>
            <p:spPr bwMode="auto">
              <a:xfrm>
                <a:off x="4524432" y="3232939"/>
                <a:ext cx="25831" cy="59543"/>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9" name="íṧľîḓê"/>
              <p:cNvSpPr/>
              <p:nvPr/>
            </p:nvSpPr>
            <p:spPr bwMode="auto">
              <a:xfrm>
                <a:off x="4544592" y="3229604"/>
                <a:ext cx="22681" cy="58590"/>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0" name="ïṧļíďê"/>
              <p:cNvSpPr/>
              <p:nvPr/>
            </p:nvSpPr>
            <p:spPr bwMode="auto">
              <a:xfrm>
                <a:off x="4558453" y="3223412"/>
                <a:ext cx="35281" cy="60496"/>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1" name="íṣlïḋe"/>
              <p:cNvSpPr/>
              <p:nvPr/>
            </p:nvSpPr>
            <p:spPr bwMode="auto">
              <a:xfrm>
                <a:off x="4581133" y="3216743"/>
                <a:ext cx="37801" cy="62401"/>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2" name="îšḻîḓe"/>
              <p:cNvSpPr/>
              <p:nvPr/>
            </p:nvSpPr>
            <p:spPr bwMode="auto">
              <a:xfrm>
                <a:off x="4612003" y="3210551"/>
                <a:ext cx="30241" cy="59543"/>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3" name="íṥḻïḑé"/>
              <p:cNvSpPr/>
              <p:nvPr/>
            </p:nvSpPr>
            <p:spPr bwMode="auto">
              <a:xfrm>
                <a:off x="4630274" y="3202453"/>
                <a:ext cx="40951" cy="60972"/>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4" name="ïśḻíḑè"/>
              <p:cNvSpPr/>
              <p:nvPr/>
            </p:nvSpPr>
            <p:spPr bwMode="auto">
              <a:xfrm>
                <a:off x="4670595" y="3188162"/>
                <a:ext cx="40321" cy="58114"/>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5" name="íṥļidé"/>
              <p:cNvSpPr/>
              <p:nvPr/>
            </p:nvSpPr>
            <p:spPr bwMode="auto">
              <a:xfrm>
                <a:off x="4677525" y="3168156"/>
                <a:ext cx="52921" cy="63353"/>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6" name="ïšḻíďe"/>
              <p:cNvSpPr/>
              <p:nvPr/>
            </p:nvSpPr>
            <p:spPr bwMode="auto">
              <a:xfrm>
                <a:off x="4703986" y="3157200"/>
                <a:ext cx="44732" cy="55732"/>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7" name="íś1iḑè"/>
              <p:cNvSpPr/>
              <p:nvPr/>
            </p:nvSpPr>
            <p:spPr bwMode="auto">
              <a:xfrm>
                <a:off x="4727297" y="3125762"/>
                <a:ext cx="56701" cy="48111"/>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8" name="iṧ1iḋe"/>
              <p:cNvSpPr/>
              <p:nvPr/>
            </p:nvSpPr>
            <p:spPr bwMode="auto">
              <a:xfrm>
                <a:off x="4741157" y="3108137"/>
                <a:ext cx="60481" cy="48111"/>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9" name="ïşliḍé"/>
              <p:cNvSpPr/>
              <p:nvPr/>
            </p:nvSpPr>
            <p:spPr bwMode="auto">
              <a:xfrm>
                <a:off x="4756278" y="3090989"/>
                <a:ext cx="57332" cy="34773"/>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0" name="ïşḻïḑé"/>
              <p:cNvSpPr/>
              <p:nvPr/>
            </p:nvSpPr>
            <p:spPr bwMode="auto">
              <a:xfrm>
                <a:off x="4760687" y="3062884"/>
                <a:ext cx="61742" cy="39536"/>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1" name="îṡḷíḓê"/>
              <p:cNvSpPr/>
              <p:nvPr/>
            </p:nvSpPr>
            <p:spPr bwMode="auto">
              <a:xfrm>
                <a:off x="4766987" y="3034780"/>
                <a:ext cx="58591" cy="29057"/>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2" name="íSļïḍè"/>
              <p:cNvSpPr/>
              <p:nvPr/>
            </p:nvSpPr>
            <p:spPr bwMode="auto">
              <a:xfrm>
                <a:off x="4765727" y="3007628"/>
                <a:ext cx="60481" cy="26675"/>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3" name="íṥḷîḋê"/>
              <p:cNvSpPr/>
              <p:nvPr/>
            </p:nvSpPr>
            <p:spPr bwMode="auto">
              <a:xfrm>
                <a:off x="4761947" y="2980953"/>
                <a:ext cx="58591" cy="33821"/>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4" name="íslíḋe"/>
              <p:cNvSpPr/>
              <p:nvPr/>
            </p:nvSpPr>
            <p:spPr bwMode="auto">
              <a:xfrm>
                <a:off x="4751867" y="2959041"/>
                <a:ext cx="57332" cy="33821"/>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5" name="íšľiḍe"/>
              <p:cNvSpPr/>
              <p:nvPr/>
            </p:nvSpPr>
            <p:spPr bwMode="auto">
              <a:xfrm>
                <a:off x="4739267" y="2929032"/>
                <a:ext cx="55442" cy="41442"/>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6" name="íṣḷíḓe"/>
              <p:cNvSpPr/>
              <p:nvPr/>
            </p:nvSpPr>
            <p:spPr bwMode="auto">
              <a:xfrm>
                <a:off x="4720366" y="2907596"/>
                <a:ext cx="56701" cy="50016"/>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7" name="îš1iďe"/>
              <p:cNvSpPr/>
              <p:nvPr/>
            </p:nvSpPr>
            <p:spPr bwMode="auto">
              <a:xfrm>
                <a:off x="4365038" y="3010963"/>
                <a:ext cx="37171" cy="55732"/>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8" name="î$ļïḑê"/>
              <p:cNvSpPr/>
              <p:nvPr/>
            </p:nvSpPr>
            <p:spPr bwMode="auto">
              <a:xfrm>
                <a:off x="4393389" y="3010963"/>
                <a:ext cx="39691" cy="55732"/>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9" name="ïśḷiḑè"/>
              <p:cNvSpPr/>
              <p:nvPr/>
            </p:nvSpPr>
            <p:spPr bwMode="auto">
              <a:xfrm>
                <a:off x="4387088" y="3044783"/>
                <a:ext cx="15751" cy="7145"/>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0" name="íslîďê"/>
              <p:cNvSpPr/>
              <p:nvPr/>
            </p:nvSpPr>
            <p:spPr bwMode="auto">
              <a:xfrm>
                <a:off x="4422999" y="3010963"/>
                <a:ext cx="37801" cy="55732"/>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1" name="ísļîḍê"/>
              <p:cNvSpPr/>
              <p:nvPr/>
            </p:nvSpPr>
            <p:spPr bwMode="auto">
              <a:xfrm>
                <a:off x="4451350" y="3010963"/>
                <a:ext cx="37171" cy="55732"/>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2" name="îsḻíďè"/>
              <p:cNvSpPr/>
              <p:nvPr/>
            </p:nvSpPr>
            <p:spPr bwMode="auto">
              <a:xfrm>
                <a:off x="4442530" y="3059074"/>
                <a:ext cx="15751" cy="7621"/>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3" name="îsliḓê"/>
              <p:cNvSpPr/>
              <p:nvPr/>
            </p:nvSpPr>
            <p:spPr bwMode="auto">
              <a:xfrm>
                <a:off x="4337317" y="2926174"/>
                <a:ext cx="308078" cy="15576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4" name="îṩlîḋe"/>
              <p:cNvSpPr/>
              <p:nvPr/>
            </p:nvSpPr>
            <p:spPr bwMode="auto">
              <a:xfrm>
                <a:off x="4535772" y="3005247"/>
                <a:ext cx="44101" cy="7526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5" name="ís1íďé"/>
              <p:cNvSpPr/>
              <p:nvPr/>
            </p:nvSpPr>
            <p:spPr bwMode="auto">
              <a:xfrm>
                <a:off x="4494821" y="2802801"/>
                <a:ext cx="66151" cy="59066"/>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6" name="isḻíḓê"/>
              <p:cNvSpPr/>
              <p:nvPr/>
            </p:nvSpPr>
            <p:spPr bwMode="auto">
              <a:xfrm>
                <a:off x="4574833" y="2817091"/>
                <a:ext cx="59221" cy="60972"/>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7" name="îsḷîḋè"/>
              <p:cNvSpPr/>
              <p:nvPr/>
            </p:nvSpPr>
            <p:spPr bwMode="auto">
              <a:xfrm>
                <a:off x="4341728" y="2816615"/>
                <a:ext cx="37801" cy="66688"/>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8" name="iṩľíḍè"/>
              <p:cNvSpPr/>
              <p:nvPr/>
            </p:nvSpPr>
            <p:spPr bwMode="auto">
              <a:xfrm>
                <a:off x="4647915" y="2836145"/>
                <a:ext cx="82532" cy="74786"/>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9" name="iṡliḓè"/>
              <p:cNvSpPr/>
              <p:nvPr/>
            </p:nvSpPr>
            <p:spPr bwMode="auto">
              <a:xfrm>
                <a:off x="4411659" y="2798038"/>
                <a:ext cx="60481" cy="7002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0" name="íşḷíḋè"/>
              <p:cNvSpPr/>
              <p:nvPr/>
            </p:nvSpPr>
            <p:spPr bwMode="auto">
              <a:xfrm>
                <a:off x="4265495" y="2840908"/>
                <a:ext cx="56071" cy="71928"/>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1" name="ïṧļîḑe"/>
              <p:cNvSpPr/>
              <p:nvPr/>
            </p:nvSpPr>
            <p:spPr bwMode="auto">
              <a:xfrm>
                <a:off x="4434339" y="3156247"/>
                <a:ext cx="115923" cy="16196"/>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2" name="îṧ1ïḍé"/>
              <p:cNvSpPr/>
              <p:nvPr/>
            </p:nvSpPr>
            <p:spPr bwMode="auto">
              <a:xfrm>
                <a:off x="4298256" y="3105279"/>
                <a:ext cx="387460" cy="40489"/>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3" name="iṡlídê"/>
              <p:cNvSpPr/>
              <p:nvPr/>
            </p:nvSpPr>
            <p:spPr bwMode="auto">
              <a:xfrm>
                <a:off x="4341097" y="3109566"/>
                <a:ext cx="195935" cy="28581"/>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4" name="íṧḷîḓé"/>
              <p:cNvSpPr/>
              <p:nvPr/>
            </p:nvSpPr>
            <p:spPr bwMode="auto">
              <a:xfrm>
                <a:off x="4541442" y="3110042"/>
                <a:ext cx="106473" cy="28581"/>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5" name="i$ľíḑe"/>
              <p:cNvSpPr/>
              <p:nvPr/>
            </p:nvSpPr>
            <p:spPr bwMode="auto">
              <a:xfrm>
                <a:off x="4283766" y="2880921"/>
                <a:ext cx="417070" cy="328201"/>
              </a:xfrm>
              <a:prstGeom prst="ellipse">
                <a:avLst/>
              </a:prstGeom>
              <a:noFill/>
              <a:ln w="14288"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6" name="íšḻíḋè"/>
              <p:cNvSpPr/>
              <p:nvPr/>
            </p:nvSpPr>
            <p:spPr bwMode="auto">
              <a:xfrm>
                <a:off x="4238405" y="2880921"/>
                <a:ext cx="507163" cy="328201"/>
              </a:xfrm>
              <a:prstGeom prst="ellipse">
                <a:avLst/>
              </a:prstGeom>
              <a:noFill/>
              <a:ln w="15875"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7" name="iSľîḍè"/>
              <p:cNvSpPr/>
              <p:nvPr/>
            </p:nvSpPr>
            <p:spPr bwMode="auto">
              <a:xfrm>
                <a:off x="4348028" y="2903785"/>
                <a:ext cx="288547" cy="6193"/>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8" name="iSľîḑe"/>
              <p:cNvSpPr/>
              <p:nvPr/>
            </p:nvSpPr>
            <p:spPr bwMode="auto">
              <a:xfrm>
                <a:off x="4351177" y="3181017"/>
                <a:ext cx="282247" cy="6669"/>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solidFill>
                <a:srgbClr val="005BAC"/>
              </a:solidFill>
              <a:ln w="9525">
                <a:no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sp>
        <p:nvSpPr>
          <p:cNvPr id="291" name="文本框 290"/>
          <p:cNvSpPr txBox="1"/>
          <p:nvPr userDrawn="1"/>
        </p:nvSpPr>
        <p:spPr>
          <a:xfrm>
            <a:off x="304647" y="6232973"/>
            <a:ext cx="2031325" cy="338554"/>
          </a:xfrm>
          <a:prstGeom prst="rect">
            <a:avLst/>
          </a:prstGeom>
          <a:noFill/>
        </p:spPr>
        <p:txBody>
          <a:bodyPr wrap="none" rtlCol="0">
            <a:spAutoFit/>
          </a:bodyPr>
          <a:lstStyle/>
          <a:p>
            <a:r>
              <a:rPr lang="zh-CN" altLang="en-US" sz="1600" dirty="0">
                <a:solidFill>
                  <a:schemeClr val="bg2">
                    <a:lumMod val="50000"/>
                  </a:schemeClr>
                </a:solidFill>
                <a:latin typeface="隶书" panose="02010509060101010101" pitchFamily="49" charset="-122"/>
                <a:ea typeface="隶书" panose="02010509060101010101" pitchFamily="49" charset="-122"/>
              </a:rPr>
              <a:t>明德厚学  求是创新</a:t>
            </a:r>
          </a:p>
        </p:txBody>
      </p:sp>
      <p:sp>
        <p:nvSpPr>
          <p:cNvPr id="293" name="灯片编号占位符 4"/>
          <p:cNvSpPr>
            <a:spLocks noGrp="1"/>
          </p:cNvSpPr>
          <p:nvPr>
            <p:ph type="sldNum" sz="quarter" idx="12"/>
          </p:nvPr>
        </p:nvSpPr>
        <p:spPr>
          <a:xfrm>
            <a:off x="8770767" y="6229766"/>
            <a:ext cx="2743200" cy="341761"/>
          </a:xfrm>
        </p:spPr>
        <p:txBody>
          <a:bodyPr/>
          <a:lstStyle>
            <a:lvl1pPr>
              <a:defRPr sz="1800" b="0">
                <a:solidFill>
                  <a:srgbClr val="0E647C"/>
                </a:solidFill>
                <a:latin typeface="微软雅黑" panose="020B0503020204020204" pitchFamily="34" charset="-122"/>
                <a:ea typeface="微软雅黑" panose="020B0503020204020204" pitchFamily="34" charset="-122"/>
              </a:defRPr>
            </a:lvl1pPr>
          </a:lstStyle>
          <a:p>
            <a:fld id="{1AAC388E-FA9E-4A2C-95EA-1F6B3A07935A}"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Slide 2">
    <p:spTree>
      <p:nvGrpSpPr>
        <p:cNvPr id="1" name=""/>
        <p:cNvGrpSpPr/>
        <p:nvPr/>
      </p:nvGrpSpPr>
      <p:grpSpPr>
        <a:xfrm>
          <a:off x="0" y="0"/>
          <a:ext cx="0" cy="0"/>
          <a:chOff x="0" y="0"/>
          <a:chExt cx="0" cy="0"/>
        </a:xfrm>
      </p:grpSpPr>
      <p:sp>
        <p:nvSpPr>
          <p:cNvPr id="6" name="标题 1"/>
          <p:cNvSpPr>
            <a:spLocks noGrp="1"/>
          </p:cNvSpPr>
          <p:nvPr>
            <p:ph type="title"/>
          </p:nvPr>
        </p:nvSpPr>
        <p:spPr>
          <a:xfrm>
            <a:off x="718218" y="202011"/>
            <a:ext cx="8655953" cy="601075"/>
          </a:xfrm>
          <a:prstGeom prst="rect">
            <a:avLst/>
          </a:prstGeom>
        </p:spPr>
        <p:txBody>
          <a:bodyPr lIns="0" rIns="0" anchor="ctr">
            <a:normAutofit/>
          </a:bodyPr>
          <a:lstStyle>
            <a:lvl1pPr>
              <a:defRPr sz="32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cxnSp>
        <p:nvCxnSpPr>
          <p:cNvPr id="75" name="直接连接符 74"/>
          <p:cNvCxnSpPr/>
          <p:nvPr userDrawn="1"/>
        </p:nvCxnSpPr>
        <p:spPr>
          <a:xfrm>
            <a:off x="719833" y="803088"/>
            <a:ext cx="10790378" cy="0"/>
          </a:xfrm>
          <a:prstGeom prst="line">
            <a:avLst/>
          </a:prstGeom>
          <a:ln w="38100">
            <a:solidFill>
              <a:srgbClr val="0E647C"/>
            </a:solidFill>
          </a:ln>
        </p:spPr>
        <p:style>
          <a:lnRef idx="1">
            <a:schemeClr val="accent1"/>
          </a:lnRef>
          <a:fillRef idx="0">
            <a:schemeClr val="accent1"/>
          </a:fillRef>
          <a:effectRef idx="0">
            <a:schemeClr val="accent1"/>
          </a:effectRef>
          <a:fontRef idx="minor">
            <a:schemeClr val="tx1"/>
          </a:fontRef>
        </p:style>
      </p:cxnSp>
      <p:sp>
        <p:nvSpPr>
          <p:cNvPr id="76" name="矩形 75"/>
          <p:cNvSpPr/>
          <p:nvPr userDrawn="1"/>
        </p:nvSpPr>
        <p:spPr>
          <a:xfrm>
            <a:off x="304647" y="-5194"/>
            <a:ext cx="236852" cy="1205344"/>
          </a:xfrm>
          <a:prstGeom prst="rect">
            <a:avLst/>
          </a:prstGeom>
          <a:solidFill>
            <a:srgbClr val="0E6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0" name="组合 289"/>
          <p:cNvGrpSpPr/>
          <p:nvPr userDrawn="1"/>
        </p:nvGrpSpPr>
        <p:grpSpPr>
          <a:xfrm>
            <a:off x="9119233" y="235666"/>
            <a:ext cx="2297828" cy="440141"/>
            <a:chOff x="4350563" y="2799467"/>
            <a:chExt cx="2297828" cy="440141"/>
          </a:xfrm>
        </p:grpSpPr>
        <p:grpSp>
          <p:nvGrpSpPr>
            <p:cNvPr id="3" name="组合 2"/>
            <p:cNvGrpSpPr/>
            <p:nvPr userDrawn="1"/>
          </p:nvGrpSpPr>
          <p:grpSpPr>
            <a:xfrm>
              <a:off x="5012152" y="2799467"/>
              <a:ext cx="1636239" cy="440141"/>
              <a:chOff x="5012152" y="2799467"/>
              <a:chExt cx="1636239" cy="440141"/>
            </a:xfrm>
          </p:grpSpPr>
          <p:sp>
            <p:nvSpPr>
              <p:cNvPr id="185" name="ïślíḍê"/>
              <p:cNvSpPr/>
              <p:nvPr/>
            </p:nvSpPr>
            <p:spPr bwMode="auto">
              <a:xfrm>
                <a:off x="5012152" y="2799467"/>
                <a:ext cx="1628618" cy="332011"/>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6" name="íṡľîḍé"/>
              <p:cNvSpPr/>
              <p:nvPr/>
            </p:nvSpPr>
            <p:spPr bwMode="auto">
              <a:xfrm>
                <a:off x="5047878" y="3171490"/>
                <a:ext cx="41918" cy="52874"/>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7" name="iSlïḍê"/>
              <p:cNvSpPr/>
              <p:nvPr/>
            </p:nvSpPr>
            <p:spPr bwMode="auto">
              <a:xfrm>
                <a:off x="5100276" y="3185781"/>
                <a:ext cx="30962" cy="39060"/>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8" name="ïšḷîḋé"/>
              <p:cNvSpPr/>
              <p:nvPr/>
            </p:nvSpPr>
            <p:spPr bwMode="auto">
              <a:xfrm>
                <a:off x="5138859"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9" name="íšľíďê"/>
              <p:cNvSpPr/>
              <p:nvPr/>
            </p:nvSpPr>
            <p:spPr bwMode="auto">
              <a:xfrm>
                <a:off x="5179348" y="3185781"/>
                <a:ext cx="32391" cy="38584"/>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0" name="ïṩḻíďê"/>
              <p:cNvSpPr/>
              <p:nvPr/>
            </p:nvSpPr>
            <p:spPr bwMode="auto">
              <a:xfrm>
                <a:off x="5218885" y="3171490"/>
                <a:ext cx="31438"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1" name="iŝ1îďe"/>
              <p:cNvSpPr/>
              <p:nvPr/>
            </p:nvSpPr>
            <p:spPr bwMode="auto">
              <a:xfrm>
                <a:off x="5257469"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2" name="iṣ1îďé"/>
              <p:cNvSpPr/>
              <p:nvPr/>
            </p:nvSpPr>
            <p:spPr bwMode="auto">
              <a:xfrm>
                <a:off x="5300816"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3" name="íṥľïḍè"/>
              <p:cNvSpPr/>
              <p:nvPr/>
            </p:nvSpPr>
            <p:spPr bwMode="auto">
              <a:xfrm>
                <a:off x="5339876" y="3184352"/>
                <a:ext cx="33821"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4" name="î$1îďè"/>
              <p:cNvSpPr/>
              <p:nvPr/>
            </p:nvSpPr>
            <p:spPr bwMode="auto">
              <a:xfrm>
                <a:off x="5404183" y="3171490"/>
                <a:ext cx="41442" cy="53827"/>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5" name="íSľîḑê"/>
              <p:cNvSpPr/>
              <p:nvPr/>
            </p:nvSpPr>
            <p:spPr bwMode="auto">
              <a:xfrm>
                <a:off x="5456104"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6" name="ïṧ1iḓé"/>
              <p:cNvSpPr/>
              <p:nvPr/>
            </p:nvSpPr>
            <p:spPr bwMode="auto">
              <a:xfrm>
                <a:off x="5497546" y="3171490"/>
                <a:ext cx="6193" cy="52874"/>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7" name="îśḻîḍé"/>
              <p:cNvSpPr/>
              <p:nvPr/>
            </p:nvSpPr>
            <p:spPr bwMode="auto">
              <a:xfrm>
                <a:off x="5508978" y="3185781"/>
                <a:ext cx="35726" cy="38584"/>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8" name="íŝḻîḋè"/>
              <p:cNvSpPr/>
              <p:nvPr/>
            </p:nvSpPr>
            <p:spPr bwMode="auto">
              <a:xfrm>
                <a:off x="5548038" y="3184352"/>
                <a:ext cx="35249" cy="40489"/>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9" name="íS1íḓé"/>
              <p:cNvSpPr/>
              <p:nvPr/>
            </p:nvSpPr>
            <p:spPr bwMode="auto">
              <a:xfrm>
                <a:off x="5591862" y="3184352"/>
                <a:ext cx="19054" cy="40013"/>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0" name="ïṩḷîdê"/>
              <p:cNvSpPr/>
              <p:nvPr/>
            </p:nvSpPr>
            <p:spPr bwMode="auto">
              <a:xfrm>
                <a:off x="5612821" y="3184352"/>
                <a:ext cx="31915" cy="40489"/>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1" name="îṥ1iḓe"/>
              <p:cNvSpPr/>
              <p:nvPr/>
            </p:nvSpPr>
            <p:spPr bwMode="auto">
              <a:xfrm>
                <a:off x="5652358"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2" name="îSḷîḋe"/>
              <p:cNvSpPr/>
              <p:nvPr/>
            </p:nvSpPr>
            <p:spPr bwMode="auto">
              <a:xfrm>
                <a:off x="5664742" y="3174825"/>
                <a:ext cx="18101" cy="49540"/>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3" name="îşḷîḋè"/>
              <p:cNvSpPr/>
              <p:nvPr/>
            </p:nvSpPr>
            <p:spPr bwMode="auto">
              <a:xfrm>
                <a:off x="5684749" y="3185781"/>
                <a:ext cx="35249" cy="53827"/>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4" name="îṧḷiḋé"/>
              <p:cNvSpPr/>
              <p:nvPr/>
            </p:nvSpPr>
            <p:spPr bwMode="auto">
              <a:xfrm>
                <a:off x="5743815" y="3184352"/>
                <a:ext cx="36202"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5" name="ïṡ1íḍè"/>
              <p:cNvSpPr/>
              <p:nvPr/>
            </p:nvSpPr>
            <p:spPr bwMode="auto">
              <a:xfrm>
                <a:off x="5783352" y="3170538"/>
                <a:ext cx="18101" cy="53827"/>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6" name="ïslïdê"/>
              <p:cNvSpPr/>
              <p:nvPr/>
            </p:nvSpPr>
            <p:spPr bwMode="auto">
              <a:xfrm>
                <a:off x="5826699" y="3170062"/>
                <a:ext cx="41918" cy="55256"/>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7" name="íṡḻïďe"/>
              <p:cNvSpPr/>
              <p:nvPr/>
            </p:nvSpPr>
            <p:spPr bwMode="auto">
              <a:xfrm>
                <a:off x="5874810" y="3184352"/>
                <a:ext cx="32391" cy="40489"/>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8" name="îṣḷïďê"/>
              <p:cNvSpPr/>
              <p:nvPr/>
            </p:nvSpPr>
            <p:spPr bwMode="auto">
              <a:xfrm>
                <a:off x="5913870"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9" name="ïślîdè"/>
              <p:cNvSpPr/>
              <p:nvPr/>
            </p:nvSpPr>
            <p:spPr bwMode="auto">
              <a:xfrm>
                <a:off x="592816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0" name="iṥlîḋè"/>
              <p:cNvSpPr/>
              <p:nvPr/>
            </p:nvSpPr>
            <p:spPr bwMode="auto">
              <a:xfrm>
                <a:off x="5970555" y="3184352"/>
                <a:ext cx="31915"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1" name="iśḷîḓe"/>
              <p:cNvSpPr/>
              <p:nvPr/>
            </p:nvSpPr>
            <p:spPr bwMode="auto">
              <a:xfrm>
                <a:off x="6009138" y="3184352"/>
                <a:ext cx="33344"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2" name="ïṥḻïdê"/>
              <p:cNvSpPr/>
              <p:nvPr/>
            </p:nvSpPr>
            <p:spPr bwMode="auto">
              <a:xfrm>
                <a:off x="604677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3" name="íṧḷîḑé"/>
              <p:cNvSpPr/>
              <p:nvPr/>
            </p:nvSpPr>
            <p:spPr bwMode="auto">
              <a:xfrm>
                <a:off x="6128224"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4" name="îşľiḍe"/>
              <p:cNvSpPr/>
              <p:nvPr/>
            </p:nvSpPr>
            <p:spPr bwMode="auto">
              <a:xfrm>
                <a:off x="6171572"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5" name="iṩ1ïḓé"/>
              <p:cNvSpPr/>
              <p:nvPr/>
            </p:nvSpPr>
            <p:spPr bwMode="auto">
              <a:xfrm>
                <a:off x="6210155" y="3171490"/>
                <a:ext cx="34297" cy="53350"/>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6" name="îš1îḓé"/>
              <p:cNvSpPr/>
              <p:nvPr/>
            </p:nvSpPr>
            <p:spPr bwMode="auto">
              <a:xfrm>
                <a:off x="6270175" y="3171490"/>
                <a:ext cx="42871" cy="52874"/>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7" name="íşḻîdè"/>
              <p:cNvSpPr/>
              <p:nvPr/>
            </p:nvSpPr>
            <p:spPr bwMode="auto">
              <a:xfrm>
                <a:off x="6316856" y="3184352"/>
                <a:ext cx="34773"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8" name="i$1íḋè"/>
              <p:cNvSpPr/>
              <p:nvPr/>
            </p:nvSpPr>
            <p:spPr bwMode="auto">
              <a:xfrm>
                <a:off x="6356869" y="3184352"/>
                <a:ext cx="32868"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9" name="íṥḻîďe"/>
              <p:cNvSpPr/>
              <p:nvPr/>
            </p:nvSpPr>
            <p:spPr bwMode="auto">
              <a:xfrm>
                <a:off x="6396405" y="3171490"/>
                <a:ext cx="30962"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0" name="ïšḷîḍè"/>
              <p:cNvSpPr/>
              <p:nvPr/>
            </p:nvSpPr>
            <p:spPr bwMode="auto">
              <a:xfrm>
                <a:off x="6437371"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1" name="işḷídè"/>
              <p:cNvSpPr/>
              <p:nvPr/>
            </p:nvSpPr>
            <p:spPr bwMode="auto">
              <a:xfrm>
                <a:off x="6475955"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2" name="ïŝ1iḋé"/>
              <p:cNvSpPr/>
              <p:nvPr/>
            </p:nvSpPr>
            <p:spPr bwMode="auto">
              <a:xfrm>
                <a:off x="6519302" y="3171490"/>
                <a:ext cx="6669" cy="52874"/>
              </a:xfrm>
              <a:prstGeom prst="rect">
                <a:avLst/>
              </a:pr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3" name="îSḻidè"/>
              <p:cNvSpPr/>
              <p:nvPr/>
            </p:nvSpPr>
            <p:spPr bwMode="auto">
              <a:xfrm>
                <a:off x="6533116"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4" name="ïšlïḍè"/>
              <p:cNvSpPr/>
              <p:nvPr/>
            </p:nvSpPr>
            <p:spPr bwMode="auto">
              <a:xfrm>
                <a:off x="6574081" y="3184352"/>
                <a:ext cx="34297"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5" name="îşḻïḓê"/>
              <p:cNvSpPr/>
              <p:nvPr/>
            </p:nvSpPr>
            <p:spPr bwMode="auto">
              <a:xfrm>
                <a:off x="6613142" y="3185781"/>
                <a:ext cx="35249" cy="53827"/>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nvGrpSpPr>
            <p:cNvPr id="289" name="组合 288"/>
            <p:cNvGrpSpPr/>
            <p:nvPr userDrawn="1"/>
          </p:nvGrpSpPr>
          <p:grpSpPr>
            <a:xfrm>
              <a:off x="4350563" y="2818237"/>
              <a:ext cx="531058" cy="402600"/>
              <a:chOff x="4139492" y="2778031"/>
              <a:chExt cx="704987" cy="534457"/>
            </a:xfrm>
          </p:grpSpPr>
          <p:sp>
            <p:nvSpPr>
              <p:cNvPr id="226" name="iṧľiḑé"/>
              <p:cNvSpPr/>
              <p:nvPr/>
            </p:nvSpPr>
            <p:spPr bwMode="auto">
              <a:xfrm>
                <a:off x="4139492" y="2778031"/>
                <a:ext cx="704987" cy="534457"/>
              </a:xfrm>
              <a:prstGeom prst="ellipse">
                <a:avLst/>
              </a:prstGeom>
              <a:noFill/>
              <a:ln w="19050"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7" name="íšḻïḓé"/>
              <p:cNvSpPr/>
              <p:nvPr/>
            </p:nvSpPr>
            <p:spPr bwMode="auto">
              <a:xfrm>
                <a:off x="4198083" y="2909502"/>
                <a:ext cx="63002" cy="55256"/>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8" name="íSľiḑè"/>
              <p:cNvSpPr/>
              <p:nvPr/>
            </p:nvSpPr>
            <p:spPr bwMode="auto">
              <a:xfrm>
                <a:off x="4186113" y="2942370"/>
                <a:ext cx="57332" cy="47158"/>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9" name="íślïďe"/>
              <p:cNvSpPr/>
              <p:nvPr/>
            </p:nvSpPr>
            <p:spPr bwMode="auto">
              <a:xfrm>
                <a:off x="4170363" y="2958565"/>
                <a:ext cx="58591" cy="38108"/>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0" name="îšlide"/>
              <p:cNvSpPr/>
              <p:nvPr/>
            </p:nvSpPr>
            <p:spPr bwMode="auto">
              <a:xfrm>
                <a:off x="4165323" y="2988098"/>
                <a:ext cx="60481" cy="30962"/>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1" name="îṥḷíḓè"/>
              <p:cNvSpPr/>
              <p:nvPr/>
            </p:nvSpPr>
            <p:spPr bwMode="auto">
              <a:xfrm>
                <a:off x="4159022" y="3014297"/>
                <a:ext cx="60481" cy="33821"/>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2" name="ïš1ídé"/>
              <p:cNvSpPr/>
              <p:nvPr/>
            </p:nvSpPr>
            <p:spPr bwMode="auto">
              <a:xfrm>
                <a:off x="4159652" y="3046689"/>
                <a:ext cx="59852" cy="26199"/>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3" name="ïSľîďe"/>
              <p:cNvSpPr/>
              <p:nvPr/>
            </p:nvSpPr>
            <p:spPr bwMode="auto">
              <a:xfrm>
                <a:off x="4163433" y="3065266"/>
                <a:ext cx="63002" cy="36679"/>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4" name="îṡļiḑe"/>
              <p:cNvSpPr/>
              <p:nvPr/>
            </p:nvSpPr>
            <p:spPr bwMode="auto">
              <a:xfrm>
                <a:off x="4173513" y="3095276"/>
                <a:ext cx="57961" cy="36679"/>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5" name="íṡḷíḍé"/>
              <p:cNvSpPr/>
              <p:nvPr/>
            </p:nvSpPr>
            <p:spPr bwMode="auto">
              <a:xfrm>
                <a:off x="4203124" y="3122427"/>
                <a:ext cx="56071" cy="50016"/>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6" name="ísḷîḋe"/>
              <p:cNvSpPr/>
              <p:nvPr/>
            </p:nvSpPr>
            <p:spPr bwMode="auto">
              <a:xfrm>
                <a:off x="4219504" y="3144815"/>
                <a:ext cx="61742" cy="57161"/>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7" name="ïSlidé"/>
              <p:cNvSpPr/>
              <p:nvPr/>
            </p:nvSpPr>
            <p:spPr bwMode="auto">
              <a:xfrm>
                <a:off x="4248485" y="3164345"/>
                <a:ext cx="42841" cy="53827"/>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8" name="iSlîďê"/>
              <p:cNvSpPr/>
              <p:nvPr/>
            </p:nvSpPr>
            <p:spPr bwMode="auto">
              <a:xfrm>
                <a:off x="4271165" y="3173396"/>
                <a:ext cx="44732" cy="56209"/>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9" name="îS1iḑé"/>
              <p:cNvSpPr/>
              <p:nvPr/>
            </p:nvSpPr>
            <p:spPr bwMode="auto">
              <a:xfrm>
                <a:off x="4288806" y="3188162"/>
                <a:ext cx="47251" cy="60496"/>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0" name="îṡ1îďè"/>
              <p:cNvSpPr/>
              <p:nvPr/>
            </p:nvSpPr>
            <p:spPr bwMode="auto">
              <a:xfrm>
                <a:off x="4310856" y="3198642"/>
                <a:ext cx="42841" cy="62877"/>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1" name="îṩļíďê"/>
              <p:cNvSpPr/>
              <p:nvPr/>
            </p:nvSpPr>
            <p:spPr bwMode="auto">
              <a:xfrm>
                <a:off x="4338577" y="3209598"/>
                <a:ext cx="33391" cy="58114"/>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2" name="î$ḷíḑê"/>
              <p:cNvSpPr/>
              <p:nvPr/>
            </p:nvSpPr>
            <p:spPr bwMode="auto">
              <a:xfrm>
                <a:off x="4356847" y="3214838"/>
                <a:ext cx="28980" cy="58114"/>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3" name="ïṩlïďè"/>
              <p:cNvSpPr/>
              <p:nvPr/>
            </p:nvSpPr>
            <p:spPr bwMode="auto">
              <a:xfrm>
                <a:off x="4378268" y="3218172"/>
                <a:ext cx="32131" cy="60020"/>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4" name="ïšļïďè"/>
              <p:cNvSpPr/>
              <p:nvPr/>
            </p:nvSpPr>
            <p:spPr bwMode="auto">
              <a:xfrm>
                <a:off x="4407249" y="3225317"/>
                <a:ext cx="29611" cy="60020"/>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5" name="î$ļidê"/>
              <p:cNvSpPr/>
              <p:nvPr/>
            </p:nvSpPr>
            <p:spPr bwMode="auto">
              <a:xfrm>
                <a:off x="4445679" y="3231986"/>
                <a:ext cx="25831" cy="60020"/>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6" name="iṡlïḍé"/>
              <p:cNvSpPr/>
              <p:nvPr/>
            </p:nvSpPr>
            <p:spPr bwMode="auto">
              <a:xfrm>
                <a:off x="4469620" y="3233892"/>
                <a:ext cx="20791" cy="57161"/>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7" name="iṧ1íďé"/>
              <p:cNvSpPr/>
              <p:nvPr/>
            </p:nvSpPr>
            <p:spPr bwMode="auto">
              <a:xfrm>
                <a:off x="4505531" y="3234368"/>
                <a:ext cx="21421" cy="59543"/>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8" name="iśľiḋe"/>
              <p:cNvSpPr/>
              <p:nvPr/>
            </p:nvSpPr>
            <p:spPr bwMode="auto">
              <a:xfrm>
                <a:off x="4524432" y="3232939"/>
                <a:ext cx="25831" cy="59543"/>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9" name="íṧľîḓê"/>
              <p:cNvSpPr/>
              <p:nvPr/>
            </p:nvSpPr>
            <p:spPr bwMode="auto">
              <a:xfrm>
                <a:off x="4544592" y="3229604"/>
                <a:ext cx="22681" cy="58590"/>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0" name="ïṧļíďê"/>
              <p:cNvSpPr/>
              <p:nvPr/>
            </p:nvSpPr>
            <p:spPr bwMode="auto">
              <a:xfrm>
                <a:off x="4558453" y="3223412"/>
                <a:ext cx="35281" cy="60496"/>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1" name="íṣlïḋe"/>
              <p:cNvSpPr/>
              <p:nvPr/>
            </p:nvSpPr>
            <p:spPr bwMode="auto">
              <a:xfrm>
                <a:off x="4581133" y="3216743"/>
                <a:ext cx="37801" cy="62401"/>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2" name="îšḻîḓe"/>
              <p:cNvSpPr/>
              <p:nvPr/>
            </p:nvSpPr>
            <p:spPr bwMode="auto">
              <a:xfrm>
                <a:off x="4612003" y="3210551"/>
                <a:ext cx="30241" cy="59543"/>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3" name="íṥḻïḑé"/>
              <p:cNvSpPr/>
              <p:nvPr/>
            </p:nvSpPr>
            <p:spPr bwMode="auto">
              <a:xfrm>
                <a:off x="4630274" y="3202453"/>
                <a:ext cx="40951" cy="60972"/>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4" name="ïśḻíḑè"/>
              <p:cNvSpPr/>
              <p:nvPr/>
            </p:nvSpPr>
            <p:spPr bwMode="auto">
              <a:xfrm>
                <a:off x="4670595" y="3188162"/>
                <a:ext cx="40321" cy="58114"/>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5" name="íṥļidé"/>
              <p:cNvSpPr/>
              <p:nvPr/>
            </p:nvSpPr>
            <p:spPr bwMode="auto">
              <a:xfrm>
                <a:off x="4677525" y="3168156"/>
                <a:ext cx="52921" cy="63353"/>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6" name="ïšḻíďe"/>
              <p:cNvSpPr/>
              <p:nvPr/>
            </p:nvSpPr>
            <p:spPr bwMode="auto">
              <a:xfrm>
                <a:off x="4703986" y="3157200"/>
                <a:ext cx="44732" cy="55732"/>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7" name="íś1iḑè"/>
              <p:cNvSpPr/>
              <p:nvPr/>
            </p:nvSpPr>
            <p:spPr bwMode="auto">
              <a:xfrm>
                <a:off x="4727297" y="3125762"/>
                <a:ext cx="56701" cy="48111"/>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8" name="iṧ1iḋe"/>
              <p:cNvSpPr/>
              <p:nvPr/>
            </p:nvSpPr>
            <p:spPr bwMode="auto">
              <a:xfrm>
                <a:off x="4741157" y="3108137"/>
                <a:ext cx="60481" cy="48111"/>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9" name="ïşliḍé"/>
              <p:cNvSpPr/>
              <p:nvPr/>
            </p:nvSpPr>
            <p:spPr bwMode="auto">
              <a:xfrm>
                <a:off x="4756278" y="3090989"/>
                <a:ext cx="57332" cy="34773"/>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0" name="ïşḻïḑé"/>
              <p:cNvSpPr/>
              <p:nvPr/>
            </p:nvSpPr>
            <p:spPr bwMode="auto">
              <a:xfrm>
                <a:off x="4760687" y="3062884"/>
                <a:ext cx="61742" cy="39536"/>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1" name="îṡḷíḓê"/>
              <p:cNvSpPr/>
              <p:nvPr/>
            </p:nvSpPr>
            <p:spPr bwMode="auto">
              <a:xfrm>
                <a:off x="4766987" y="3034780"/>
                <a:ext cx="58591" cy="29057"/>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2" name="íSļïḍè"/>
              <p:cNvSpPr/>
              <p:nvPr/>
            </p:nvSpPr>
            <p:spPr bwMode="auto">
              <a:xfrm>
                <a:off x="4765727" y="3007628"/>
                <a:ext cx="60481" cy="26675"/>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3" name="íṥḷîḋê"/>
              <p:cNvSpPr/>
              <p:nvPr/>
            </p:nvSpPr>
            <p:spPr bwMode="auto">
              <a:xfrm>
                <a:off x="4761947" y="2980953"/>
                <a:ext cx="58591" cy="33821"/>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4" name="íslíḋe"/>
              <p:cNvSpPr/>
              <p:nvPr/>
            </p:nvSpPr>
            <p:spPr bwMode="auto">
              <a:xfrm>
                <a:off x="4751867" y="2959041"/>
                <a:ext cx="57332" cy="33821"/>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5" name="íšľiḍe"/>
              <p:cNvSpPr/>
              <p:nvPr/>
            </p:nvSpPr>
            <p:spPr bwMode="auto">
              <a:xfrm>
                <a:off x="4739267" y="2929032"/>
                <a:ext cx="55442" cy="41442"/>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6" name="íṣḷíḓe"/>
              <p:cNvSpPr/>
              <p:nvPr/>
            </p:nvSpPr>
            <p:spPr bwMode="auto">
              <a:xfrm>
                <a:off x="4720366" y="2907596"/>
                <a:ext cx="56701" cy="50016"/>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7" name="îš1iďe"/>
              <p:cNvSpPr/>
              <p:nvPr/>
            </p:nvSpPr>
            <p:spPr bwMode="auto">
              <a:xfrm>
                <a:off x="4365038" y="3010963"/>
                <a:ext cx="37171" cy="55732"/>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8" name="î$ļïḑê"/>
              <p:cNvSpPr/>
              <p:nvPr/>
            </p:nvSpPr>
            <p:spPr bwMode="auto">
              <a:xfrm>
                <a:off x="4393389" y="3010963"/>
                <a:ext cx="39691" cy="55732"/>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9" name="ïśḷiḑè"/>
              <p:cNvSpPr/>
              <p:nvPr/>
            </p:nvSpPr>
            <p:spPr bwMode="auto">
              <a:xfrm>
                <a:off x="4387088" y="3044783"/>
                <a:ext cx="15751" cy="7145"/>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0" name="íslîďê"/>
              <p:cNvSpPr/>
              <p:nvPr/>
            </p:nvSpPr>
            <p:spPr bwMode="auto">
              <a:xfrm>
                <a:off x="4422999" y="3010963"/>
                <a:ext cx="37801" cy="55732"/>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1" name="ísļîḍê"/>
              <p:cNvSpPr/>
              <p:nvPr/>
            </p:nvSpPr>
            <p:spPr bwMode="auto">
              <a:xfrm>
                <a:off x="4451350" y="3010963"/>
                <a:ext cx="37171" cy="55732"/>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2" name="îsḻíďè"/>
              <p:cNvSpPr/>
              <p:nvPr/>
            </p:nvSpPr>
            <p:spPr bwMode="auto">
              <a:xfrm>
                <a:off x="4442530" y="3059074"/>
                <a:ext cx="15751" cy="7621"/>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3" name="îsliḓê"/>
              <p:cNvSpPr/>
              <p:nvPr/>
            </p:nvSpPr>
            <p:spPr bwMode="auto">
              <a:xfrm>
                <a:off x="4337317" y="2926174"/>
                <a:ext cx="308078" cy="15576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4" name="îṩlîḋe"/>
              <p:cNvSpPr/>
              <p:nvPr/>
            </p:nvSpPr>
            <p:spPr bwMode="auto">
              <a:xfrm>
                <a:off x="4535772" y="3005247"/>
                <a:ext cx="44101" cy="7526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5" name="ís1íďé"/>
              <p:cNvSpPr/>
              <p:nvPr/>
            </p:nvSpPr>
            <p:spPr bwMode="auto">
              <a:xfrm>
                <a:off x="4494821" y="2802801"/>
                <a:ext cx="66151" cy="59066"/>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6" name="isḻíḓê"/>
              <p:cNvSpPr/>
              <p:nvPr/>
            </p:nvSpPr>
            <p:spPr bwMode="auto">
              <a:xfrm>
                <a:off x="4574833" y="2817091"/>
                <a:ext cx="59221" cy="60972"/>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7" name="îsḷîḋè"/>
              <p:cNvSpPr/>
              <p:nvPr/>
            </p:nvSpPr>
            <p:spPr bwMode="auto">
              <a:xfrm>
                <a:off x="4341728" y="2816615"/>
                <a:ext cx="37801" cy="66688"/>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8" name="iṩľíḍè"/>
              <p:cNvSpPr/>
              <p:nvPr/>
            </p:nvSpPr>
            <p:spPr bwMode="auto">
              <a:xfrm>
                <a:off x="4647915" y="2836145"/>
                <a:ext cx="82532" cy="74786"/>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9" name="iṡliḓè"/>
              <p:cNvSpPr/>
              <p:nvPr/>
            </p:nvSpPr>
            <p:spPr bwMode="auto">
              <a:xfrm>
                <a:off x="4411659" y="2798038"/>
                <a:ext cx="60481" cy="7002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0" name="íşḷíḋè"/>
              <p:cNvSpPr/>
              <p:nvPr/>
            </p:nvSpPr>
            <p:spPr bwMode="auto">
              <a:xfrm>
                <a:off x="4265495" y="2840908"/>
                <a:ext cx="56071" cy="71928"/>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1" name="ïṧļîḑe"/>
              <p:cNvSpPr/>
              <p:nvPr/>
            </p:nvSpPr>
            <p:spPr bwMode="auto">
              <a:xfrm>
                <a:off x="4434339" y="3156247"/>
                <a:ext cx="115923" cy="16196"/>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2" name="îṧ1ïḍé"/>
              <p:cNvSpPr/>
              <p:nvPr/>
            </p:nvSpPr>
            <p:spPr bwMode="auto">
              <a:xfrm>
                <a:off x="4298256" y="3105279"/>
                <a:ext cx="387460" cy="40489"/>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3" name="iṡlídê"/>
              <p:cNvSpPr/>
              <p:nvPr/>
            </p:nvSpPr>
            <p:spPr bwMode="auto">
              <a:xfrm>
                <a:off x="4341097" y="3109566"/>
                <a:ext cx="195935" cy="28581"/>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4" name="íṧḷîḓé"/>
              <p:cNvSpPr/>
              <p:nvPr/>
            </p:nvSpPr>
            <p:spPr bwMode="auto">
              <a:xfrm>
                <a:off x="4541442" y="3110042"/>
                <a:ext cx="106473" cy="28581"/>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5" name="i$ľíḑe"/>
              <p:cNvSpPr/>
              <p:nvPr/>
            </p:nvSpPr>
            <p:spPr bwMode="auto">
              <a:xfrm>
                <a:off x="4283766" y="2880921"/>
                <a:ext cx="417070" cy="328201"/>
              </a:xfrm>
              <a:prstGeom prst="ellipse">
                <a:avLst/>
              </a:prstGeom>
              <a:noFill/>
              <a:ln w="14288"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6" name="íšḻíḋè"/>
              <p:cNvSpPr/>
              <p:nvPr/>
            </p:nvSpPr>
            <p:spPr bwMode="auto">
              <a:xfrm>
                <a:off x="4238405" y="2880921"/>
                <a:ext cx="507163" cy="328201"/>
              </a:xfrm>
              <a:prstGeom prst="ellipse">
                <a:avLst/>
              </a:prstGeom>
              <a:noFill/>
              <a:ln w="15875"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7" name="iSľîḍè"/>
              <p:cNvSpPr/>
              <p:nvPr/>
            </p:nvSpPr>
            <p:spPr bwMode="auto">
              <a:xfrm>
                <a:off x="4348028" y="2903785"/>
                <a:ext cx="288547" cy="6193"/>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8" name="iSľîḑe"/>
              <p:cNvSpPr/>
              <p:nvPr/>
            </p:nvSpPr>
            <p:spPr bwMode="auto">
              <a:xfrm>
                <a:off x="4351177" y="3181017"/>
                <a:ext cx="282247" cy="6669"/>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solidFill>
                <a:srgbClr val="005BAC"/>
              </a:solidFill>
              <a:ln w="9525">
                <a:no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sp>
        <p:nvSpPr>
          <p:cNvPr id="291" name="文本框 290"/>
          <p:cNvSpPr txBox="1"/>
          <p:nvPr userDrawn="1"/>
        </p:nvSpPr>
        <p:spPr>
          <a:xfrm>
            <a:off x="304647" y="6232973"/>
            <a:ext cx="2031325" cy="338554"/>
          </a:xfrm>
          <a:prstGeom prst="rect">
            <a:avLst/>
          </a:prstGeom>
          <a:noFill/>
        </p:spPr>
        <p:txBody>
          <a:bodyPr wrap="none" rtlCol="0">
            <a:spAutoFit/>
          </a:bodyPr>
          <a:lstStyle/>
          <a:p>
            <a:r>
              <a:rPr lang="zh-CN" altLang="en-US" sz="1600" dirty="0">
                <a:solidFill>
                  <a:schemeClr val="bg2">
                    <a:lumMod val="50000"/>
                  </a:schemeClr>
                </a:solidFill>
                <a:latin typeface="隶书" panose="02010509060101010101" pitchFamily="49" charset="-122"/>
                <a:ea typeface="隶书" panose="02010509060101010101" pitchFamily="49" charset="-122"/>
              </a:rPr>
              <a:t>明德厚学  求是创新</a:t>
            </a:r>
          </a:p>
        </p:txBody>
      </p:sp>
      <p:sp>
        <p:nvSpPr>
          <p:cNvPr id="293" name="灯片编号占位符 4"/>
          <p:cNvSpPr>
            <a:spLocks noGrp="1"/>
          </p:cNvSpPr>
          <p:nvPr>
            <p:ph type="sldNum" sz="quarter" idx="12"/>
          </p:nvPr>
        </p:nvSpPr>
        <p:spPr>
          <a:xfrm>
            <a:off x="8770767" y="6229766"/>
            <a:ext cx="2743200" cy="341761"/>
          </a:xfrm>
        </p:spPr>
        <p:txBody>
          <a:bodyPr/>
          <a:lstStyle>
            <a:lvl1pPr>
              <a:defRPr sz="1800" b="0">
                <a:solidFill>
                  <a:srgbClr val="0E647C"/>
                </a:solidFill>
                <a:latin typeface="微软雅黑" panose="020B0503020204020204" pitchFamily="34" charset="-122"/>
                <a:ea typeface="微软雅黑" panose="020B0503020204020204" pitchFamily="34" charset="-122"/>
              </a:defRPr>
            </a:lvl1pPr>
          </a:lstStyle>
          <a:p>
            <a:fld id="{1AAC388E-FA9E-4A2C-95EA-1F6B3A07935A}" type="slidenum">
              <a:rPr lang="zh-CN" altLang="en-US" smtClean="0"/>
              <a:t>‹#›</a:t>
            </a:fld>
            <a:endParaRPr lang="zh-CN" altLang="en-US" dirty="0"/>
          </a:p>
        </p:txBody>
      </p:sp>
      <p:sp>
        <p:nvSpPr>
          <p:cNvPr id="302" name="文本占位符 301"/>
          <p:cNvSpPr>
            <a:spLocks noGrp="1"/>
          </p:cNvSpPr>
          <p:nvPr>
            <p:ph type="body" sz="quarter" idx="13" hasCustomPrompt="1"/>
          </p:nvPr>
        </p:nvSpPr>
        <p:spPr>
          <a:xfrm>
            <a:off x="725026" y="835297"/>
            <a:ext cx="1300927"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lang="en-US" altLang="zh-CN" dirty="0"/>
              <a:t>1</a:t>
            </a:r>
            <a:endParaRPr lang="zh-CN" altLang="en-US" dirty="0"/>
          </a:p>
        </p:txBody>
      </p:sp>
      <p:sp>
        <p:nvSpPr>
          <p:cNvPr id="303" name="文本占位符 301"/>
          <p:cNvSpPr>
            <a:spLocks noGrp="1"/>
          </p:cNvSpPr>
          <p:nvPr>
            <p:ph type="body" sz="quarter" idx="14" hasCustomPrompt="1"/>
          </p:nvPr>
        </p:nvSpPr>
        <p:spPr>
          <a:xfrm>
            <a:off x="2452227" y="835297"/>
            <a:ext cx="1300927"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lang="en-US" altLang="zh-CN" dirty="0"/>
              <a:t>2</a:t>
            </a:r>
            <a:endParaRPr lang="zh-CN" altLang="en-US" dirty="0"/>
          </a:p>
        </p:txBody>
      </p:sp>
      <p:sp>
        <p:nvSpPr>
          <p:cNvPr id="304" name="文本占位符 301"/>
          <p:cNvSpPr>
            <a:spLocks noGrp="1"/>
          </p:cNvSpPr>
          <p:nvPr>
            <p:ph type="body" sz="quarter" idx="15" hasCustomPrompt="1"/>
          </p:nvPr>
        </p:nvSpPr>
        <p:spPr>
          <a:xfrm>
            <a:off x="4179426" y="835297"/>
            <a:ext cx="1300927"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lang="en-US" altLang="zh-CN" dirty="0"/>
              <a:t>3</a:t>
            </a:r>
            <a:endParaRPr lang="zh-CN" altLang="en-US" dirty="0"/>
          </a:p>
        </p:txBody>
      </p:sp>
      <p:sp>
        <p:nvSpPr>
          <p:cNvPr id="305" name="等腰三角形 304"/>
          <p:cNvSpPr/>
          <p:nvPr userDrawn="1"/>
        </p:nvSpPr>
        <p:spPr>
          <a:xfrm rot="5400000">
            <a:off x="2163618" y="974200"/>
            <a:ext cx="150944" cy="128594"/>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7" name="等腰三角形 306"/>
          <p:cNvSpPr/>
          <p:nvPr userDrawn="1"/>
        </p:nvSpPr>
        <p:spPr>
          <a:xfrm rot="5400000">
            <a:off x="3890818" y="974200"/>
            <a:ext cx="150944" cy="128594"/>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 2">
    <p:spTree>
      <p:nvGrpSpPr>
        <p:cNvPr id="1" name=""/>
        <p:cNvGrpSpPr/>
        <p:nvPr/>
      </p:nvGrpSpPr>
      <p:grpSpPr>
        <a:xfrm>
          <a:off x="0" y="0"/>
          <a:ext cx="0" cy="0"/>
          <a:chOff x="0" y="0"/>
          <a:chExt cx="0" cy="0"/>
        </a:xfrm>
      </p:grpSpPr>
      <p:sp>
        <p:nvSpPr>
          <p:cNvPr id="6" name="标题 1"/>
          <p:cNvSpPr>
            <a:spLocks noGrp="1"/>
          </p:cNvSpPr>
          <p:nvPr>
            <p:ph type="title"/>
          </p:nvPr>
        </p:nvSpPr>
        <p:spPr>
          <a:xfrm>
            <a:off x="718218" y="202011"/>
            <a:ext cx="8655953" cy="601075"/>
          </a:xfrm>
          <a:prstGeom prst="rect">
            <a:avLst/>
          </a:prstGeom>
        </p:spPr>
        <p:txBody>
          <a:bodyPr lIns="0" rIns="0" anchor="ctr">
            <a:normAutofit/>
          </a:bodyPr>
          <a:lstStyle>
            <a:lvl1pPr>
              <a:defRPr sz="32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cxnSp>
        <p:nvCxnSpPr>
          <p:cNvPr id="75" name="直接连接符 74"/>
          <p:cNvCxnSpPr/>
          <p:nvPr userDrawn="1"/>
        </p:nvCxnSpPr>
        <p:spPr>
          <a:xfrm>
            <a:off x="719833" y="803088"/>
            <a:ext cx="10790378" cy="0"/>
          </a:xfrm>
          <a:prstGeom prst="line">
            <a:avLst/>
          </a:prstGeom>
          <a:ln w="38100">
            <a:solidFill>
              <a:srgbClr val="0E647C"/>
            </a:solidFill>
          </a:ln>
        </p:spPr>
        <p:style>
          <a:lnRef idx="1">
            <a:schemeClr val="accent1"/>
          </a:lnRef>
          <a:fillRef idx="0">
            <a:schemeClr val="accent1"/>
          </a:fillRef>
          <a:effectRef idx="0">
            <a:schemeClr val="accent1"/>
          </a:effectRef>
          <a:fontRef idx="minor">
            <a:schemeClr val="tx1"/>
          </a:fontRef>
        </p:style>
      </p:cxnSp>
      <p:sp>
        <p:nvSpPr>
          <p:cNvPr id="76" name="矩形 75"/>
          <p:cNvSpPr/>
          <p:nvPr userDrawn="1"/>
        </p:nvSpPr>
        <p:spPr>
          <a:xfrm>
            <a:off x="304647" y="-5194"/>
            <a:ext cx="236852" cy="1205344"/>
          </a:xfrm>
          <a:prstGeom prst="rect">
            <a:avLst/>
          </a:prstGeom>
          <a:solidFill>
            <a:srgbClr val="0E6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0" name="组合 289"/>
          <p:cNvGrpSpPr/>
          <p:nvPr userDrawn="1"/>
        </p:nvGrpSpPr>
        <p:grpSpPr>
          <a:xfrm>
            <a:off x="9119233" y="235666"/>
            <a:ext cx="2297828" cy="440141"/>
            <a:chOff x="4350563" y="2799467"/>
            <a:chExt cx="2297828" cy="440141"/>
          </a:xfrm>
        </p:grpSpPr>
        <p:grpSp>
          <p:nvGrpSpPr>
            <p:cNvPr id="3" name="组合 2"/>
            <p:cNvGrpSpPr/>
            <p:nvPr userDrawn="1"/>
          </p:nvGrpSpPr>
          <p:grpSpPr>
            <a:xfrm>
              <a:off x="5012152" y="2799467"/>
              <a:ext cx="1636239" cy="440141"/>
              <a:chOff x="5012152" y="2799467"/>
              <a:chExt cx="1636239" cy="440141"/>
            </a:xfrm>
          </p:grpSpPr>
          <p:sp>
            <p:nvSpPr>
              <p:cNvPr id="185" name="ïślíḍê"/>
              <p:cNvSpPr/>
              <p:nvPr/>
            </p:nvSpPr>
            <p:spPr bwMode="auto">
              <a:xfrm>
                <a:off x="5012152" y="2799467"/>
                <a:ext cx="1628618" cy="332011"/>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6" name="íṡľîḍé"/>
              <p:cNvSpPr/>
              <p:nvPr/>
            </p:nvSpPr>
            <p:spPr bwMode="auto">
              <a:xfrm>
                <a:off x="5047878" y="3171490"/>
                <a:ext cx="41918" cy="52874"/>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7" name="iSlïḍê"/>
              <p:cNvSpPr/>
              <p:nvPr/>
            </p:nvSpPr>
            <p:spPr bwMode="auto">
              <a:xfrm>
                <a:off x="5100276" y="3185781"/>
                <a:ext cx="30962" cy="39060"/>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8" name="ïšḷîḋé"/>
              <p:cNvSpPr/>
              <p:nvPr/>
            </p:nvSpPr>
            <p:spPr bwMode="auto">
              <a:xfrm>
                <a:off x="5138859"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9" name="íšľíďê"/>
              <p:cNvSpPr/>
              <p:nvPr/>
            </p:nvSpPr>
            <p:spPr bwMode="auto">
              <a:xfrm>
                <a:off x="5179348" y="3185781"/>
                <a:ext cx="32391" cy="38584"/>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0" name="ïṩḻíďê"/>
              <p:cNvSpPr/>
              <p:nvPr/>
            </p:nvSpPr>
            <p:spPr bwMode="auto">
              <a:xfrm>
                <a:off x="5218885" y="3171490"/>
                <a:ext cx="31438"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1" name="iŝ1îďe"/>
              <p:cNvSpPr/>
              <p:nvPr/>
            </p:nvSpPr>
            <p:spPr bwMode="auto">
              <a:xfrm>
                <a:off x="5257469"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2" name="iṣ1îďé"/>
              <p:cNvSpPr/>
              <p:nvPr/>
            </p:nvSpPr>
            <p:spPr bwMode="auto">
              <a:xfrm>
                <a:off x="5300816"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3" name="íṥľïḍè"/>
              <p:cNvSpPr/>
              <p:nvPr/>
            </p:nvSpPr>
            <p:spPr bwMode="auto">
              <a:xfrm>
                <a:off x="5339876" y="3184352"/>
                <a:ext cx="33821"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4" name="î$1îďè"/>
              <p:cNvSpPr/>
              <p:nvPr/>
            </p:nvSpPr>
            <p:spPr bwMode="auto">
              <a:xfrm>
                <a:off x="5404183" y="3171490"/>
                <a:ext cx="41442" cy="53827"/>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5" name="íSľîḑê"/>
              <p:cNvSpPr/>
              <p:nvPr/>
            </p:nvSpPr>
            <p:spPr bwMode="auto">
              <a:xfrm>
                <a:off x="5456104"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6" name="ïṧ1iḓé"/>
              <p:cNvSpPr/>
              <p:nvPr/>
            </p:nvSpPr>
            <p:spPr bwMode="auto">
              <a:xfrm>
                <a:off x="5497546" y="3171490"/>
                <a:ext cx="6193" cy="52874"/>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7" name="îśḻîḍé"/>
              <p:cNvSpPr/>
              <p:nvPr/>
            </p:nvSpPr>
            <p:spPr bwMode="auto">
              <a:xfrm>
                <a:off x="5508978" y="3185781"/>
                <a:ext cx="35726" cy="38584"/>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8" name="íŝḻîḋè"/>
              <p:cNvSpPr/>
              <p:nvPr/>
            </p:nvSpPr>
            <p:spPr bwMode="auto">
              <a:xfrm>
                <a:off x="5548038" y="3184352"/>
                <a:ext cx="35249" cy="40489"/>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9" name="íS1íḓé"/>
              <p:cNvSpPr/>
              <p:nvPr/>
            </p:nvSpPr>
            <p:spPr bwMode="auto">
              <a:xfrm>
                <a:off x="5591862" y="3184352"/>
                <a:ext cx="19054" cy="40013"/>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0" name="ïṩḷîdê"/>
              <p:cNvSpPr/>
              <p:nvPr/>
            </p:nvSpPr>
            <p:spPr bwMode="auto">
              <a:xfrm>
                <a:off x="5612821" y="3184352"/>
                <a:ext cx="31915" cy="40489"/>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1" name="îṥ1iḓe"/>
              <p:cNvSpPr/>
              <p:nvPr/>
            </p:nvSpPr>
            <p:spPr bwMode="auto">
              <a:xfrm>
                <a:off x="5652358"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2" name="îSḷîḋe"/>
              <p:cNvSpPr/>
              <p:nvPr/>
            </p:nvSpPr>
            <p:spPr bwMode="auto">
              <a:xfrm>
                <a:off x="5664742" y="3174825"/>
                <a:ext cx="18101" cy="49540"/>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3" name="îşḷîḋè"/>
              <p:cNvSpPr/>
              <p:nvPr/>
            </p:nvSpPr>
            <p:spPr bwMode="auto">
              <a:xfrm>
                <a:off x="5684749" y="3185781"/>
                <a:ext cx="35249" cy="53827"/>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4" name="îṧḷiḋé"/>
              <p:cNvSpPr/>
              <p:nvPr/>
            </p:nvSpPr>
            <p:spPr bwMode="auto">
              <a:xfrm>
                <a:off x="5743815" y="3184352"/>
                <a:ext cx="36202"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5" name="ïṡ1íḍè"/>
              <p:cNvSpPr/>
              <p:nvPr/>
            </p:nvSpPr>
            <p:spPr bwMode="auto">
              <a:xfrm>
                <a:off x="5783352" y="3170538"/>
                <a:ext cx="18101" cy="53827"/>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6" name="ïslïdê"/>
              <p:cNvSpPr/>
              <p:nvPr/>
            </p:nvSpPr>
            <p:spPr bwMode="auto">
              <a:xfrm>
                <a:off x="5826699" y="3170062"/>
                <a:ext cx="41918" cy="55256"/>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7" name="íṡḻïďe"/>
              <p:cNvSpPr/>
              <p:nvPr/>
            </p:nvSpPr>
            <p:spPr bwMode="auto">
              <a:xfrm>
                <a:off x="5874810" y="3184352"/>
                <a:ext cx="32391" cy="40489"/>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8" name="îṣḷïďê"/>
              <p:cNvSpPr/>
              <p:nvPr/>
            </p:nvSpPr>
            <p:spPr bwMode="auto">
              <a:xfrm>
                <a:off x="5913870"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9" name="ïślîdè"/>
              <p:cNvSpPr/>
              <p:nvPr/>
            </p:nvSpPr>
            <p:spPr bwMode="auto">
              <a:xfrm>
                <a:off x="592816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0" name="iṥlîḋè"/>
              <p:cNvSpPr/>
              <p:nvPr/>
            </p:nvSpPr>
            <p:spPr bwMode="auto">
              <a:xfrm>
                <a:off x="5970555" y="3184352"/>
                <a:ext cx="31915"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1" name="iśḷîḓe"/>
              <p:cNvSpPr/>
              <p:nvPr/>
            </p:nvSpPr>
            <p:spPr bwMode="auto">
              <a:xfrm>
                <a:off x="6009138" y="3184352"/>
                <a:ext cx="33344"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2" name="ïṥḻïdê"/>
              <p:cNvSpPr/>
              <p:nvPr/>
            </p:nvSpPr>
            <p:spPr bwMode="auto">
              <a:xfrm>
                <a:off x="604677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3" name="íṧḷîḑé"/>
              <p:cNvSpPr/>
              <p:nvPr/>
            </p:nvSpPr>
            <p:spPr bwMode="auto">
              <a:xfrm>
                <a:off x="6128224"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4" name="îşľiḍe"/>
              <p:cNvSpPr/>
              <p:nvPr/>
            </p:nvSpPr>
            <p:spPr bwMode="auto">
              <a:xfrm>
                <a:off x="6171572"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5" name="iṩ1ïḓé"/>
              <p:cNvSpPr/>
              <p:nvPr/>
            </p:nvSpPr>
            <p:spPr bwMode="auto">
              <a:xfrm>
                <a:off x="6210155" y="3171490"/>
                <a:ext cx="34297" cy="53350"/>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6" name="îš1îḓé"/>
              <p:cNvSpPr/>
              <p:nvPr/>
            </p:nvSpPr>
            <p:spPr bwMode="auto">
              <a:xfrm>
                <a:off x="6270175" y="3171490"/>
                <a:ext cx="42871" cy="52874"/>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7" name="íşḻîdè"/>
              <p:cNvSpPr/>
              <p:nvPr/>
            </p:nvSpPr>
            <p:spPr bwMode="auto">
              <a:xfrm>
                <a:off x="6316856" y="3184352"/>
                <a:ext cx="34773"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8" name="i$1íḋè"/>
              <p:cNvSpPr/>
              <p:nvPr/>
            </p:nvSpPr>
            <p:spPr bwMode="auto">
              <a:xfrm>
                <a:off x="6356869" y="3184352"/>
                <a:ext cx="32868"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9" name="íṥḻîďe"/>
              <p:cNvSpPr/>
              <p:nvPr/>
            </p:nvSpPr>
            <p:spPr bwMode="auto">
              <a:xfrm>
                <a:off x="6396405" y="3171490"/>
                <a:ext cx="30962"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0" name="ïšḷîḍè"/>
              <p:cNvSpPr/>
              <p:nvPr/>
            </p:nvSpPr>
            <p:spPr bwMode="auto">
              <a:xfrm>
                <a:off x="6437371"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1" name="işḷídè"/>
              <p:cNvSpPr/>
              <p:nvPr/>
            </p:nvSpPr>
            <p:spPr bwMode="auto">
              <a:xfrm>
                <a:off x="6475955"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2" name="ïŝ1iḋé"/>
              <p:cNvSpPr/>
              <p:nvPr/>
            </p:nvSpPr>
            <p:spPr bwMode="auto">
              <a:xfrm>
                <a:off x="6519302" y="3171490"/>
                <a:ext cx="6669" cy="52874"/>
              </a:xfrm>
              <a:prstGeom prst="rect">
                <a:avLst/>
              </a:pr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3" name="îSḻidè"/>
              <p:cNvSpPr/>
              <p:nvPr/>
            </p:nvSpPr>
            <p:spPr bwMode="auto">
              <a:xfrm>
                <a:off x="6533116"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4" name="ïšlïḍè"/>
              <p:cNvSpPr/>
              <p:nvPr/>
            </p:nvSpPr>
            <p:spPr bwMode="auto">
              <a:xfrm>
                <a:off x="6574081" y="3184352"/>
                <a:ext cx="34297"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5" name="îşḻïḓê"/>
              <p:cNvSpPr/>
              <p:nvPr/>
            </p:nvSpPr>
            <p:spPr bwMode="auto">
              <a:xfrm>
                <a:off x="6613142" y="3185781"/>
                <a:ext cx="35249" cy="53827"/>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nvGrpSpPr>
            <p:cNvPr id="289" name="组合 288"/>
            <p:cNvGrpSpPr/>
            <p:nvPr userDrawn="1"/>
          </p:nvGrpSpPr>
          <p:grpSpPr>
            <a:xfrm>
              <a:off x="4350563" y="2818237"/>
              <a:ext cx="531058" cy="402600"/>
              <a:chOff x="4139492" y="2778031"/>
              <a:chExt cx="704987" cy="534457"/>
            </a:xfrm>
          </p:grpSpPr>
          <p:sp>
            <p:nvSpPr>
              <p:cNvPr id="226" name="iṧľiḑé"/>
              <p:cNvSpPr/>
              <p:nvPr/>
            </p:nvSpPr>
            <p:spPr bwMode="auto">
              <a:xfrm>
                <a:off x="4139492" y="2778031"/>
                <a:ext cx="704987" cy="534457"/>
              </a:xfrm>
              <a:prstGeom prst="ellipse">
                <a:avLst/>
              </a:prstGeom>
              <a:noFill/>
              <a:ln w="19050"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7" name="íšḻïḓé"/>
              <p:cNvSpPr/>
              <p:nvPr/>
            </p:nvSpPr>
            <p:spPr bwMode="auto">
              <a:xfrm>
                <a:off x="4198083" y="2909502"/>
                <a:ext cx="63002" cy="55256"/>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8" name="íSľiḑè"/>
              <p:cNvSpPr/>
              <p:nvPr/>
            </p:nvSpPr>
            <p:spPr bwMode="auto">
              <a:xfrm>
                <a:off x="4186113" y="2942370"/>
                <a:ext cx="57332" cy="47158"/>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9" name="íślïďe"/>
              <p:cNvSpPr/>
              <p:nvPr/>
            </p:nvSpPr>
            <p:spPr bwMode="auto">
              <a:xfrm>
                <a:off x="4170363" y="2958565"/>
                <a:ext cx="58591" cy="38108"/>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0" name="îšlide"/>
              <p:cNvSpPr/>
              <p:nvPr/>
            </p:nvSpPr>
            <p:spPr bwMode="auto">
              <a:xfrm>
                <a:off x="4165323" y="2988098"/>
                <a:ext cx="60481" cy="30962"/>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1" name="îṥḷíḓè"/>
              <p:cNvSpPr/>
              <p:nvPr/>
            </p:nvSpPr>
            <p:spPr bwMode="auto">
              <a:xfrm>
                <a:off x="4159022" y="3014297"/>
                <a:ext cx="60481" cy="33821"/>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2" name="ïš1ídé"/>
              <p:cNvSpPr/>
              <p:nvPr/>
            </p:nvSpPr>
            <p:spPr bwMode="auto">
              <a:xfrm>
                <a:off x="4159652" y="3046689"/>
                <a:ext cx="59852" cy="26199"/>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3" name="ïSľîďe"/>
              <p:cNvSpPr/>
              <p:nvPr/>
            </p:nvSpPr>
            <p:spPr bwMode="auto">
              <a:xfrm>
                <a:off x="4163433" y="3065266"/>
                <a:ext cx="63002" cy="36679"/>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4" name="îṡļiḑe"/>
              <p:cNvSpPr/>
              <p:nvPr/>
            </p:nvSpPr>
            <p:spPr bwMode="auto">
              <a:xfrm>
                <a:off x="4173513" y="3095276"/>
                <a:ext cx="57961" cy="36679"/>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5" name="íṡḷíḍé"/>
              <p:cNvSpPr/>
              <p:nvPr/>
            </p:nvSpPr>
            <p:spPr bwMode="auto">
              <a:xfrm>
                <a:off x="4203124" y="3122427"/>
                <a:ext cx="56071" cy="50016"/>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6" name="ísḷîḋe"/>
              <p:cNvSpPr/>
              <p:nvPr/>
            </p:nvSpPr>
            <p:spPr bwMode="auto">
              <a:xfrm>
                <a:off x="4219504" y="3144815"/>
                <a:ext cx="61742" cy="57161"/>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7" name="ïSlidé"/>
              <p:cNvSpPr/>
              <p:nvPr/>
            </p:nvSpPr>
            <p:spPr bwMode="auto">
              <a:xfrm>
                <a:off x="4248485" y="3164345"/>
                <a:ext cx="42841" cy="53827"/>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8" name="iSlîďê"/>
              <p:cNvSpPr/>
              <p:nvPr/>
            </p:nvSpPr>
            <p:spPr bwMode="auto">
              <a:xfrm>
                <a:off x="4271165" y="3173396"/>
                <a:ext cx="44732" cy="56209"/>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9" name="îS1iḑé"/>
              <p:cNvSpPr/>
              <p:nvPr/>
            </p:nvSpPr>
            <p:spPr bwMode="auto">
              <a:xfrm>
                <a:off x="4288806" y="3188162"/>
                <a:ext cx="47251" cy="60496"/>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0" name="îṡ1îďè"/>
              <p:cNvSpPr/>
              <p:nvPr/>
            </p:nvSpPr>
            <p:spPr bwMode="auto">
              <a:xfrm>
                <a:off x="4310856" y="3198642"/>
                <a:ext cx="42841" cy="62877"/>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1" name="îṩļíďê"/>
              <p:cNvSpPr/>
              <p:nvPr/>
            </p:nvSpPr>
            <p:spPr bwMode="auto">
              <a:xfrm>
                <a:off x="4338577" y="3209598"/>
                <a:ext cx="33391" cy="58114"/>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2" name="î$ḷíḑê"/>
              <p:cNvSpPr/>
              <p:nvPr/>
            </p:nvSpPr>
            <p:spPr bwMode="auto">
              <a:xfrm>
                <a:off x="4356847" y="3214838"/>
                <a:ext cx="28980" cy="58114"/>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3" name="ïṩlïďè"/>
              <p:cNvSpPr/>
              <p:nvPr/>
            </p:nvSpPr>
            <p:spPr bwMode="auto">
              <a:xfrm>
                <a:off x="4378268" y="3218172"/>
                <a:ext cx="32131" cy="60020"/>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4" name="ïšļïďè"/>
              <p:cNvSpPr/>
              <p:nvPr/>
            </p:nvSpPr>
            <p:spPr bwMode="auto">
              <a:xfrm>
                <a:off x="4407249" y="3225317"/>
                <a:ext cx="29611" cy="60020"/>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5" name="î$ļidê"/>
              <p:cNvSpPr/>
              <p:nvPr/>
            </p:nvSpPr>
            <p:spPr bwMode="auto">
              <a:xfrm>
                <a:off x="4445679" y="3231986"/>
                <a:ext cx="25831" cy="60020"/>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6" name="iṡlïḍé"/>
              <p:cNvSpPr/>
              <p:nvPr/>
            </p:nvSpPr>
            <p:spPr bwMode="auto">
              <a:xfrm>
                <a:off x="4469620" y="3233892"/>
                <a:ext cx="20791" cy="57161"/>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7" name="iṧ1íďé"/>
              <p:cNvSpPr/>
              <p:nvPr/>
            </p:nvSpPr>
            <p:spPr bwMode="auto">
              <a:xfrm>
                <a:off x="4505531" y="3234368"/>
                <a:ext cx="21421" cy="59543"/>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8" name="iśľiḋe"/>
              <p:cNvSpPr/>
              <p:nvPr/>
            </p:nvSpPr>
            <p:spPr bwMode="auto">
              <a:xfrm>
                <a:off x="4524432" y="3232939"/>
                <a:ext cx="25831" cy="59543"/>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9" name="íṧľîḓê"/>
              <p:cNvSpPr/>
              <p:nvPr/>
            </p:nvSpPr>
            <p:spPr bwMode="auto">
              <a:xfrm>
                <a:off x="4544592" y="3229604"/>
                <a:ext cx="22681" cy="58590"/>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0" name="ïṧļíďê"/>
              <p:cNvSpPr/>
              <p:nvPr/>
            </p:nvSpPr>
            <p:spPr bwMode="auto">
              <a:xfrm>
                <a:off x="4558453" y="3223412"/>
                <a:ext cx="35281" cy="60496"/>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1" name="íṣlïḋe"/>
              <p:cNvSpPr/>
              <p:nvPr/>
            </p:nvSpPr>
            <p:spPr bwMode="auto">
              <a:xfrm>
                <a:off x="4581133" y="3216743"/>
                <a:ext cx="37801" cy="62401"/>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2" name="îšḻîḓe"/>
              <p:cNvSpPr/>
              <p:nvPr/>
            </p:nvSpPr>
            <p:spPr bwMode="auto">
              <a:xfrm>
                <a:off x="4612003" y="3210551"/>
                <a:ext cx="30241" cy="59543"/>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3" name="íṥḻïḑé"/>
              <p:cNvSpPr/>
              <p:nvPr/>
            </p:nvSpPr>
            <p:spPr bwMode="auto">
              <a:xfrm>
                <a:off x="4630274" y="3202453"/>
                <a:ext cx="40951" cy="60972"/>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4" name="ïśḻíḑè"/>
              <p:cNvSpPr/>
              <p:nvPr/>
            </p:nvSpPr>
            <p:spPr bwMode="auto">
              <a:xfrm>
                <a:off x="4670595" y="3188162"/>
                <a:ext cx="40321" cy="58114"/>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5" name="íṥļidé"/>
              <p:cNvSpPr/>
              <p:nvPr/>
            </p:nvSpPr>
            <p:spPr bwMode="auto">
              <a:xfrm>
                <a:off x="4677525" y="3168156"/>
                <a:ext cx="52921" cy="63353"/>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6" name="ïšḻíďe"/>
              <p:cNvSpPr/>
              <p:nvPr/>
            </p:nvSpPr>
            <p:spPr bwMode="auto">
              <a:xfrm>
                <a:off x="4703986" y="3157200"/>
                <a:ext cx="44732" cy="55732"/>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7" name="íś1iḑè"/>
              <p:cNvSpPr/>
              <p:nvPr/>
            </p:nvSpPr>
            <p:spPr bwMode="auto">
              <a:xfrm>
                <a:off x="4727297" y="3125762"/>
                <a:ext cx="56701" cy="48111"/>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8" name="iṧ1iḋe"/>
              <p:cNvSpPr/>
              <p:nvPr/>
            </p:nvSpPr>
            <p:spPr bwMode="auto">
              <a:xfrm>
                <a:off x="4741157" y="3108137"/>
                <a:ext cx="60481" cy="48111"/>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9" name="ïşliḍé"/>
              <p:cNvSpPr/>
              <p:nvPr/>
            </p:nvSpPr>
            <p:spPr bwMode="auto">
              <a:xfrm>
                <a:off x="4756278" y="3090989"/>
                <a:ext cx="57332" cy="34773"/>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0" name="ïşḻïḑé"/>
              <p:cNvSpPr/>
              <p:nvPr/>
            </p:nvSpPr>
            <p:spPr bwMode="auto">
              <a:xfrm>
                <a:off x="4760687" y="3062884"/>
                <a:ext cx="61742" cy="39536"/>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1" name="îṡḷíḓê"/>
              <p:cNvSpPr/>
              <p:nvPr/>
            </p:nvSpPr>
            <p:spPr bwMode="auto">
              <a:xfrm>
                <a:off x="4766987" y="3034780"/>
                <a:ext cx="58591" cy="29057"/>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2" name="íSļïḍè"/>
              <p:cNvSpPr/>
              <p:nvPr/>
            </p:nvSpPr>
            <p:spPr bwMode="auto">
              <a:xfrm>
                <a:off x="4765727" y="3007628"/>
                <a:ext cx="60481" cy="26675"/>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3" name="íṥḷîḋê"/>
              <p:cNvSpPr/>
              <p:nvPr/>
            </p:nvSpPr>
            <p:spPr bwMode="auto">
              <a:xfrm>
                <a:off x="4761947" y="2980953"/>
                <a:ext cx="58591" cy="33821"/>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4" name="íslíḋe"/>
              <p:cNvSpPr/>
              <p:nvPr/>
            </p:nvSpPr>
            <p:spPr bwMode="auto">
              <a:xfrm>
                <a:off x="4751867" y="2959041"/>
                <a:ext cx="57332" cy="33821"/>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5" name="íšľiḍe"/>
              <p:cNvSpPr/>
              <p:nvPr/>
            </p:nvSpPr>
            <p:spPr bwMode="auto">
              <a:xfrm>
                <a:off x="4739267" y="2929032"/>
                <a:ext cx="55442" cy="41442"/>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6" name="íṣḷíḓe"/>
              <p:cNvSpPr/>
              <p:nvPr/>
            </p:nvSpPr>
            <p:spPr bwMode="auto">
              <a:xfrm>
                <a:off x="4720366" y="2907596"/>
                <a:ext cx="56701" cy="50016"/>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7" name="îš1iďe"/>
              <p:cNvSpPr/>
              <p:nvPr/>
            </p:nvSpPr>
            <p:spPr bwMode="auto">
              <a:xfrm>
                <a:off x="4365038" y="3010963"/>
                <a:ext cx="37171" cy="55732"/>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8" name="î$ļïḑê"/>
              <p:cNvSpPr/>
              <p:nvPr/>
            </p:nvSpPr>
            <p:spPr bwMode="auto">
              <a:xfrm>
                <a:off x="4393389" y="3010963"/>
                <a:ext cx="39691" cy="55732"/>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9" name="ïśḷiḑè"/>
              <p:cNvSpPr/>
              <p:nvPr/>
            </p:nvSpPr>
            <p:spPr bwMode="auto">
              <a:xfrm>
                <a:off x="4387088" y="3044783"/>
                <a:ext cx="15751" cy="7145"/>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0" name="íslîďê"/>
              <p:cNvSpPr/>
              <p:nvPr/>
            </p:nvSpPr>
            <p:spPr bwMode="auto">
              <a:xfrm>
                <a:off x="4422999" y="3010963"/>
                <a:ext cx="37801" cy="55732"/>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1" name="ísļîḍê"/>
              <p:cNvSpPr/>
              <p:nvPr/>
            </p:nvSpPr>
            <p:spPr bwMode="auto">
              <a:xfrm>
                <a:off x="4451350" y="3010963"/>
                <a:ext cx="37171" cy="55732"/>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2" name="îsḻíďè"/>
              <p:cNvSpPr/>
              <p:nvPr/>
            </p:nvSpPr>
            <p:spPr bwMode="auto">
              <a:xfrm>
                <a:off x="4442530" y="3059074"/>
                <a:ext cx="15751" cy="7621"/>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3" name="îsliḓê"/>
              <p:cNvSpPr/>
              <p:nvPr/>
            </p:nvSpPr>
            <p:spPr bwMode="auto">
              <a:xfrm>
                <a:off x="4337317" y="2926174"/>
                <a:ext cx="308078" cy="15576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4" name="îṩlîḋe"/>
              <p:cNvSpPr/>
              <p:nvPr/>
            </p:nvSpPr>
            <p:spPr bwMode="auto">
              <a:xfrm>
                <a:off x="4535772" y="3005247"/>
                <a:ext cx="44101" cy="7526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5" name="ís1íďé"/>
              <p:cNvSpPr/>
              <p:nvPr/>
            </p:nvSpPr>
            <p:spPr bwMode="auto">
              <a:xfrm>
                <a:off x="4494821" y="2802801"/>
                <a:ext cx="66151" cy="59066"/>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6" name="isḻíḓê"/>
              <p:cNvSpPr/>
              <p:nvPr/>
            </p:nvSpPr>
            <p:spPr bwMode="auto">
              <a:xfrm>
                <a:off x="4574833" y="2817091"/>
                <a:ext cx="59221" cy="60972"/>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7" name="îsḷîḋè"/>
              <p:cNvSpPr/>
              <p:nvPr/>
            </p:nvSpPr>
            <p:spPr bwMode="auto">
              <a:xfrm>
                <a:off x="4341728" y="2816615"/>
                <a:ext cx="37801" cy="66688"/>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8" name="iṩľíḍè"/>
              <p:cNvSpPr/>
              <p:nvPr/>
            </p:nvSpPr>
            <p:spPr bwMode="auto">
              <a:xfrm>
                <a:off x="4647915" y="2836145"/>
                <a:ext cx="82532" cy="74786"/>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9" name="iṡliḓè"/>
              <p:cNvSpPr/>
              <p:nvPr/>
            </p:nvSpPr>
            <p:spPr bwMode="auto">
              <a:xfrm>
                <a:off x="4411659" y="2798038"/>
                <a:ext cx="60481" cy="7002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0" name="íşḷíḋè"/>
              <p:cNvSpPr/>
              <p:nvPr/>
            </p:nvSpPr>
            <p:spPr bwMode="auto">
              <a:xfrm>
                <a:off x="4265495" y="2840908"/>
                <a:ext cx="56071" cy="71928"/>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1" name="ïṧļîḑe"/>
              <p:cNvSpPr/>
              <p:nvPr/>
            </p:nvSpPr>
            <p:spPr bwMode="auto">
              <a:xfrm>
                <a:off x="4434339" y="3156247"/>
                <a:ext cx="115923" cy="16196"/>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2" name="îṧ1ïḍé"/>
              <p:cNvSpPr/>
              <p:nvPr/>
            </p:nvSpPr>
            <p:spPr bwMode="auto">
              <a:xfrm>
                <a:off x="4298256" y="3105279"/>
                <a:ext cx="387460" cy="40489"/>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3" name="iṡlídê"/>
              <p:cNvSpPr/>
              <p:nvPr/>
            </p:nvSpPr>
            <p:spPr bwMode="auto">
              <a:xfrm>
                <a:off x="4341097" y="3109566"/>
                <a:ext cx="195935" cy="28581"/>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4" name="íṧḷîḓé"/>
              <p:cNvSpPr/>
              <p:nvPr/>
            </p:nvSpPr>
            <p:spPr bwMode="auto">
              <a:xfrm>
                <a:off x="4541442" y="3110042"/>
                <a:ext cx="106473" cy="28581"/>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5" name="i$ľíḑe"/>
              <p:cNvSpPr/>
              <p:nvPr/>
            </p:nvSpPr>
            <p:spPr bwMode="auto">
              <a:xfrm>
                <a:off x="4283766" y="2880921"/>
                <a:ext cx="417070" cy="328201"/>
              </a:xfrm>
              <a:prstGeom prst="ellipse">
                <a:avLst/>
              </a:prstGeom>
              <a:noFill/>
              <a:ln w="14288"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6" name="íšḻíḋè"/>
              <p:cNvSpPr/>
              <p:nvPr/>
            </p:nvSpPr>
            <p:spPr bwMode="auto">
              <a:xfrm>
                <a:off x="4238405" y="2880921"/>
                <a:ext cx="507163" cy="328201"/>
              </a:xfrm>
              <a:prstGeom prst="ellipse">
                <a:avLst/>
              </a:prstGeom>
              <a:noFill/>
              <a:ln w="15875"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7" name="iSľîḍè"/>
              <p:cNvSpPr/>
              <p:nvPr/>
            </p:nvSpPr>
            <p:spPr bwMode="auto">
              <a:xfrm>
                <a:off x="4348028" y="2903785"/>
                <a:ext cx="288547" cy="6193"/>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8" name="iSľîḑe"/>
              <p:cNvSpPr/>
              <p:nvPr/>
            </p:nvSpPr>
            <p:spPr bwMode="auto">
              <a:xfrm>
                <a:off x="4351177" y="3181017"/>
                <a:ext cx="282247" cy="6669"/>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solidFill>
                <a:srgbClr val="005BAC"/>
              </a:solidFill>
              <a:ln w="9525">
                <a:no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sp>
        <p:nvSpPr>
          <p:cNvPr id="291" name="文本框 290"/>
          <p:cNvSpPr txBox="1"/>
          <p:nvPr userDrawn="1"/>
        </p:nvSpPr>
        <p:spPr>
          <a:xfrm>
            <a:off x="304647" y="6232973"/>
            <a:ext cx="2031325" cy="338554"/>
          </a:xfrm>
          <a:prstGeom prst="rect">
            <a:avLst/>
          </a:prstGeom>
          <a:noFill/>
        </p:spPr>
        <p:txBody>
          <a:bodyPr wrap="none" rtlCol="0">
            <a:spAutoFit/>
          </a:bodyPr>
          <a:lstStyle/>
          <a:p>
            <a:r>
              <a:rPr lang="zh-CN" altLang="en-US" sz="1600" dirty="0">
                <a:solidFill>
                  <a:schemeClr val="bg2">
                    <a:lumMod val="50000"/>
                  </a:schemeClr>
                </a:solidFill>
                <a:latin typeface="隶书" panose="02010509060101010101" pitchFamily="49" charset="-122"/>
                <a:ea typeface="隶书" panose="02010509060101010101" pitchFamily="49" charset="-122"/>
              </a:rPr>
              <a:t>明德厚学  求是创新</a:t>
            </a:r>
          </a:p>
        </p:txBody>
      </p:sp>
      <p:sp>
        <p:nvSpPr>
          <p:cNvPr id="293" name="灯片编号占位符 4"/>
          <p:cNvSpPr>
            <a:spLocks noGrp="1"/>
          </p:cNvSpPr>
          <p:nvPr>
            <p:ph type="sldNum" sz="quarter" idx="12"/>
          </p:nvPr>
        </p:nvSpPr>
        <p:spPr>
          <a:xfrm>
            <a:off x="8770767" y="6229766"/>
            <a:ext cx="2743200" cy="341761"/>
          </a:xfrm>
        </p:spPr>
        <p:txBody>
          <a:bodyPr/>
          <a:lstStyle>
            <a:lvl1pPr>
              <a:defRPr sz="1800" b="0">
                <a:solidFill>
                  <a:srgbClr val="0E647C"/>
                </a:solidFill>
                <a:latin typeface="微软雅黑" panose="020B0503020204020204" pitchFamily="34" charset="-122"/>
                <a:ea typeface="微软雅黑" panose="020B0503020204020204" pitchFamily="34" charset="-122"/>
              </a:defRPr>
            </a:lvl1pPr>
          </a:lstStyle>
          <a:p>
            <a:fld id="{1AAC388E-FA9E-4A2C-95EA-1F6B3A07935A}" type="slidenum">
              <a:rPr lang="zh-CN" altLang="en-US" smtClean="0"/>
              <a:t>‹#›</a:t>
            </a:fld>
            <a:endParaRPr lang="zh-CN" altLang="en-US" dirty="0"/>
          </a:p>
        </p:txBody>
      </p:sp>
      <p:sp>
        <p:nvSpPr>
          <p:cNvPr id="302" name="文本占位符 301"/>
          <p:cNvSpPr>
            <a:spLocks noGrp="1"/>
          </p:cNvSpPr>
          <p:nvPr>
            <p:ph type="body" sz="quarter" idx="13" hasCustomPrompt="1"/>
          </p:nvPr>
        </p:nvSpPr>
        <p:spPr>
          <a:xfrm>
            <a:off x="725026" y="835297"/>
            <a:ext cx="1300927"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lang="en-US" altLang="zh-CN" dirty="0"/>
              <a:t>1</a:t>
            </a:r>
            <a:endParaRPr lang="zh-CN" altLang="en-US" dirty="0"/>
          </a:p>
        </p:txBody>
      </p:sp>
      <p:sp>
        <p:nvSpPr>
          <p:cNvPr id="303" name="文本占位符 301"/>
          <p:cNvSpPr>
            <a:spLocks noGrp="1"/>
          </p:cNvSpPr>
          <p:nvPr>
            <p:ph type="body" sz="quarter" idx="14" hasCustomPrompt="1"/>
          </p:nvPr>
        </p:nvSpPr>
        <p:spPr>
          <a:xfrm>
            <a:off x="2377440" y="835025"/>
            <a:ext cx="1884680"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dirty="0"/>
              <a:t>的的的</a:t>
            </a:r>
            <a:r>
              <a:rPr lang="en-US" altLang="zh-CN" dirty="0"/>
              <a:t>   </a:t>
            </a:r>
            <a:endParaRPr lang="zh-CN" altLang="en-US" dirty="0"/>
          </a:p>
        </p:txBody>
      </p:sp>
      <p:sp>
        <p:nvSpPr>
          <p:cNvPr id="304" name="文本占位符 301"/>
          <p:cNvSpPr>
            <a:spLocks noGrp="1"/>
          </p:cNvSpPr>
          <p:nvPr>
            <p:ph type="body" sz="quarter" idx="15" hasCustomPrompt="1"/>
          </p:nvPr>
        </p:nvSpPr>
        <p:spPr>
          <a:xfrm>
            <a:off x="4625340" y="835025"/>
            <a:ext cx="1866265"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dirty="0"/>
              <a:t>得得得</a:t>
            </a:r>
          </a:p>
        </p:txBody>
      </p:sp>
      <p:sp>
        <p:nvSpPr>
          <p:cNvPr id="305" name="等腰三角形 304"/>
          <p:cNvSpPr/>
          <p:nvPr userDrawn="1"/>
        </p:nvSpPr>
        <p:spPr>
          <a:xfrm rot="5400000">
            <a:off x="2130598" y="974200"/>
            <a:ext cx="150944" cy="128594"/>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7" name="等腰三角形 306"/>
          <p:cNvSpPr/>
          <p:nvPr userDrawn="1"/>
        </p:nvSpPr>
        <p:spPr>
          <a:xfrm rot="5400000">
            <a:off x="4369608" y="974200"/>
            <a:ext cx="150944" cy="128594"/>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61" name="文本占位符 77"/>
          <p:cNvSpPr>
            <a:spLocks noGrp="1"/>
          </p:cNvSpPr>
          <p:nvPr>
            <p:ph type="body" sz="quarter" idx="11" hasCustomPrompt="1"/>
          </p:nvPr>
        </p:nvSpPr>
        <p:spPr>
          <a:xfrm>
            <a:off x="2218800" y="3076522"/>
            <a:ext cx="7754400" cy="721821"/>
          </a:xfrm>
          <a:prstGeom prst="rect">
            <a:avLst/>
          </a:prstGeom>
        </p:spPr>
        <p:txBody>
          <a:bodyPr anchor="ctr"/>
          <a:lstStyle>
            <a:lvl1pPr marL="0" indent="0" algn="dist">
              <a:lnSpc>
                <a:spcPct val="100000"/>
              </a:lnSpc>
              <a:buNone/>
              <a:defRPr sz="4800" b="1">
                <a:solidFill>
                  <a:schemeClr val="bg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单击此处编辑答辩报告题目</a:t>
            </a:r>
          </a:p>
        </p:txBody>
      </p:sp>
      <p:sp>
        <p:nvSpPr>
          <p:cNvPr id="64" name="文本占位符 63"/>
          <p:cNvSpPr>
            <a:spLocks noGrp="1"/>
          </p:cNvSpPr>
          <p:nvPr>
            <p:ph type="body" sz="quarter" idx="12" hasCustomPrompt="1"/>
          </p:nvPr>
        </p:nvSpPr>
        <p:spPr>
          <a:xfrm>
            <a:off x="5070522" y="5207653"/>
            <a:ext cx="2050956" cy="386321"/>
          </a:xfrm>
          <a:prstGeom prst="rect">
            <a:avLst/>
          </a:prstGeom>
        </p:spPr>
        <p:txBody>
          <a:bodyPr anchor="ctr"/>
          <a:lstStyle>
            <a:lvl1pPr marL="0" indent="0" algn="ctr">
              <a:buFontTx/>
              <a:buNone/>
              <a:defRPr sz="1600" b="1">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答辩人信息</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0" y="0"/>
            <a:ext cx="12192000" cy="6858000"/>
          </a:xfrm>
          <a:prstGeom prst="rect">
            <a:avLst/>
          </a:prstGeom>
        </p:spPr>
        <p:txBody>
          <a:bodyPr/>
          <a:lstStyle/>
          <a:p>
            <a:endParaRPr lang="zh-CN" altLang="en-US" dirty="0"/>
          </a:p>
        </p:txBody>
      </p:sp>
      <p:sp>
        <p:nvSpPr>
          <p:cNvPr id="5" name="任意多边形: 形状 4"/>
          <p:cNvSpPr/>
          <p:nvPr userDrawn="1"/>
        </p:nvSpPr>
        <p:spPr>
          <a:xfrm>
            <a:off x="0" y="2820188"/>
            <a:ext cx="12192000" cy="4037813"/>
          </a:xfrm>
          <a:custGeom>
            <a:avLst/>
            <a:gdLst>
              <a:gd name="connsiteX0" fmla="*/ 0 w 12192000"/>
              <a:gd name="connsiteY0" fmla="*/ 0 h 4037813"/>
              <a:gd name="connsiteX1" fmla="*/ 106773 w 12192000"/>
              <a:gd name="connsiteY1" fmla="*/ 36445 h 4037813"/>
              <a:gd name="connsiteX2" fmla="*/ 6096001 w 12192000"/>
              <a:gd name="connsiteY2" fmla="*/ 883678 h 4037813"/>
              <a:gd name="connsiteX3" fmla="*/ 12085229 w 12192000"/>
              <a:gd name="connsiteY3" fmla="*/ 36445 h 4037813"/>
              <a:gd name="connsiteX4" fmla="*/ 12192000 w 12192000"/>
              <a:gd name="connsiteY4" fmla="*/ 1 h 4037813"/>
              <a:gd name="connsiteX5" fmla="*/ 12192000 w 12192000"/>
              <a:gd name="connsiteY5" fmla="*/ 4037813 h 4037813"/>
              <a:gd name="connsiteX6" fmla="*/ 0 w 12192000"/>
              <a:gd name="connsiteY6" fmla="*/ 4037813 h 4037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7813">
                <a:moveTo>
                  <a:pt x="0" y="0"/>
                </a:moveTo>
                <a:lnTo>
                  <a:pt x="106773" y="36445"/>
                </a:lnTo>
                <a:cubicBezTo>
                  <a:pt x="1734353" y="565729"/>
                  <a:pt x="3820949" y="883678"/>
                  <a:pt x="6096001" y="883678"/>
                </a:cubicBezTo>
                <a:cubicBezTo>
                  <a:pt x="8371054" y="883678"/>
                  <a:pt x="10457649" y="565729"/>
                  <a:pt x="12085229" y="36445"/>
                </a:cubicBezTo>
                <a:lnTo>
                  <a:pt x="12192000" y="1"/>
                </a:lnTo>
                <a:lnTo>
                  <a:pt x="12192000" y="4037813"/>
                </a:lnTo>
                <a:lnTo>
                  <a:pt x="0" y="4037813"/>
                </a:lnTo>
                <a:close/>
              </a:path>
            </a:pathLst>
          </a:cu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grpSp>
        <p:nvGrpSpPr>
          <p:cNvPr id="6" name="Group 74"/>
          <p:cNvGrpSpPr>
            <a:grpSpLocks noChangeAspect="1"/>
          </p:cNvGrpSpPr>
          <p:nvPr userDrawn="1"/>
        </p:nvGrpSpPr>
        <p:grpSpPr bwMode="auto">
          <a:xfrm>
            <a:off x="5159308" y="4066426"/>
            <a:ext cx="1873384" cy="521122"/>
            <a:chOff x="954" y="660"/>
            <a:chExt cx="1269" cy="353"/>
          </a:xfrm>
          <a:solidFill>
            <a:schemeClr val="bg1"/>
          </a:solidFill>
        </p:grpSpPr>
        <p:sp>
          <p:nvSpPr>
            <p:cNvPr id="7"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3"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4"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5"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6"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7"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8"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9"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0"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1"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2"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3"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4"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5"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6"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7"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8"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9"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0"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1"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2"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3"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4"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5"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6"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7"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8"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9"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0"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1"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2"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3"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4"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5"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6"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7"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8"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9"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0"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1"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2"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3"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4"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5"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6"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7"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8"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9"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0"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1"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2"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3"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74" name="矩形 73"/>
          <p:cNvSpPr/>
          <p:nvPr userDrawn="1"/>
        </p:nvSpPr>
        <p:spPr>
          <a:xfrm>
            <a:off x="2472519" y="5599273"/>
            <a:ext cx="7246963" cy="260008"/>
          </a:xfrm>
          <a:prstGeom prst="rect">
            <a:avLst/>
          </a:prstGeom>
        </p:spPr>
        <p:txBody>
          <a:bodyPr wrap="square" lIns="0" rIns="0">
            <a:spAutoFit/>
          </a:bodyPr>
          <a:lstStyle/>
          <a:p>
            <a:pPr marL="0" marR="0" lvl="0" indent="0" algn="dist" defTabSz="914400" rtl="0" eaLnBrk="1" fontAlgn="auto" latinLnBrk="0" hangingPunct="1">
              <a:lnSpc>
                <a:spcPct val="120000"/>
              </a:lnSpc>
              <a:spcAft>
                <a:spcPts val="100"/>
              </a:spcAft>
              <a:buClrTx/>
              <a:buSzTx/>
              <a:buFontTx/>
              <a:buNone/>
              <a:defRPr/>
            </a:pPr>
            <a:r>
              <a:rPr lang="en-US" altLang="zh-CN" sz="1000" b="1" kern="1200" dirty="0">
                <a:solidFill>
                  <a:schemeClr val="bg1">
                    <a:lumMod val="95000"/>
                  </a:schemeClr>
                </a:solidFill>
                <a:effectLst/>
                <a:latin typeface="+mn-lt"/>
                <a:ea typeface="+mn-ea"/>
                <a:cs typeface="+mn-cs"/>
              </a:rPr>
              <a:t>GRADUATION REPORT TEMPLE FOR ZHEJIANG UNIVERSITY</a:t>
            </a:r>
          </a:p>
        </p:txBody>
      </p:sp>
      <p:sp>
        <p:nvSpPr>
          <p:cNvPr id="78" name="文本占位符 77"/>
          <p:cNvSpPr>
            <a:spLocks noGrp="1"/>
          </p:cNvSpPr>
          <p:nvPr>
            <p:ph type="body" sz="quarter" idx="11" hasCustomPrompt="1"/>
          </p:nvPr>
        </p:nvSpPr>
        <p:spPr>
          <a:xfrm>
            <a:off x="2218800" y="4785148"/>
            <a:ext cx="7754400" cy="721821"/>
          </a:xfrm>
          <a:prstGeom prst="rect">
            <a:avLst/>
          </a:prstGeom>
        </p:spPr>
        <p:txBody>
          <a:bodyPr anchor="ctr"/>
          <a:lstStyle>
            <a:lvl1pPr marL="0" indent="0" algn="dist">
              <a:lnSpc>
                <a:spcPct val="100000"/>
              </a:lnSpc>
              <a:buNone/>
              <a:defRPr sz="4800" b="1">
                <a:solidFill>
                  <a:schemeClr val="bg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单击此处编辑答辩报告题目</a:t>
            </a:r>
          </a:p>
        </p:txBody>
      </p:sp>
      <p:sp>
        <p:nvSpPr>
          <p:cNvPr id="75" name="文本占位符 63"/>
          <p:cNvSpPr>
            <a:spLocks noGrp="1"/>
          </p:cNvSpPr>
          <p:nvPr>
            <p:ph type="body" sz="quarter" idx="12" hasCustomPrompt="1"/>
          </p:nvPr>
        </p:nvSpPr>
        <p:spPr>
          <a:xfrm>
            <a:off x="5070522" y="5968126"/>
            <a:ext cx="2050956" cy="386321"/>
          </a:xfrm>
          <a:prstGeom prst="rect">
            <a:avLst/>
          </a:prstGeom>
        </p:spPr>
        <p:txBody>
          <a:bodyPr anchor="ctr"/>
          <a:lstStyle>
            <a:lvl1pPr marL="0" indent="0" algn="ctr">
              <a:buFontTx/>
              <a:buNone/>
              <a:defRPr sz="1600" b="1">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答辩人信息</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7" name="副标题 2"/>
          <p:cNvSpPr txBox="1"/>
          <p:nvPr userDrawn="1"/>
        </p:nvSpPr>
        <p:spPr>
          <a:xfrm>
            <a:off x="960840" y="4702089"/>
            <a:ext cx="2812728" cy="617036"/>
          </a:xfrm>
          <a:prstGeom prst="rect">
            <a:avLst/>
          </a:prstGeom>
          <a:solidFill>
            <a:srgbClr val="04428A"/>
          </a:solidFill>
        </p:spPr>
        <p:txBody>
          <a:bodyPr vert="horz" lIns="0" tIns="45720" rIns="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zh-CN" altLang="en-US" sz="2000" b="1" dirty="0">
              <a:solidFill>
                <a:schemeClr val="bg1"/>
              </a:solidFill>
              <a:latin typeface="+mj-ea"/>
              <a:ea typeface="+mj-ea"/>
            </a:endParaRPr>
          </a:p>
        </p:txBody>
      </p:sp>
      <p:sp>
        <p:nvSpPr>
          <p:cNvPr id="8" name="文本占位符 84"/>
          <p:cNvSpPr>
            <a:spLocks noGrp="1"/>
          </p:cNvSpPr>
          <p:nvPr userDrawn="1">
            <p:ph type="body" sz="quarter" idx="14" hasCustomPrompt="1"/>
          </p:nvPr>
        </p:nvSpPr>
        <p:spPr>
          <a:xfrm>
            <a:off x="960840" y="4702089"/>
            <a:ext cx="2743200" cy="617537"/>
          </a:xfrm>
          <a:prstGeom prst="rect">
            <a:avLst/>
          </a:prstGeom>
        </p:spPr>
        <p:txBody>
          <a:bodyPr anchor="ctr"/>
          <a:lstStyle>
            <a:lvl1pPr marL="0" indent="0" algn="l">
              <a:buNone/>
              <a:defRPr b="1">
                <a:solidFill>
                  <a:schemeClr val="bg1"/>
                </a:solidFill>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答辩人信息</a:t>
            </a:r>
          </a:p>
        </p:txBody>
      </p:sp>
      <p:sp>
        <p:nvSpPr>
          <p:cNvPr id="10" name="文本占位符 9"/>
          <p:cNvSpPr>
            <a:spLocks noGrp="1"/>
          </p:cNvSpPr>
          <p:nvPr userDrawn="1">
            <p:ph type="body" sz="quarter" idx="15" hasCustomPrompt="1"/>
          </p:nvPr>
        </p:nvSpPr>
        <p:spPr>
          <a:xfrm>
            <a:off x="960840" y="1432866"/>
            <a:ext cx="1487488" cy="1595437"/>
          </a:xfrm>
          <a:prstGeom prst="rect">
            <a:avLst/>
          </a:prstGeom>
        </p:spPr>
        <p:txBody>
          <a:bodyPr lIns="0" rIns="0" anchor="ctr"/>
          <a:lstStyle>
            <a:lvl1pPr marL="0" indent="0">
              <a:buNone/>
              <a:defRPr sz="7200" b="1"/>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NO</a:t>
            </a:r>
            <a:endParaRPr lang="zh-CN" altLang="en-US" dirty="0"/>
          </a:p>
        </p:txBody>
      </p:sp>
      <p:sp>
        <p:nvSpPr>
          <p:cNvPr id="11" name="文本占位符 77"/>
          <p:cNvSpPr>
            <a:spLocks noGrp="1"/>
          </p:cNvSpPr>
          <p:nvPr userDrawn="1">
            <p:ph type="body" sz="quarter" idx="11" hasCustomPrompt="1"/>
          </p:nvPr>
        </p:nvSpPr>
        <p:spPr>
          <a:xfrm>
            <a:off x="960840" y="2785075"/>
            <a:ext cx="5330316" cy="721821"/>
          </a:xfrm>
          <a:prstGeom prst="rect">
            <a:avLst/>
          </a:prstGeom>
        </p:spPr>
        <p:txBody>
          <a:bodyPr lIns="0" tIns="0" rIns="0" bIns="0" anchor="ctr"/>
          <a:lstStyle>
            <a:lvl1pPr marL="0" indent="0" algn="l">
              <a:lnSpc>
                <a:spcPct val="100000"/>
              </a:lnSpc>
              <a:buNone/>
              <a:defRPr sz="2800" b="1">
                <a:solidFill>
                  <a:schemeClr val="tx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单击此处编辑小节标题</a:t>
            </a:r>
          </a:p>
        </p:txBody>
      </p:sp>
      <p:sp>
        <p:nvSpPr>
          <p:cNvPr id="13" name="文本占位符 12"/>
          <p:cNvSpPr>
            <a:spLocks noGrp="1"/>
          </p:cNvSpPr>
          <p:nvPr>
            <p:ph type="body" sz="quarter" idx="16" hasCustomPrompt="1"/>
          </p:nvPr>
        </p:nvSpPr>
        <p:spPr>
          <a:xfrm>
            <a:off x="960840" y="3429000"/>
            <a:ext cx="5210175" cy="1222597"/>
          </a:xfrm>
          <a:prstGeom prst="rect">
            <a:avLst/>
          </a:prstGeom>
        </p:spPr>
        <p:txBody>
          <a:bodyPr lIns="0" tIns="0" rIns="0" bIns="0" anchor="ctr">
            <a:normAutofit/>
          </a:bodyPr>
          <a:lstStyle>
            <a:lvl1pPr marL="0" indent="0">
              <a:lnSpc>
                <a:spcPct val="125000"/>
              </a:lnSpc>
              <a:spcBef>
                <a:spcPts val="0"/>
              </a:spcBef>
              <a:spcAft>
                <a:spcPts val="500"/>
              </a:spcAft>
              <a:buFontTx/>
              <a:buNone/>
              <a:defRPr sz="1600" b="1">
                <a:solidFill>
                  <a:schemeClr val="accent4"/>
                </a:solidFill>
                <a:latin typeface="+mj-ea"/>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单击此处输入小节标题的说明</a:t>
            </a:r>
            <a:endParaRPr lang="en-US" altLang="zh-CN" dirty="0"/>
          </a:p>
          <a:p>
            <a:pPr lvl="0"/>
            <a:r>
              <a:rPr lang="zh-CN" altLang="en-US" dirty="0"/>
              <a:t>比如背景、意义等</a:t>
            </a:r>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1" name="文本占位符 77"/>
          <p:cNvSpPr>
            <a:spLocks noGrp="1"/>
          </p:cNvSpPr>
          <p:nvPr>
            <p:ph type="body" sz="quarter" idx="11" hasCustomPrompt="1"/>
          </p:nvPr>
        </p:nvSpPr>
        <p:spPr>
          <a:xfrm>
            <a:off x="2218800" y="3076522"/>
            <a:ext cx="7754400" cy="721821"/>
          </a:xfrm>
          <a:prstGeom prst="rect">
            <a:avLst/>
          </a:prstGeom>
        </p:spPr>
        <p:txBody>
          <a:bodyPr anchor="ctr"/>
          <a:lstStyle>
            <a:lvl1pPr marL="0" indent="0" algn="dist">
              <a:lnSpc>
                <a:spcPct val="100000"/>
              </a:lnSpc>
              <a:buNone/>
              <a:defRPr sz="4800" b="1">
                <a:solidFill>
                  <a:schemeClr val="bg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单击此处编辑答辩报告题目</a:t>
            </a:r>
          </a:p>
        </p:txBody>
      </p:sp>
      <p:sp>
        <p:nvSpPr>
          <p:cNvPr id="64" name="文本占位符 63"/>
          <p:cNvSpPr>
            <a:spLocks noGrp="1"/>
          </p:cNvSpPr>
          <p:nvPr>
            <p:ph type="body" sz="quarter" idx="12" hasCustomPrompt="1"/>
          </p:nvPr>
        </p:nvSpPr>
        <p:spPr>
          <a:xfrm>
            <a:off x="5070522" y="5207653"/>
            <a:ext cx="2050956" cy="386321"/>
          </a:xfrm>
          <a:prstGeom prst="rect">
            <a:avLst/>
          </a:prstGeom>
        </p:spPr>
        <p:txBody>
          <a:bodyPr anchor="ctr"/>
          <a:lstStyle>
            <a:lvl1pPr marL="0" indent="0" algn="ctr">
              <a:buFontTx/>
              <a:buNone/>
              <a:defRPr sz="1600" b="1">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答辩人信息</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0" name="副标题 2"/>
          <p:cNvSpPr txBox="1"/>
          <p:nvPr userDrawn="1"/>
        </p:nvSpPr>
        <p:spPr>
          <a:xfrm>
            <a:off x="1515340" y="4747371"/>
            <a:ext cx="2812728" cy="617036"/>
          </a:xfrm>
          <a:prstGeom prst="rect">
            <a:avLst/>
          </a:prstGeom>
          <a:solidFill>
            <a:srgbClr val="04428A"/>
          </a:solidFill>
        </p:spPr>
        <p:txBody>
          <a:bodyPr vert="horz" lIns="0" tIns="45720" rIns="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zh-CN" altLang="en-US" sz="2000" b="1" dirty="0">
              <a:solidFill>
                <a:schemeClr val="bg1"/>
              </a:solidFill>
              <a:latin typeface="+mj-ea"/>
              <a:ea typeface="+mj-ea"/>
            </a:endParaRPr>
          </a:p>
        </p:txBody>
      </p:sp>
      <p:sp>
        <p:nvSpPr>
          <p:cNvPr id="81" name="副标题 2"/>
          <p:cNvSpPr txBox="1"/>
          <p:nvPr userDrawn="1"/>
        </p:nvSpPr>
        <p:spPr>
          <a:xfrm>
            <a:off x="1515340" y="3841753"/>
            <a:ext cx="3231227" cy="617036"/>
          </a:xfrm>
          <a:prstGeom prst="rect">
            <a:avLst/>
          </a:prstGeom>
        </p:spPr>
        <p:txBody>
          <a:bodyPr vert="horz" lIns="0" tIns="45720" rIns="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4428A"/>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dist"/>
            <a:r>
              <a:rPr lang="en-US" altLang="zh-CN" sz="1200" b="1" kern="1200" dirty="0">
                <a:solidFill>
                  <a:schemeClr val="tx1">
                    <a:lumMod val="75000"/>
                    <a:lumOff val="25000"/>
                  </a:schemeClr>
                </a:solidFill>
                <a:effectLst/>
                <a:latin typeface="+mn-lt"/>
                <a:ea typeface="+mn-ea"/>
                <a:cs typeface="+mn-cs"/>
              </a:rPr>
              <a:t>Graduation Thesis Defense PPT Temple</a:t>
            </a:r>
            <a:endParaRPr lang="zh-CN" altLang="zh-CN" sz="1200" b="1" kern="1200" dirty="0">
              <a:solidFill>
                <a:schemeClr val="tx1">
                  <a:lumMod val="75000"/>
                  <a:lumOff val="25000"/>
                </a:schemeClr>
              </a:solidFill>
              <a:effectLst/>
              <a:latin typeface="+mn-lt"/>
              <a:ea typeface="+mn-ea"/>
              <a:cs typeface="+mn-cs"/>
            </a:endParaRPr>
          </a:p>
        </p:txBody>
      </p:sp>
      <p:sp>
        <p:nvSpPr>
          <p:cNvPr id="85" name="文本占位符 84"/>
          <p:cNvSpPr>
            <a:spLocks noGrp="1"/>
          </p:cNvSpPr>
          <p:nvPr>
            <p:ph type="body" sz="quarter" idx="14" hasCustomPrompt="1"/>
          </p:nvPr>
        </p:nvSpPr>
        <p:spPr>
          <a:xfrm>
            <a:off x="1515340" y="4747371"/>
            <a:ext cx="2743200" cy="617537"/>
          </a:xfrm>
          <a:prstGeom prst="rect">
            <a:avLst/>
          </a:prstGeom>
        </p:spPr>
        <p:txBody>
          <a:bodyPr anchor="ctr"/>
          <a:lstStyle>
            <a:lvl1pPr marL="0" indent="0" algn="l">
              <a:buNone/>
              <a:defRPr b="1">
                <a:solidFill>
                  <a:schemeClr val="bg1"/>
                </a:solidFill>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答辩人信息</a:t>
            </a:r>
          </a:p>
        </p:txBody>
      </p:sp>
      <p:grpSp>
        <p:nvGrpSpPr>
          <p:cNvPr id="87" name="Group 74"/>
          <p:cNvGrpSpPr>
            <a:grpSpLocks noChangeAspect="1"/>
          </p:cNvGrpSpPr>
          <p:nvPr userDrawn="1"/>
        </p:nvGrpSpPr>
        <p:grpSpPr bwMode="auto">
          <a:xfrm>
            <a:off x="1514476" y="1047750"/>
            <a:ext cx="2014537" cy="560387"/>
            <a:chOff x="954" y="660"/>
            <a:chExt cx="1269" cy="353"/>
          </a:xfrm>
        </p:grpSpPr>
        <p:sp>
          <p:nvSpPr>
            <p:cNvPr id="89"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0"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1"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2"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3"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4"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5"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6"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7"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8"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9"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0"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1"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2"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3"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4"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5"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6"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7"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8"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9"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0"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1"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2"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3"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4"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5"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6"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7"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8"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9"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0"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1"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2"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3"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4"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5"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6"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7"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8"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9"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0"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1"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2"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3"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4"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5"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6"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7"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8"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9"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0"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1"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2"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3"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4"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5"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6"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7"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8"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9"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0"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1"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2"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3"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4"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5"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grpSp>
      <p:sp>
        <p:nvSpPr>
          <p:cNvPr id="77" name="文本占位符 77"/>
          <p:cNvSpPr>
            <a:spLocks noGrp="1"/>
          </p:cNvSpPr>
          <p:nvPr>
            <p:ph type="body" sz="quarter" idx="11" hasCustomPrompt="1"/>
          </p:nvPr>
        </p:nvSpPr>
        <p:spPr>
          <a:xfrm>
            <a:off x="1514476" y="2442615"/>
            <a:ext cx="7754400" cy="721821"/>
          </a:xfrm>
          <a:prstGeom prst="rect">
            <a:avLst/>
          </a:prstGeom>
        </p:spPr>
        <p:txBody>
          <a:bodyPr lIns="0" rIns="0" anchor="ctr"/>
          <a:lstStyle>
            <a:lvl1pPr marL="0" indent="0" algn="l">
              <a:lnSpc>
                <a:spcPct val="100000"/>
              </a:lnSpc>
              <a:buNone/>
              <a:defRPr sz="4800" b="1">
                <a:solidFill>
                  <a:schemeClr val="tx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单击此处编辑答辩报告题目</a:t>
            </a:r>
          </a:p>
        </p:txBody>
      </p:sp>
      <p:sp>
        <p:nvSpPr>
          <p:cNvPr id="78" name="文本占位符 77"/>
          <p:cNvSpPr>
            <a:spLocks noGrp="1"/>
          </p:cNvSpPr>
          <p:nvPr>
            <p:ph type="body" sz="quarter" idx="15" hasCustomPrompt="1"/>
          </p:nvPr>
        </p:nvSpPr>
        <p:spPr>
          <a:xfrm>
            <a:off x="1514476" y="3343161"/>
            <a:ext cx="3231228" cy="485081"/>
          </a:xfrm>
          <a:prstGeom prst="rect">
            <a:avLst/>
          </a:prstGeom>
        </p:spPr>
        <p:txBody>
          <a:bodyPr lIns="0" rIns="0" anchor="ctr"/>
          <a:lstStyle>
            <a:lvl1pPr marL="0" indent="0" algn="dist">
              <a:lnSpc>
                <a:spcPct val="100000"/>
              </a:lnSpc>
              <a:buNone/>
              <a:defRPr sz="2400" b="1">
                <a:solidFill>
                  <a:schemeClr val="tx2"/>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单击编辑答辩副标题</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718218" y="202011"/>
            <a:ext cx="8655953" cy="601075"/>
          </a:xfrm>
          <a:prstGeom prst="rect">
            <a:avLst/>
          </a:prstGeom>
        </p:spPr>
        <p:txBody>
          <a:bodyPr lIns="0" rIns="0" anchor="ctr">
            <a:normAutofit/>
          </a:bodyPr>
          <a:lstStyle>
            <a:lvl1pPr>
              <a:defRPr sz="2800" b="1">
                <a:latin typeface="方正粗雅宋简体" panose="02000000000000000000" pitchFamily="2" charset="-122"/>
                <a:ea typeface="方正粗雅宋简体" panose="02000000000000000000" pitchFamily="2" charset="-122"/>
              </a:defRPr>
            </a:lvl1pPr>
          </a:lstStyle>
          <a:p>
            <a:r>
              <a:rPr lang="zh-CN" altLang="en-US" dirty="0"/>
              <a:t>单击此处编辑母版标题样式</a:t>
            </a:r>
          </a:p>
        </p:txBody>
      </p:sp>
      <p:sp>
        <p:nvSpPr>
          <p:cNvPr id="5" name="灯片编号占位符 4"/>
          <p:cNvSpPr>
            <a:spLocks noGrp="1"/>
          </p:cNvSpPr>
          <p:nvPr>
            <p:ph type="sldNum" sz="quarter" idx="12"/>
          </p:nvPr>
        </p:nvSpPr>
        <p:spPr>
          <a:xfrm>
            <a:off x="9137021" y="6494335"/>
            <a:ext cx="2743200" cy="341761"/>
          </a:xfrm>
          <a:prstGeom prst="rect">
            <a:avLst/>
          </a:prstGeom>
        </p:spPr>
        <p:txBody>
          <a:bodyPr/>
          <a:lstStyle>
            <a:lvl1pPr algn="r">
              <a:defRPr sz="1100" b="1" i="0">
                <a:solidFill>
                  <a:schemeClr val="accent1"/>
                </a:solidFill>
              </a:defRPr>
            </a:lvl1pPr>
          </a:lstStyle>
          <a:p>
            <a:fld id="{1AAC388E-FA9E-4A2C-95EA-1F6B3A07935A}" type="slidenum">
              <a:rPr lang="zh-CN" altLang="en-US" smtClean="0"/>
              <a:t>‹#›</a:t>
            </a:fld>
            <a:endParaRPr lang="zh-CN" altLang="en-US" dirty="0"/>
          </a:p>
        </p:txBody>
      </p:sp>
      <p:grpSp>
        <p:nvGrpSpPr>
          <p:cNvPr id="6" name="Group 74"/>
          <p:cNvGrpSpPr>
            <a:grpSpLocks noChangeAspect="1"/>
          </p:cNvGrpSpPr>
          <p:nvPr userDrawn="1"/>
        </p:nvGrpSpPr>
        <p:grpSpPr bwMode="auto">
          <a:xfrm>
            <a:off x="9961824" y="317195"/>
            <a:ext cx="1557337" cy="433207"/>
            <a:chOff x="954" y="660"/>
            <a:chExt cx="1269" cy="353"/>
          </a:xfrm>
        </p:grpSpPr>
        <p:sp>
          <p:nvSpPr>
            <p:cNvPr id="7"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8"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6"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7"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8"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9"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0"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1"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2"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3"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4"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5"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6"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7"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8"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9"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0"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1"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2"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3"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4"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5"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6"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7"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8"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9"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0"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1"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2"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3"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4"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5"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6"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7"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8"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9"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0"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1"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2"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3"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4"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5"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6"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7"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8"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9"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0"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1"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2"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3"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4"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5"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6"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7"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8"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9"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0"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1"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2"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3"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grpSp>
      <p:cxnSp>
        <p:nvCxnSpPr>
          <p:cNvPr id="76" name="直接连接符 75"/>
          <p:cNvCxnSpPr/>
          <p:nvPr userDrawn="1"/>
        </p:nvCxnSpPr>
        <p:spPr>
          <a:xfrm>
            <a:off x="719833" y="803088"/>
            <a:ext cx="10790378"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p:cNvSpPr/>
          <p:nvPr userDrawn="1"/>
        </p:nvSpPr>
        <p:spPr>
          <a:xfrm>
            <a:off x="304647" y="-5194"/>
            <a:ext cx="236852" cy="80828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4353" y="6468880"/>
            <a:ext cx="1865182" cy="39267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a:xfrm>
            <a:off x="319208" y="202011"/>
            <a:ext cx="8655953" cy="601075"/>
          </a:xfrm>
          <a:prstGeom prst="rect">
            <a:avLst/>
          </a:prstGeom>
        </p:spPr>
        <p:txBody>
          <a:bodyPr lIns="0" rIns="0" anchor="ctr">
            <a:normAutofit/>
          </a:bodyPr>
          <a:lstStyle>
            <a:lvl1pPr>
              <a:defRPr sz="2800" b="1">
                <a:latin typeface="方正粗雅宋简体" panose="02000000000000000000" pitchFamily="2" charset="-122"/>
                <a:ea typeface="方正粗雅宋简体" panose="02000000000000000000" pitchFamily="2" charset="-122"/>
              </a:defRPr>
            </a:lvl1pPr>
          </a:lstStyle>
          <a:p>
            <a:r>
              <a:rPr lang="zh-CN" altLang="en-US" dirty="0"/>
              <a:t>单击此处编辑母版标题样式</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9003382" y="6232973"/>
            <a:ext cx="2743200" cy="341761"/>
          </a:xfrm>
          <a:prstGeom prst="rect">
            <a:avLst/>
          </a:prstGeom>
        </p:spPr>
        <p:txBody>
          <a:bodyPr lIns="0" tIns="0" rIns="0" bIns="0" anchor="b"/>
          <a:lstStyle>
            <a:lvl1pPr algn="r">
              <a:defRPr sz="1600" b="1">
                <a:solidFill>
                  <a:schemeClr val="tx2"/>
                </a:solidFill>
              </a:defRPr>
            </a:lvl1pPr>
          </a:lstStyle>
          <a:p>
            <a:fld id="{1AAC388E-FA9E-4A2C-95EA-1F6B3A07935A}" type="slidenum">
              <a:rPr lang="zh-CN" altLang="en-US" smtClean="0"/>
              <a:t>‹#›</a:t>
            </a:fld>
            <a:endParaRPr lang="zh-CN" altLang="en-US" dirty="0"/>
          </a:p>
        </p:txBody>
      </p:sp>
      <p:grpSp>
        <p:nvGrpSpPr>
          <p:cNvPr id="3" name="Group 74"/>
          <p:cNvGrpSpPr>
            <a:grpSpLocks noChangeAspect="1"/>
          </p:cNvGrpSpPr>
          <p:nvPr userDrawn="1"/>
        </p:nvGrpSpPr>
        <p:grpSpPr bwMode="auto">
          <a:xfrm>
            <a:off x="9873198" y="224064"/>
            <a:ext cx="1873384" cy="521122"/>
            <a:chOff x="954" y="660"/>
            <a:chExt cx="1269" cy="353"/>
          </a:xfrm>
          <a:solidFill>
            <a:schemeClr val="tx2"/>
          </a:solidFill>
        </p:grpSpPr>
        <p:sp>
          <p:nvSpPr>
            <p:cNvPr id="5"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7"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8"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9"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0"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1"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2"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3"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4"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5"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6"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7"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8"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9"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0"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1"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2"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3"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4"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5"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6"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7"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8"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9"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0"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1"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2"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3"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4"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5"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6"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7"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8"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9"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0"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1"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2"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3"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4"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5"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6"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7"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8"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9"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0"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1"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2"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3"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4"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5"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6"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7"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8"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9"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0"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1"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2"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3"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4"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5"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6"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7"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8"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9"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70"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71"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grpSp>
      <p:sp>
        <p:nvSpPr>
          <p:cNvPr id="72" name="文本框 71"/>
          <p:cNvSpPr txBox="1"/>
          <p:nvPr userDrawn="1"/>
        </p:nvSpPr>
        <p:spPr>
          <a:xfrm>
            <a:off x="445418" y="1954926"/>
            <a:ext cx="246221" cy="2948147"/>
          </a:xfrm>
          <a:prstGeom prst="rect">
            <a:avLst/>
          </a:prstGeom>
          <a:noFill/>
        </p:spPr>
        <p:txBody>
          <a:bodyPr vert="eaVert" wrap="square" lIns="0" tIns="0" rIns="0" bIns="0" rtlCol="0" anchor="ctr">
            <a:spAutoFit/>
          </a:bodyPr>
          <a:lstStyle/>
          <a:p>
            <a:pPr algn="dist"/>
            <a:r>
              <a:rPr lang="zh-CN" altLang="en-US" sz="1600" dirty="0">
                <a:solidFill>
                  <a:schemeClr val="bg1">
                    <a:lumMod val="65000"/>
                  </a:schemeClr>
                </a:solidFill>
                <a:latin typeface="方正粗雅宋简体" panose="02000000000000000000" pitchFamily="2" charset="-122"/>
                <a:ea typeface="方正粗雅宋简体" panose="02000000000000000000" pitchFamily="2" charset="-122"/>
              </a:rPr>
              <a:t>务求实学，存是去非</a:t>
            </a:r>
          </a:p>
        </p:txBody>
      </p:sp>
      <p:sp>
        <p:nvSpPr>
          <p:cNvPr id="73" name="文本框 72"/>
          <p:cNvSpPr txBox="1"/>
          <p:nvPr userDrawn="1"/>
        </p:nvSpPr>
        <p:spPr>
          <a:xfrm>
            <a:off x="11500361" y="1647567"/>
            <a:ext cx="246221" cy="3562866"/>
          </a:xfrm>
          <a:prstGeom prst="rect">
            <a:avLst/>
          </a:prstGeom>
          <a:noFill/>
        </p:spPr>
        <p:txBody>
          <a:bodyPr vert="eaVert" wrap="square" lIns="0" tIns="0" rIns="0" bIns="0" rtlCol="0" anchor="ctr">
            <a:spAutoFit/>
          </a:bodyPr>
          <a:lstStyle/>
          <a:p>
            <a:pPr algn="dist"/>
            <a:r>
              <a:rPr lang="zh-CN" altLang="en-US" sz="1600" dirty="0">
                <a:solidFill>
                  <a:schemeClr val="bg1">
                    <a:lumMod val="65000"/>
                  </a:schemeClr>
                </a:solidFill>
                <a:latin typeface="方正粗雅宋简体" panose="02000000000000000000" pitchFamily="2" charset="-122"/>
                <a:ea typeface="方正粗雅宋简体" panose="02000000000000000000" pitchFamily="2" charset="-122"/>
              </a:rPr>
              <a:t>正其谊、不谋其利，明其道、不计其功</a:t>
            </a:r>
          </a:p>
        </p:txBody>
      </p:sp>
      <p:grpSp>
        <p:nvGrpSpPr>
          <p:cNvPr id="74" name="组合 73"/>
          <p:cNvGrpSpPr/>
          <p:nvPr userDrawn="1"/>
        </p:nvGrpSpPr>
        <p:grpSpPr>
          <a:xfrm>
            <a:off x="445418" y="5902169"/>
            <a:ext cx="637411" cy="612930"/>
            <a:chOff x="1717634" y="914982"/>
            <a:chExt cx="637411" cy="612930"/>
          </a:xfrm>
          <a:solidFill>
            <a:schemeClr val="tx2"/>
          </a:solidFill>
        </p:grpSpPr>
        <p:sp>
          <p:nvSpPr>
            <p:cNvPr id="75" name="Freeform 6"/>
            <p:cNvSpPr/>
            <p:nvPr/>
          </p:nvSpPr>
          <p:spPr bwMode="auto">
            <a:xfrm>
              <a:off x="1717634" y="914982"/>
              <a:ext cx="315186" cy="288564"/>
            </a:xfrm>
            <a:custGeom>
              <a:avLst/>
              <a:gdLst>
                <a:gd name="T0" fmla="*/ 106 w 385"/>
                <a:gd name="T1" fmla="*/ 0 h 352"/>
                <a:gd name="T2" fmla="*/ 155 w 385"/>
                <a:gd name="T3" fmla="*/ 33 h 352"/>
                <a:gd name="T4" fmla="*/ 195 w 385"/>
                <a:gd name="T5" fmla="*/ 44 h 352"/>
                <a:gd name="T6" fmla="*/ 299 w 385"/>
                <a:gd name="T7" fmla="*/ 187 h 352"/>
                <a:gd name="T8" fmla="*/ 291 w 385"/>
                <a:gd name="T9" fmla="*/ 223 h 352"/>
                <a:gd name="T10" fmla="*/ 300 w 385"/>
                <a:gd name="T11" fmla="*/ 259 h 352"/>
                <a:gd name="T12" fmla="*/ 337 w 385"/>
                <a:gd name="T13" fmla="*/ 252 h 352"/>
                <a:gd name="T14" fmla="*/ 352 w 385"/>
                <a:gd name="T15" fmla="*/ 218 h 352"/>
                <a:gd name="T16" fmla="*/ 379 w 385"/>
                <a:gd name="T17" fmla="*/ 225 h 352"/>
                <a:gd name="T18" fmla="*/ 349 w 385"/>
                <a:gd name="T19" fmla="*/ 300 h 352"/>
                <a:gd name="T20" fmla="*/ 302 w 385"/>
                <a:gd name="T21" fmla="*/ 301 h 352"/>
                <a:gd name="T22" fmla="*/ 267 w 385"/>
                <a:gd name="T23" fmla="*/ 314 h 352"/>
                <a:gd name="T24" fmla="*/ 180 w 385"/>
                <a:gd name="T25" fmla="*/ 331 h 352"/>
                <a:gd name="T26" fmla="*/ 183 w 385"/>
                <a:gd name="T27" fmla="*/ 327 h 352"/>
                <a:gd name="T28" fmla="*/ 177 w 385"/>
                <a:gd name="T29" fmla="*/ 272 h 352"/>
                <a:gd name="T30" fmla="*/ 169 w 385"/>
                <a:gd name="T31" fmla="*/ 242 h 352"/>
                <a:gd name="T32" fmla="*/ 200 w 385"/>
                <a:gd name="T33" fmla="*/ 232 h 352"/>
                <a:gd name="T34" fmla="*/ 246 w 385"/>
                <a:gd name="T35" fmla="*/ 207 h 352"/>
                <a:gd name="T36" fmla="*/ 241 w 385"/>
                <a:gd name="T37" fmla="*/ 136 h 352"/>
                <a:gd name="T38" fmla="*/ 186 w 385"/>
                <a:gd name="T39" fmla="*/ 93 h 352"/>
                <a:gd name="T40" fmla="*/ 152 w 385"/>
                <a:gd name="T41" fmla="*/ 163 h 352"/>
                <a:gd name="T42" fmla="*/ 152 w 385"/>
                <a:gd name="T43" fmla="*/ 184 h 352"/>
                <a:gd name="T44" fmla="*/ 152 w 385"/>
                <a:gd name="T45" fmla="*/ 219 h 352"/>
                <a:gd name="T46" fmla="*/ 119 w 385"/>
                <a:gd name="T47" fmla="*/ 228 h 352"/>
                <a:gd name="T48" fmla="*/ 82 w 385"/>
                <a:gd name="T49" fmla="*/ 253 h 352"/>
                <a:gd name="T50" fmla="*/ 77 w 385"/>
                <a:gd name="T51" fmla="*/ 318 h 352"/>
                <a:gd name="T52" fmla="*/ 63 w 385"/>
                <a:gd name="T53" fmla="*/ 339 h 352"/>
                <a:gd name="T54" fmla="*/ 33 w 385"/>
                <a:gd name="T55" fmla="*/ 342 h 352"/>
                <a:gd name="T56" fmla="*/ 28 w 385"/>
                <a:gd name="T57" fmla="*/ 316 h 352"/>
                <a:gd name="T58" fmla="*/ 32 w 385"/>
                <a:gd name="T59" fmla="*/ 215 h 352"/>
                <a:gd name="T60" fmla="*/ 47 w 385"/>
                <a:gd name="T61" fmla="*/ 182 h 352"/>
                <a:gd name="T62" fmla="*/ 34 w 385"/>
                <a:gd name="T63" fmla="*/ 133 h 352"/>
                <a:gd name="T64" fmla="*/ 24 w 385"/>
                <a:gd name="T65" fmla="*/ 131 h 352"/>
                <a:gd name="T66" fmla="*/ 7 w 385"/>
                <a:gd name="T67" fmla="*/ 110 h 352"/>
                <a:gd name="T68" fmla="*/ 34 w 385"/>
                <a:gd name="T69" fmla="*/ 94 h 352"/>
                <a:gd name="T70" fmla="*/ 77 w 385"/>
                <a:gd name="T71" fmla="*/ 116 h 352"/>
                <a:gd name="T72" fmla="*/ 129 w 385"/>
                <a:gd name="T73" fmla="*/ 127 h 352"/>
                <a:gd name="T74" fmla="*/ 126 w 385"/>
                <a:gd name="T75" fmla="*/ 69 h 352"/>
                <a:gd name="T76" fmla="*/ 88 w 385"/>
                <a:gd name="T77" fmla="*/ 47 h 352"/>
                <a:gd name="T78" fmla="*/ 74 w 385"/>
                <a:gd name="T79" fmla="*/ 0 h 352"/>
                <a:gd name="T80" fmla="*/ 106 w 385"/>
                <a:gd name="T81" fmla="*/ 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5" h="352">
                  <a:moveTo>
                    <a:pt x="106" y="0"/>
                  </a:moveTo>
                  <a:cubicBezTo>
                    <a:pt x="122" y="11"/>
                    <a:pt x="138" y="24"/>
                    <a:pt x="155" y="33"/>
                  </a:cubicBezTo>
                  <a:cubicBezTo>
                    <a:pt x="167" y="39"/>
                    <a:pt x="181" y="42"/>
                    <a:pt x="195" y="44"/>
                  </a:cubicBezTo>
                  <a:cubicBezTo>
                    <a:pt x="275" y="55"/>
                    <a:pt x="312" y="107"/>
                    <a:pt x="299" y="187"/>
                  </a:cubicBezTo>
                  <a:cubicBezTo>
                    <a:pt x="297" y="199"/>
                    <a:pt x="291" y="211"/>
                    <a:pt x="291" y="223"/>
                  </a:cubicBezTo>
                  <a:cubicBezTo>
                    <a:pt x="292" y="235"/>
                    <a:pt x="294" y="249"/>
                    <a:pt x="300" y="259"/>
                  </a:cubicBezTo>
                  <a:cubicBezTo>
                    <a:pt x="313" y="276"/>
                    <a:pt x="329" y="272"/>
                    <a:pt x="337" y="252"/>
                  </a:cubicBezTo>
                  <a:cubicBezTo>
                    <a:pt x="341" y="240"/>
                    <a:pt x="344" y="228"/>
                    <a:pt x="352" y="218"/>
                  </a:cubicBezTo>
                  <a:cubicBezTo>
                    <a:pt x="363" y="205"/>
                    <a:pt x="374" y="208"/>
                    <a:pt x="379" y="225"/>
                  </a:cubicBezTo>
                  <a:cubicBezTo>
                    <a:pt x="385" y="248"/>
                    <a:pt x="371" y="291"/>
                    <a:pt x="349" y="300"/>
                  </a:cubicBezTo>
                  <a:cubicBezTo>
                    <a:pt x="335" y="306"/>
                    <a:pt x="317" y="303"/>
                    <a:pt x="302" y="301"/>
                  </a:cubicBezTo>
                  <a:cubicBezTo>
                    <a:pt x="287" y="300"/>
                    <a:pt x="276" y="300"/>
                    <a:pt x="267" y="314"/>
                  </a:cubicBezTo>
                  <a:cubicBezTo>
                    <a:pt x="248" y="345"/>
                    <a:pt x="214" y="352"/>
                    <a:pt x="180" y="331"/>
                  </a:cubicBezTo>
                  <a:cubicBezTo>
                    <a:pt x="181" y="330"/>
                    <a:pt x="182" y="328"/>
                    <a:pt x="183" y="327"/>
                  </a:cubicBezTo>
                  <a:cubicBezTo>
                    <a:pt x="210" y="304"/>
                    <a:pt x="209" y="289"/>
                    <a:pt x="177" y="272"/>
                  </a:cubicBezTo>
                  <a:cubicBezTo>
                    <a:pt x="163" y="264"/>
                    <a:pt x="161" y="255"/>
                    <a:pt x="169" y="242"/>
                  </a:cubicBezTo>
                  <a:cubicBezTo>
                    <a:pt x="177" y="229"/>
                    <a:pt x="184" y="221"/>
                    <a:pt x="200" y="232"/>
                  </a:cubicBezTo>
                  <a:cubicBezTo>
                    <a:pt x="229" y="251"/>
                    <a:pt x="245" y="242"/>
                    <a:pt x="246" y="207"/>
                  </a:cubicBezTo>
                  <a:cubicBezTo>
                    <a:pt x="247" y="183"/>
                    <a:pt x="246" y="159"/>
                    <a:pt x="241" y="136"/>
                  </a:cubicBezTo>
                  <a:cubicBezTo>
                    <a:pt x="235" y="108"/>
                    <a:pt x="212" y="91"/>
                    <a:pt x="186" y="93"/>
                  </a:cubicBezTo>
                  <a:cubicBezTo>
                    <a:pt x="190" y="123"/>
                    <a:pt x="173" y="144"/>
                    <a:pt x="152" y="163"/>
                  </a:cubicBezTo>
                  <a:cubicBezTo>
                    <a:pt x="145" y="170"/>
                    <a:pt x="143" y="177"/>
                    <a:pt x="152" y="184"/>
                  </a:cubicBezTo>
                  <a:cubicBezTo>
                    <a:pt x="164" y="195"/>
                    <a:pt x="159" y="208"/>
                    <a:pt x="152" y="219"/>
                  </a:cubicBezTo>
                  <a:cubicBezTo>
                    <a:pt x="144" y="229"/>
                    <a:pt x="134" y="235"/>
                    <a:pt x="119" y="228"/>
                  </a:cubicBezTo>
                  <a:cubicBezTo>
                    <a:pt x="92" y="216"/>
                    <a:pt x="84" y="222"/>
                    <a:pt x="82" y="253"/>
                  </a:cubicBezTo>
                  <a:cubicBezTo>
                    <a:pt x="80" y="275"/>
                    <a:pt x="80" y="297"/>
                    <a:pt x="77" y="318"/>
                  </a:cubicBezTo>
                  <a:cubicBezTo>
                    <a:pt x="76" y="326"/>
                    <a:pt x="70" y="336"/>
                    <a:pt x="63" y="339"/>
                  </a:cubicBezTo>
                  <a:cubicBezTo>
                    <a:pt x="54" y="343"/>
                    <a:pt x="42" y="345"/>
                    <a:pt x="33" y="342"/>
                  </a:cubicBezTo>
                  <a:cubicBezTo>
                    <a:pt x="28" y="340"/>
                    <a:pt x="25" y="323"/>
                    <a:pt x="28" y="316"/>
                  </a:cubicBezTo>
                  <a:cubicBezTo>
                    <a:pt x="40" y="282"/>
                    <a:pt x="42" y="250"/>
                    <a:pt x="32" y="215"/>
                  </a:cubicBezTo>
                  <a:cubicBezTo>
                    <a:pt x="29" y="206"/>
                    <a:pt x="39" y="191"/>
                    <a:pt x="47" y="182"/>
                  </a:cubicBezTo>
                  <a:cubicBezTo>
                    <a:pt x="69" y="156"/>
                    <a:pt x="67" y="145"/>
                    <a:pt x="34" y="133"/>
                  </a:cubicBezTo>
                  <a:cubicBezTo>
                    <a:pt x="31" y="132"/>
                    <a:pt x="27" y="132"/>
                    <a:pt x="24" y="131"/>
                  </a:cubicBezTo>
                  <a:cubicBezTo>
                    <a:pt x="15" y="126"/>
                    <a:pt x="0" y="124"/>
                    <a:pt x="7" y="110"/>
                  </a:cubicBezTo>
                  <a:cubicBezTo>
                    <a:pt x="12" y="102"/>
                    <a:pt x="26" y="92"/>
                    <a:pt x="34" y="94"/>
                  </a:cubicBezTo>
                  <a:cubicBezTo>
                    <a:pt x="49" y="97"/>
                    <a:pt x="66" y="105"/>
                    <a:pt x="77" y="116"/>
                  </a:cubicBezTo>
                  <a:cubicBezTo>
                    <a:pt x="96" y="136"/>
                    <a:pt x="114" y="141"/>
                    <a:pt x="129" y="127"/>
                  </a:cubicBezTo>
                  <a:cubicBezTo>
                    <a:pt x="146" y="111"/>
                    <a:pt x="145" y="85"/>
                    <a:pt x="126" y="69"/>
                  </a:cubicBezTo>
                  <a:cubicBezTo>
                    <a:pt x="115" y="60"/>
                    <a:pt x="102" y="52"/>
                    <a:pt x="88" y="47"/>
                  </a:cubicBezTo>
                  <a:cubicBezTo>
                    <a:pt x="59" y="34"/>
                    <a:pt x="56" y="27"/>
                    <a:pt x="74" y="0"/>
                  </a:cubicBezTo>
                  <a:cubicBezTo>
                    <a:pt x="85" y="0"/>
                    <a:pt x="95" y="0"/>
                    <a:pt x="10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7"/>
            <p:cNvSpPr>
              <a:spLocks noEditPoints="1"/>
            </p:cNvSpPr>
            <p:nvPr/>
          </p:nvSpPr>
          <p:spPr bwMode="auto">
            <a:xfrm>
              <a:off x="1722531" y="1236288"/>
              <a:ext cx="216958" cy="291624"/>
            </a:xfrm>
            <a:custGeom>
              <a:avLst/>
              <a:gdLst>
                <a:gd name="T0" fmla="*/ 20 w 265"/>
                <a:gd name="T1" fmla="*/ 356 h 356"/>
                <a:gd name="T2" fmla="*/ 2 w 265"/>
                <a:gd name="T3" fmla="*/ 340 h 356"/>
                <a:gd name="T4" fmla="*/ 45 w 265"/>
                <a:gd name="T5" fmla="*/ 263 h 356"/>
                <a:gd name="T6" fmla="*/ 73 w 265"/>
                <a:gd name="T7" fmla="*/ 232 h 356"/>
                <a:gd name="T8" fmla="*/ 117 w 265"/>
                <a:gd name="T9" fmla="*/ 227 h 356"/>
                <a:gd name="T10" fmla="*/ 114 w 265"/>
                <a:gd name="T11" fmla="*/ 180 h 356"/>
                <a:gd name="T12" fmla="*/ 68 w 265"/>
                <a:gd name="T13" fmla="*/ 186 h 356"/>
                <a:gd name="T14" fmla="*/ 0 w 265"/>
                <a:gd name="T15" fmla="*/ 134 h 356"/>
                <a:gd name="T16" fmla="*/ 1 w 265"/>
                <a:gd name="T17" fmla="*/ 52 h 356"/>
                <a:gd name="T18" fmla="*/ 11 w 265"/>
                <a:gd name="T19" fmla="*/ 29 h 356"/>
                <a:gd name="T20" fmla="*/ 32 w 265"/>
                <a:gd name="T21" fmla="*/ 35 h 356"/>
                <a:gd name="T22" fmla="*/ 39 w 265"/>
                <a:gd name="T23" fmla="*/ 114 h 356"/>
                <a:gd name="T24" fmla="*/ 67 w 265"/>
                <a:gd name="T25" fmla="*/ 150 h 356"/>
                <a:gd name="T26" fmla="*/ 116 w 265"/>
                <a:gd name="T27" fmla="*/ 138 h 356"/>
                <a:gd name="T28" fmla="*/ 106 w 265"/>
                <a:gd name="T29" fmla="*/ 108 h 356"/>
                <a:gd name="T30" fmla="*/ 64 w 265"/>
                <a:gd name="T31" fmla="*/ 58 h 356"/>
                <a:gd name="T32" fmla="*/ 120 w 265"/>
                <a:gd name="T33" fmla="*/ 4 h 356"/>
                <a:gd name="T34" fmla="*/ 187 w 265"/>
                <a:gd name="T35" fmla="*/ 80 h 356"/>
                <a:gd name="T36" fmla="*/ 167 w 265"/>
                <a:gd name="T37" fmla="*/ 102 h 356"/>
                <a:gd name="T38" fmla="*/ 153 w 265"/>
                <a:gd name="T39" fmla="*/ 129 h 356"/>
                <a:gd name="T40" fmla="*/ 179 w 265"/>
                <a:gd name="T41" fmla="*/ 148 h 356"/>
                <a:gd name="T42" fmla="*/ 227 w 265"/>
                <a:gd name="T43" fmla="*/ 105 h 356"/>
                <a:gd name="T44" fmla="*/ 232 w 265"/>
                <a:gd name="T45" fmla="*/ 54 h 356"/>
                <a:gd name="T46" fmla="*/ 231 w 265"/>
                <a:gd name="T47" fmla="*/ 40 h 356"/>
                <a:gd name="T48" fmla="*/ 245 w 265"/>
                <a:gd name="T49" fmla="*/ 26 h 356"/>
                <a:gd name="T50" fmla="*/ 260 w 265"/>
                <a:gd name="T51" fmla="*/ 38 h 356"/>
                <a:gd name="T52" fmla="*/ 263 w 265"/>
                <a:gd name="T53" fmla="*/ 128 h 356"/>
                <a:gd name="T54" fmla="*/ 200 w 265"/>
                <a:gd name="T55" fmla="*/ 176 h 356"/>
                <a:gd name="T56" fmla="*/ 188 w 265"/>
                <a:gd name="T57" fmla="*/ 176 h 356"/>
                <a:gd name="T58" fmla="*/ 156 w 265"/>
                <a:gd name="T59" fmla="*/ 209 h 356"/>
                <a:gd name="T60" fmla="*/ 179 w 265"/>
                <a:gd name="T61" fmla="*/ 231 h 356"/>
                <a:gd name="T62" fmla="*/ 191 w 265"/>
                <a:gd name="T63" fmla="*/ 228 h 356"/>
                <a:gd name="T64" fmla="*/ 225 w 265"/>
                <a:gd name="T65" fmla="*/ 262 h 356"/>
                <a:gd name="T66" fmla="*/ 226 w 265"/>
                <a:gd name="T67" fmla="*/ 298 h 356"/>
                <a:gd name="T68" fmla="*/ 227 w 265"/>
                <a:gd name="T69" fmla="*/ 325 h 356"/>
                <a:gd name="T70" fmla="*/ 208 w 265"/>
                <a:gd name="T71" fmla="*/ 347 h 356"/>
                <a:gd name="T72" fmla="*/ 192 w 265"/>
                <a:gd name="T73" fmla="*/ 330 h 356"/>
                <a:gd name="T74" fmla="*/ 187 w 265"/>
                <a:gd name="T75" fmla="*/ 279 h 356"/>
                <a:gd name="T76" fmla="*/ 175 w 265"/>
                <a:gd name="T77" fmla="*/ 261 h 356"/>
                <a:gd name="T78" fmla="*/ 164 w 265"/>
                <a:gd name="T79" fmla="*/ 279 h 356"/>
                <a:gd name="T80" fmla="*/ 160 w 265"/>
                <a:gd name="T81" fmla="*/ 334 h 356"/>
                <a:gd name="T82" fmla="*/ 137 w 265"/>
                <a:gd name="T83" fmla="*/ 347 h 356"/>
                <a:gd name="T84" fmla="*/ 116 w 265"/>
                <a:gd name="T85" fmla="*/ 334 h 356"/>
                <a:gd name="T86" fmla="*/ 112 w 265"/>
                <a:gd name="T87" fmla="*/ 278 h 356"/>
                <a:gd name="T88" fmla="*/ 98 w 265"/>
                <a:gd name="T89" fmla="*/ 264 h 356"/>
                <a:gd name="T90" fmla="*/ 88 w 265"/>
                <a:gd name="T91" fmla="*/ 278 h 356"/>
                <a:gd name="T92" fmla="*/ 36 w 265"/>
                <a:gd name="T93" fmla="*/ 356 h 356"/>
                <a:gd name="T94" fmla="*/ 20 w 265"/>
                <a:gd name="T95" fmla="*/ 356 h 356"/>
                <a:gd name="T96" fmla="*/ 152 w 265"/>
                <a:gd name="T97" fmla="*/ 62 h 356"/>
                <a:gd name="T98" fmla="*/ 131 w 265"/>
                <a:gd name="T99" fmla="*/ 32 h 356"/>
                <a:gd name="T100" fmla="*/ 102 w 265"/>
                <a:gd name="T101" fmla="*/ 53 h 356"/>
                <a:gd name="T102" fmla="*/ 129 w 265"/>
                <a:gd name="T103" fmla="*/ 79 h 356"/>
                <a:gd name="T104" fmla="*/ 152 w 265"/>
                <a:gd name="T105" fmla="*/ 62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5" h="356">
                  <a:moveTo>
                    <a:pt x="20" y="356"/>
                  </a:moveTo>
                  <a:cubicBezTo>
                    <a:pt x="15" y="352"/>
                    <a:pt x="10" y="347"/>
                    <a:pt x="2" y="340"/>
                  </a:cubicBezTo>
                  <a:cubicBezTo>
                    <a:pt x="43" y="327"/>
                    <a:pt x="46" y="296"/>
                    <a:pt x="45" y="263"/>
                  </a:cubicBezTo>
                  <a:cubicBezTo>
                    <a:pt x="43" y="234"/>
                    <a:pt x="44" y="234"/>
                    <a:pt x="73" y="232"/>
                  </a:cubicBezTo>
                  <a:cubicBezTo>
                    <a:pt x="87" y="231"/>
                    <a:pt x="100" y="229"/>
                    <a:pt x="117" y="227"/>
                  </a:cubicBezTo>
                  <a:cubicBezTo>
                    <a:pt x="116" y="212"/>
                    <a:pt x="115" y="196"/>
                    <a:pt x="114" y="180"/>
                  </a:cubicBezTo>
                  <a:cubicBezTo>
                    <a:pt x="96" y="182"/>
                    <a:pt x="82" y="184"/>
                    <a:pt x="68" y="186"/>
                  </a:cubicBezTo>
                  <a:cubicBezTo>
                    <a:pt x="37" y="191"/>
                    <a:pt x="1" y="177"/>
                    <a:pt x="0" y="134"/>
                  </a:cubicBezTo>
                  <a:cubicBezTo>
                    <a:pt x="0" y="106"/>
                    <a:pt x="0" y="79"/>
                    <a:pt x="1" y="52"/>
                  </a:cubicBezTo>
                  <a:cubicBezTo>
                    <a:pt x="1" y="44"/>
                    <a:pt x="5" y="35"/>
                    <a:pt x="11" y="29"/>
                  </a:cubicBezTo>
                  <a:cubicBezTo>
                    <a:pt x="18" y="20"/>
                    <a:pt x="30" y="23"/>
                    <a:pt x="32" y="35"/>
                  </a:cubicBezTo>
                  <a:cubicBezTo>
                    <a:pt x="35" y="61"/>
                    <a:pt x="38" y="88"/>
                    <a:pt x="39" y="114"/>
                  </a:cubicBezTo>
                  <a:cubicBezTo>
                    <a:pt x="40" y="134"/>
                    <a:pt x="49" y="145"/>
                    <a:pt x="67" y="150"/>
                  </a:cubicBezTo>
                  <a:cubicBezTo>
                    <a:pt x="86" y="156"/>
                    <a:pt x="103" y="153"/>
                    <a:pt x="116" y="138"/>
                  </a:cubicBezTo>
                  <a:cubicBezTo>
                    <a:pt x="125" y="127"/>
                    <a:pt x="120" y="112"/>
                    <a:pt x="106" y="108"/>
                  </a:cubicBezTo>
                  <a:cubicBezTo>
                    <a:pt x="71" y="97"/>
                    <a:pt x="62" y="86"/>
                    <a:pt x="64" y="58"/>
                  </a:cubicBezTo>
                  <a:cubicBezTo>
                    <a:pt x="67" y="30"/>
                    <a:pt x="91" y="7"/>
                    <a:pt x="120" y="4"/>
                  </a:cubicBezTo>
                  <a:cubicBezTo>
                    <a:pt x="173" y="0"/>
                    <a:pt x="205" y="34"/>
                    <a:pt x="187" y="80"/>
                  </a:cubicBezTo>
                  <a:cubicBezTo>
                    <a:pt x="184" y="89"/>
                    <a:pt x="175" y="99"/>
                    <a:pt x="167" y="102"/>
                  </a:cubicBezTo>
                  <a:cubicBezTo>
                    <a:pt x="152" y="107"/>
                    <a:pt x="147" y="118"/>
                    <a:pt x="153" y="129"/>
                  </a:cubicBezTo>
                  <a:cubicBezTo>
                    <a:pt x="157" y="138"/>
                    <a:pt x="169" y="146"/>
                    <a:pt x="179" y="148"/>
                  </a:cubicBezTo>
                  <a:cubicBezTo>
                    <a:pt x="198" y="151"/>
                    <a:pt x="221" y="130"/>
                    <a:pt x="227" y="105"/>
                  </a:cubicBezTo>
                  <a:cubicBezTo>
                    <a:pt x="231" y="89"/>
                    <a:pt x="231" y="71"/>
                    <a:pt x="232" y="54"/>
                  </a:cubicBezTo>
                  <a:cubicBezTo>
                    <a:pt x="232" y="49"/>
                    <a:pt x="230" y="44"/>
                    <a:pt x="231" y="40"/>
                  </a:cubicBezTo>
                  <a:cubicBezTo>
                    <a:pt x="235" y="34"/>
                    <a:pt x="240" y="26"/>
                    <a:pt x="245" y="26"/>
                  </a:cubicBezTo>
                  <a:cubicBezTo>
                    <a:pt x="250" y="25"/>
                    <a:pt x="260" y="33"/>
                    <a:pt x="260" y="38"/>
                  </a:cubicBezTo>
                  <a:cubicBezTo>
                    <a:pt x="263" y="68"/>
                    <a:pt x="265" y="98"/>
                    <a:pt x="263" y="128"/>
                  </a:cubicBezTo>
                  <a:cubicBezTo>
                    <a:pt x="261" y="155"/>
                    <a:pt x="234" y="173"/>
                    <a:pt x="200" y="176"/>
                  </a:cubicBezTo>
                  <a:cubicBezTo>
                    <a:pt x="196" y="176"/>
                    <a:pt x="192" y="176"/>
                    <a:pt x="188" y="176"/>
                  </a:cubicBezTo>
                  <a:cubicBezTo>
                    <a:pt x="155" y="176"/>
                    <a:pt x="156" y="176"/>
                    <a:pt x="156" y="209"/>
                  </a:cubicBezTo>
                  <a:cubicBezTo>
                    <a:pt x="156" y="227"/>
                    <a:pt x="166" y="230"/>
                    <a:pt x="179" y="231"/>
                  </a:cubicBezTo>
                  <a:cubicBezTo>
                    <a:pt x="183" y="231"/>
                    <a:pt x="187" y="229"/>
                    <a:pt x="191" y="228"/>
                  </a:cubicBezTo>
                  <a:cubicBezTo>
                    <a:pt x="224" y="226"/>
                    <a:pt x="227" y="229"/>
                    <a:pt x="225" y="262"/>
                  </a:cubicBezTo>
                  <a:cubicBezTo>
                    <a:pt x="224" y="274"/>
                    <a:pt x="225" y="286"/>
                    <a:pt x="226" y="298"/>
                  </a:cubicBezTo>
                  <a:cubicBezTo>
                    <a:pt x="226" y="307"/>
                    <a:pt x="230" y="317"/>
                    <a:pt x="227" y="325"/>
                  </a:cubicBezTo>
                  <a:cubicBezTo>
                    <a:pt x="223" y="334"/>
                    <a:pt x="214" y="340"/>
                    <a:pt x="208" y="347"/>
                  </a:cubicBezTo>
                  <a:cubicBezTo>
                    <a:pt x="202" y="342"/>
                    <a:pt x="193" y="337"/>
                    <a:pt x="192" y="330"/>
                  </a:cubicBezTo>
                  <a:cubicBezTo>
                    <a:pt x="189" y="314"/>
                    <a:pt x="190" y="296"/>
                    <a:pt x="187" y="279"/>
                  </a:cubicBezTo>
                  <a:cubicBezTo>
                    <a:pt x="186" y="272"/>
                    <a:pt x="180" y="262"/>
                    <a:pt x="175" y="261"/>
                  </a:cubicBezTo>
                  <a:cubicBezTo>
                    <a:pt x="162" y="258"/>
                    <a:pt x="164" y="270"/>
                    <a:pt x="164" y="279"/>
                  </a:cubicBezTo>
                  <a:cubicBezTo>
                    <a:pt x="162" y="297"/>
                    <a:pt x="160" y="316"/>
                    <a:pt x="160" y="334"/>
                  </a:cubicBezTo>
                  <a:cubicBezTo>
                    <a:pt x="159" y="352"/>
                    <a:pt x="146" y="347"/>
                    <a:pt x="137" y="347"/>
                  </a:cubicBezTo>
                  <a:cubicBezTo>
                    <a:pt x="127" y="348"/>
                    <a:pt x="116" y="350"/>
                    <a:pt x="116" y="334"/>
                  </a:cubicBezTo>
                  <a:cubicBezTo>
                    <a:pt x="116" y="315"/>
                    <a:pt x="115" y="296"/>
                    <a:pt x="112" y="278"/>
                  </a:cubicBezTo>
                  <a:cubicBezTo>
                    <a:pt x="111" y="273"/>
                    <a:pt x="103" y="269"/>
                    <a:pt x="98" y="264"/>
                  </a:cubicBezTo>
                  <a:cubicBezTo>
                    <a:pt x="95" y="269"/>
                    <a:pt x="88" y="273"/>
                    <a:pt x="88" y="278"/>
                  </a:cubicBezTo>
                  <a:cubicBezTo>
                    <a:pt x="84" y="313"/>
                    <a:pt x="71" y="342"/>
                    <a:pt x="36" y="356"/>
                  </a:cubicBezTo>
                  <a:cubicBezTo>
                    <a:pt x="31" y="356"/>
                    <a:pt x="25" y="356"/>
                    <a:pt x="20" y="356"/>
                  </a:cubicBezTo>
                  <a:close/>
                  <a:moveTo>
                    <a:pt x="152" y="62"/>
                  </a:moveTo>
                  <a:cubicBezTo>
                    <a:pt x="148" y="45"/>
                    <a:pt x="150" y="32"/>
                    <a:pt x="131" y="32"/>
                  </a:cubicBezTo>
                  <a:cubicBezTo>
                    <a:pt x="117" y="32"/>
                    <a:pt x="105" y="39"/>
                    <a:pt x="102" y="53"/>
                  </a:cubicBezTo>
                  <a:cubicBezTo>
                    <a:pt x="99" y="64"/>
                    <a:pt x="116" y="82"/>
                    <a:pt x="129" y="79"/>
                  </a:cubicBezTo>
                  <a:cubicBezTo>
                    <a:pt x="137" y="77"/>
                    <a:pt x="144" y="68"/>
                    <a:pt x="152"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8"/>
            <p:cNvSpPr/>
            <p:nvPr/>
          </p:nvSpPr>
          <p:spPr bwMode="auto">
            <a:xfrm>
              <a:off x="2056383" y="1243632"/>
              <a:ext cx="287340" cy="271121"/>
            </a:xfrm>
            <a:custGeom>
              <a:avLst/>
              <a:gdLst>
                <a:gd name="T0" fmla="*/ 52 w 351"/>
                <a:gd name="T1" fmla="*/ 170 h 331"/>
                <a:gd name="T2" fmla="*/ 56 w 351"/>
                <a:gd name="T3" fmla="*/ 115 h 331"/>
                <a:gd name="T4" fmla="*/ 51 w 351"/>
                <a:gd name="T5" fmla="*/ 13 h 331"/>
                <a:gd name="T6" fmla="*/ 66 w 351"/>
                <a:gd name="T7" fmla="*/ 1 h 331"/>
                <a:gd name="T8" fmla="*/ 83 w 351"/>
                <a:gd name="T9" fmla="*/ 19 h 331"/>
                <a:gd name="T10" fmla="*/ 84 w 351"/>
                <a:gd name="T11" fmla="*/ 79 h 331"/>
                <a:gd name="T12" fmla="*/ 127 w 351"/>
                <a:gd name="T13" fmla="*/ 112 h 331"/>
                <a:gd name="T14" fmla="*/ 144 w 351"/>
                <a:gd name="T15" fmla="*/ 81 h 331"/>
                <a:gd name="T16" fmla="*/ 135 w 351"/>
                <a:gd name="T17" fmla="*/ 61 h 331"/>
                <a:gd name="T18" fmla="*/ 142 w 351"/>
                <a:gd name="T19" fmla="*/ 29 h 331"/>
                <a:gd name="T20" fmla="*/ 175 w 351"/>
                <a:gd name="T21" fmla="*/ 28 h 331"/>
                <a:gd name="T22" fmla="*/ 188 w 351"/>
                <a:gd name="T23" fmla="*/ 55 h 331"/>
                <a:gd name="T24" fmla="*/ 182 w 351"/>
                <a:gd name="T25" fmla="*/ 80 h 331"/>
                <a:gd name="T26" fmla="*/ 193 w 351"/>
                <a:gd name="T27" fmla="*/ 111 h 331"/>
                <a:gd name="T28" fmla="*/ 233 w 351"/>
                <a:gd name="T29" fmla="*/ 93 h 331"/>
                <a:gd name="T30" fmla="*/ 232 w 351"/>
                <a:gd name="T31" fmla="*/ 27 h 331"/>
                <a:gd name="T32" fmla="*/ 234 w 351"/>
                <a:gd name="T33" fmla="*/ 7 h 331"/>
                <a:gd name="T34" fmla="*/ 255 w 351"/>
                <a:gd name="T35" fmla="*/ 4 h 331"/>
                <a:gd name="T36" fmla="*/ 313 w 351"/>
                <a:gd name="T37" fmla="*/ 16 h 331"/>
                <a:gd name="T38" fmla="*/ 331 w 351"/>
                <a:gd name="T39" fmla="*/ 34 h 331"/>
                <a:gd name="T40" fmla="*/ 309 w 351"/>
                <a:gd name="T41" fmla="*/ 45 h 331"/>
                <a:gd name="T42" fmla="*/ 279 w 351"/>
                <a:gd name="T43" fmla="*/ 70 h 331"/>
                <a:gd name="T44" fmla="*/ 275 w 351"/>
                <a:gd name="T45" fmla="*/ 139 h 331"/>
                <a:gd name="T46" fmla="*/ 236 w 351"/>
                <a:gd name="T47" fmla="*/ 175 h 331"/>
                <a:gd name="T48" fmla="*/ 211 w 351"/>
                <a:gd name="T49" fmla="*/ 173 h 331"/>
                <a:gd name="T50" fmla="*/ 190 w 351"/>
                <a:gd name="T51" fmla="*/ 180 h 331"/>
                <a:gd name="T52" fmla="*/ 197 w 351"/>
                <a:gd name="T53" fmla="*/ 208 h 331"/>
                <a:gd name="T54" fmla="*/ 287 w 351"/>
                <a:gd name="T55" fmla="*/ 212 h 331"/>
                <a:gd name="T56" fmla="*/ 300 w 351"/>
                <a:gd name="T57" fmla="*/ 192 h 331"/>
                <a:gd name="T58" fmla="*/ 305 w 351"/>
                <a:gd name="T59" fmla="*/ 165 h 331"/>
                <a:gd name="T60" fmla="*/ 321 w 351"/>
                <a:gd name="T61" fmla="*/ 150 h 331"/>
                <a:gd name="T62" fmla="*/ 339 w 351"/>
                <a:gd name="T63" fmla="*/ 166 h 331"/>
                <a:gd name="T64" fmla="*/ 331 w 351"/>
                <a:gd name="T65" fmla="*/ 231 h 331"/>
                <a:gd name="T66" fmla="*/ 285 w 351"/>
                <a:gd name="T67" fmla="*/ 258 h 331"/>
                <a:gd name="T68" fmla="*/ 154 w 351"/>
                <a:gd name="T69" fmla="*/ 250 h 331"/>
                <a:gd name="T70" fmla="*/ 137 w 351"/>
                <a:gd name="T71" fmla="*/ 251 h 331"/>
                <a:gd name="T72" fmla="*/ 125 w 351"/>
                <a:gd name="T73" fmla="*/ 270 h 331"/>
                <a:gd name="T74" fmla="*/ 140 w 351"/>
                <a:gd name="T75" fmla="*/ 286 h 331"/>
                <a:gd name="T76" fmla="*/ 315 w 351"/>
                <a:gd name="T77" fmla="*/ 289 h 331"/>
                <a:gd name="T78" fmla="*/ 333 w 351"/>
                <a:gd name="T79" fmla="*/ 288 h 331"/>
                <a:gd name="T80" fmla="*/ 350 w 351"/>
                <a:gd name="T81" fmla="*/ 304 h 331"/>
                <a:gd name="T82" fmla="*/ 343 w 351"/>
                <a:gd name="T83" fmla="*/ 324 h 331"/>
                <a:gd name="T84" fmla="*/ 317 w 351"/>
                <a:gd name="T85" fmla="*/ 330 h 331"/>
                <a:gd name="T86" fmla="*/ 45 w 351"/>
                <a:gd name="T87" fmla="*/ 331 h 331"/>
                <a:gd name="T88" fmla="*/ 3 w 351"/>
                <a:gd name="T89" fmla="*/ 295 h 331"/>
                <a:gd name="T90" fmla="*/ 6 w 351"/>
                <a:gd name="T91" fmla="*/ 221 h 331"/>
                <a:gd name="T92" fmla="*/ 29 w 351"/>
                <a:gd name="T93" fmla="*/ 204 h 331"/>
                <a:gd name="T94" fmla="*/ 39 w 351"/>
                <a:gd name="T95" fmla="*/ 225 h 331"/>
                <a:gd name="T96" fmla="*/ 47 w 351"/>
                <a:gd name="T97" fmla="*/ 268 h 331"/>
                <a:gd name="T98" fmla="*/ 65 w 351"/>
                <a:gd name="T99" fmla="*/ 283 h 331"/>
                <a:gd name="T100" fmla="*/ 70 w 351"/>
                <a:gd name="T101" fmla="*/ 263 h 331"/>
                <a:gd name="T102" fmla="*/ 68 w 351"/>
                <a:gd name="T103" fmla="*/ 243 h 331"/>
                <a:gd name="T104" fmla="*/ 104 w 351"/>
                <a:gd name="T105" fmla="*/ 210 h 331"/>
                <a:gd name="T106" fmla="*/ 123 w 351"/>
                <a:gd name="T107" fmla="*/ 208 h 331"/>
                <a:gd name="T108" fmla="*/ 135 w 351"/>
                <a:gd name="T109" fmla="*/ 187 h 331"/>
                <a:gd name="T110" fmla="*/ 118 w 351"/>
                <a:gd name="T111" fmla="*/ 172 h 331"/>
                <a:gd name="T112" fmla="*/ 79 w 351"/>
                <a:gd name="T113" fmla="*/ 176 h 331"/>
                <a:gd name="T114" fmla="*/ 57 w 351"/>
                <a:gd name="T115" fmla="*/ 175 h 331"/>
                <a:gd name="T116" fmla="*/ 52 w 351"/>
                <a:gd name="T117" fmla="*/ 170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1" h="331">
                  <a:moveTo>
                    <a:pt x="52" y="170"/>
                  </a:moveTo>
                  <a:cubicBezTo>
                    <a:pt x="80" y="151"/>
                    <a:pt x="66" y="134"/>
                    <a:pt x="56" y="115"/>
                  </a:cubicBezTo>
                  <a:cubicBezTo>
                    <a:pt x="38" y="83"/>
                    <a:pt x="42" y="47"/>
                    <a:pt x="51" y="13"/>
                  </a:cubicBezTo>
                  <a:cubicBezTo>
                    <a:pt x="52" y="8"/>
                    <a:pt x="63" y="0"/>
                    <a:pt x="66" y="1"/>
                  </a:cubicBezTo>
                  <a:cubicBezTo>
                    <a:pt x="73" y="5"/>
                    <a:pt x="82" y="12"/>
                    <a:pt x="83" y="19"/>
                  </a:cubicBezTo>
                  <a:cubicBezTo>
                    <a:pt x="85" y="39"/>
                    <a:pt x="83" y="59"/>
                    <a:pt x="84" y="79"/>
                  </a:cubicBezTo>
                  <a:cubicBezTo>
                    <a:pt x="85" y="105"/>
                    <a:pt x="103" y="118"/>
                    <a:pt x="127" y="112"/>
                  </a:cubicBezTo>
                  <a:cubicBezTo>
                    <a:pt x="144" y="107"/>
                    <a:pt x="150" y="97"/>
                    <a:pt x="144" y="81"/>
                  </a:cubicBezTo>
                  <a:cubicBezTo>
                    <a:pt x="141" y="74"/>
                    <a:pt x="135" y="68"/>
                    <a:pt x="135" y="61"/>
                  </a:cubicBezTo>
                  <a:cubicBezTo>
                    <a:pt x="135" y="50"/>
                    <a:pt x="136" y="35"/>
                    <a:pt x="142" y="29"/>
                  </a:cubicBezTo>
                  <a:cubicBezTo>
                    <a:pt x="149" y="24"/>
                    <a:pt x="166" y="23"/>
                    <a:pt x="175" y="28"/>
                  </a:cubicBezTo>
                  <a:cubicBezTo>
                    <a:pt x="182" y="31"/>
                    <a:pt x="186" y="45"/>
                    <a:pt x="188" y="55"/>
                  </a:cubicBezTo>
                  <a:cubicBezTo>
                    <a:pt x="189" y="63"/>
                    <a:pt x="184" y="72"/>
                    <a:pt x="182" y="80"/>
                  </a:cubicBezTo>
                  <a:cubicBezTo>
                    <a:pt x="178" y="93"/>
                    <a:pt x="176" y="106"/>
                    <a:pt x="193" y="111"/>
                  </a:cubicBezTo>
                  <a:cubicBezTo>
                    <a:pt x="212" y="116"/>
                    <a:pt x="231" y="109"/>
                    <a:pt x="233" y="93"/>
                  </a:cubicBezTo>
                  <a:cubicBezTo>
                    <a:pt x="235" y="71"/>
                    <a:pt x="232" y="49"/>
                    <a:pt x="232" y="27"/>
                  </a:cubicBezTo>
                  <a:cubicBezTo>
                    <a:pt x="232" y="20"/>
                    <a:pt x="230" y="10"/>
                    <a:pt x="234" y="7"/>
                  </a:cubicBezTo>
                  <a:cubicBezTo>
                    <a:pt x="239" y="3"/>
                    <a:pt x="248" y="3"/>
                    <a:pt x="255" y="4"/>
                  </a:cubicBezTo>
                  <a:cubicBezTo>
                    <a:pt x="275" y="7"/>
                    <a:pt x="294" y="10"/>
                    <a:pt x="313" y="16"/>
                  </a:cubicBezTo>
                  <a:cubicBezTo>
                    <a:pt x="320" y="18"/>
                    <a:pt x="331" y="27"/>
                    <a:pt x="331" y="34"/>
                  </a:cubicBezTo>
                  <a:cubicBezTo>
                    <a:pt x="332" y="47"/>
                    <a:pt x="321" y="47"/>
                    <a:pt x="309" y="45"/>
                  </a:cubicBezTo>
                  <a:cubicBezTo>
                    <a:pt x="285" y="40"/>
                    <a:pt x="280" y="45"/>
                    <a:pt x="279" y="70"/>
                  </a:cubicBezTo>
                  <a:cubicBezTo>
                    <a:pt x="279" y="93"/>
                    <a:pt x="278" y="116"/>
                    <a:pt x="275" y="139"/>
                  </a:cubicBezTo>
                  <a:cubicBezTo>
                    <a:pt x="273" y="168"/>
                    <a:pt x="264" y="175"/>
                    <a:pt x="236" y="175"/>
                  </a:cubicBezTo>
                  <a:cubicBezTo>
                    <a:pt x="228" y="174"/>
                    <a:pt x="219" y="172"/>
                    <a:pt x="211" y="173"/>
                  </a:cubicBezTo>
                  <a:cubicBezTo>
                    <a:pt x="203" y="173"/>
                    <a:pt x="190" y="177"/>
                    <a:pt x="190" y="180"/>
                  </a:cubicBezTo>
                  <a:cubicBezTo>
                    <a:pt x="189" y="190"/>
                    <a:pt x="191" y="204"/>
                    <a:pt x="197" y="208"/>
                  </a:cubicBezTo>
                  <a:cubicBezTo>
                    <a:pt x="225" y="226"/>
                    <a:pt x="257" y="223"/>
                    <a:pt x="287" y="212"/>
                  </a:cubicBezTo>
                  <a:cubicBezTo>
                    <a:pt x="293" y="210"/>
                    <a:pt x="297" y="199"/>
                    <a:pt x="300" y="192"/>
                  </a:cubicBezTo>
                  <a:cubicBezTo>
                    <a:pt x="303" y="183"/>
                    <a:pt x="301" y="173"/>
                    <a:pt x="305" y="165"/>
                  </a:cubicBezTo>
                  <a:cubicBezTo>
                    <a:pt x="307" y="158"/>
                    <a:pt x="317" y="149"/>
                    <a:pt x="321" y="150"/>
                  </a:cubicBezTo>
                  <a:cubicBezTo>
                    <a:pt x="328" y="152"/>
                    <a:pt x="339" y="161"/>
                    <a:pt x="339" y="166"/>
                  </a:cubicBezTo>
                  <a:cubicBezTo>
                    <a:pt x="338" y="188"/>
                    <a:pt x="336" y="210"/>
                    <a:pt x="331" y="231"/>
                  </a:cubicBezTo>
                  <a:cubicBezTo>
                    <a:pt x="325" y="253"/>
                    <a:pt x="305" y="259"/>
                    <a:pt x="285" y="258"/>
                  </a:cubicBezTo>
                  <a:cubicBezTo>
                    <a:pt x="242" y="257"/>
                    <a:pt x="198" y="253"/>
                    <a:pt x="154" y="250"/>
                  </a:cubicBezTo>
                  <a:cubicBezTo>
                    <a:pt x="149" y="249"/>
                    <a:pt x="141" y="248"/>
                    <a:pt x="137" y="251"/>
                  </a:cubicBezTo>
                  <a:cubicBezTo>
                    <a:pt x="131" y="256"/>
                    <a:pt x="124" y="264"/>
                    <a:pt x="125" y="270"/>
                  </a:cubicBezTo>
                  <a:cubicBezTo>
                    <a:pt x="125" y="276"/>
                    <a:pt x="134" y="286"/>
                    <a:pt x="140" y="286"/>
                  </a:cubicBezTo>
                  <a:cubicBezTo>
                    <a:pt x="198" y="288"/>
                    <a:pt x="257" y="288"/>
                    <a:pt x="315" y="289"/>
                  </a:cubicBezTo>
                  <a:cubicBezTo>
                    <a:pt x="321" y="289"/>
                    <a:pt x="328" y="286"/>
                    <a:pt x="333" y="288"/>
                  </a:cubicBezTo>
                  <a:cubicBezTo>
                    <a:pt x="340" y="291"/>
                    <a:pt x="348" y="297"/>
                    <a:pt x="350" y="304"/>
                  </a:cubicBezTo>
                  <a:cubicBezTo>
                    <a:pt x="351" y="309"/>
                    <a:pt x="348" y="320"/>
                    <a:pt x="343" y="324"/>
                  </a:cubicBezTo>
                  <a:cubicBezTo>
                    <a:pt x="336" y="329"/>
                    <a:pt x="326" y="330"/>
                    <a:pt x="317" y="330"/>
                  </a:cubicBezTo>
                  <a:cubicBezTo>
                    <a:pt x="227" y="331"/>
                    <a:pt x="136" y="331"/>
                    <a:pt x="45" y="331"/>
                  </a:cubicBezTo>
                  <a:cubicBezTo>
                    <a:pt x="16" y="331"/>
                    <a:pt x="7" y="325"/>
                    <a:pt x="3" y="295"/>
                  </a:cubicBezTo>
                  <a:cubicBezTo>
                    <a:pt x="0" y="271"/>
                    <a:pt x="3" y="245"/>
                    <a:pt x="6" y="221"/>
                  </a:cubicBezTo>
                  <a:cubicBezTo>
                    <a:pt x="7" y="214"/>
                    <a:pt x="21" y="209"/>
                    <a:pt x="29" y="204"/>
                  </a:cubicBezTo>
                  <a:cubicBezTo>
                    <a:pt x="33" y="211"/>
                    <a:pt x="38" y="218"/>
                    <a:pt x="39" y="225"/>
                  </a:cubicBezTo>
                  <a:cubicBezTo>
                    <a:pt x="43" y="240"/>
                    <a:pt x="42" y="255"/>
                    <a:pt x="47" y="268"/>
                  </a:cubicBezTo>
                  <a:cubicBezTo>
                    <a:pt x="49" y="274"/>
                    <a:pt x="59" y="278"/>
                    <a:pt x="65" y="283"/>
                  </a:cubicBezTo>
                  <a:cubicBezTo>
                    <a:pt x="67" y="276"/>
                    <a:pt x="70" y="270"/>
                    <a:pt x="70" y="263"/>
                  </a:cubicBezTo>
                  <a:cubicBezTo>
                    <a:pt x="71" y="257"/>
                    <a:pt x="68" y="250"/>
                    <a:pt x="68" y="243"/>
                  </a:cubicBezTo>
                  <a:cubicBezTo>
                    <a:pt x="67" y="210"/>
                    <a:pt x="71" y="207"/>
                    <a:pt x="104" y="210"/>
                  </a:cubicBezTo>
                  <a:cubicBezTo>
                    <a:pt x="110" y="211"/>
                    <a:pt x="118" y="211"/>
                    <a:pt x="123" y="208"/>
                  </a:cubicBezTo>
                  <a:cubicBezTo>
                    <a:pt x="129" y="203"/>
                    <a:pt x="136" y="194"/>
                    <a:pt x="135" y="187"/>
                  </a:cubicBezTo>
                  <a:cubicBezTo>
                    <a:pt x="134" y="181"/>
                    <a:pt x="125" y="172"/>
                    <a:pt x="118" y="172"/>
                  </a:cubicBezTo>
                  <a:cubicBezTo>
                    <a:pt x="105" y="170"/>
                    <a:pt x="92" y="175"/>
                    <a:pt x="79" y="176"/>
                  </a:cubicBezTo>
                  <a:cubicBezTo>
                    <a:pt x="72" y="176"/>
                    <a:pt x="64" y="175"/>
                    <a:pt x="57" y="175"/>
                  </a:cubicBezTo>
                  <a:cubicBezTo>
                    <a:pt x="56" y="173"/>
                    <a:pt x="54" y="171"/>
                    <a:pt x="52" y="1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9"/>
            <p:cNvSpPr/>
            <p:nvPr/>
          </p:nvSpPr>
          <p:spPr bwMode="auto">
            <a:xfrm>
              <a:off x="2057301" y="922326"/>
              <a:ext cx="297744" cy="283668"/>
            </a:xfrm>
            <a:custGeom>
              <a:avLst/>
              <a:gdLst>
                <a:gd name="T0" fmla="*/ 80 w 364"/>
                <a:gd name="T1" fmla="*/ 151 h 346"/>
                <a:gd name="T2" fmla="*/ 165 w 364"/>
                <a:gd name="T3" fmla="*/ 250 h 346"/>
                <a:gd name="T4" fmla="*/ 245 w 364"/>
                <a:gd name="T5" fmla="*/ 256 h 346"/>
                <a:gd name="T6" fmla="*/ 267 w 364"/>
                <a:gd name="T7" fmla="*/ 211 h 346"/>
                <a:gd name="T8" fmla="*/ 249 w 364"/>
                <a:gd name="T9" fmla="*/ 203 h 346"/>
                <a:gd name="T10" fmla="*/ 139 w 364"/>
                <a:gd name="T11" fmla="*/ 170 h 346"/>
                <a:gd name="T12" fmla="*/ 108 w 364"/>
                <a:gd name="T13" fmla="*/ 136 h 346"/>
                <a:gd name="T14" fmla="*/ 118 w 364"/>
                <a:gd name="T15" fmla="*/ 109 h 346"/>
                <a:gd name="T16" fmla="*/ 138 w 364"/>
                <a:gd name="T17" fmla="*/ 107 h 346"/>
                <a:gd name="T18" fmla="*/ 191 w 364"/>
                <a:gd name="T19" fmla="*/ 73 h 346"/>
                <a:gd name="T20" fmla="*/ 241 w 364"/>
                <a:gd name="T21" fmla="*/ 6 h 346"/>
                <a:gd name="T22" fmla="*/ 243 w 364"/>
                <a:gd name="T23" fmla="*/ 35 h 346"/>
                <a:gd name="T24" fmla="*/ 191 w 364"/>
                <a:gd name="T25" fmla="*/ 109 h 346"/>
                <a:gd name="T26" fmla="*/ 170 w 364"/>
                <a:gd name="T27" fmla="*/ 124 h 346"/>
                <a:gd name="T28" fmla="*/ 209 w 364"/>
                <a:gd name="T29" fmla="*/ 135 h 346"/>
                <a:gd name="T30" fmla="*/ 259 w 364"/>
                <a:gd name="T31" fmla="*/ 59 h 346"/>
                <a:gd name="T32" fmla="*/ 268 w 364"/>
                <a:gd name="T33" fmla="*/ 29 h 346"/>
                <a:gd name="T34" fmla="*/ 306 w 364"/>
                <a:gd name="T35" fmla="*/ 9 h 346"/>
                <a:gd name="T36" fmla="*/ 295 w 364"/>
                <a:gd name="T37" fmla="*/ 59 h 346"/>
                <a:gd name="T38" fmla="*/ 255 w 364"/>
                <a:gd name="T39" fmla="*/ 134 h 346"/>
                <a:gd name="T40" fmla="*/ 251 w 364"/>
                <a:gd name="T41" fmla="*/ 162 h 346"/>
                <a:gd name="T42" fmla="*/ 283 w 364"/>
                <a:gd name="T43" fmla="*/ 153 h 346"/>
                <a:gd name="T44" fmla="*/ 319 w 364"/>
                <a:gd name="T45" fmla="*/ 61 h 346"/>
                <a:gd name="T46" fmla="*/ 323 w 364"/>
                <a:gd name="T47" fmla="*/ 14 h 346"/>
                <a:gd name="T48" fmla="*/ 335 w 364"/>
                <a:gd name="T49" fmla="*/ 0 h 346"/>
                <a:gd name="T50" fmla="*/ 357 w 364"/>
                <a:gd name="T51" fmla="*/ 9 h 346"/>
                <a:gd name="T52" fmla="*/ 364 w 364"/>
                <a:gd name="T53" fmla="*/ 49 h 346"/>
                <a:gd name="T54" fmla="*/ 318 w 364"/>
                <a:gd name="T55" fmla="*/ 173 h 346"/>
                <a:gd name="T56" fmla="*/ 326 w 364"/>
                <a:gd name="T57" fmla="*/ 257 h 346"/>
                <a:gd name="T58" fmla="*/ 317 w 364"/>
                <a:gd name="T59" fmla="*/ 289 h 346"/>
                <a:gd name="T60" fmla="*/ 266 w 364"/>
                <a:gd name="T61" fmla="*/ 292 h 346"/>
                <a:gd name="T62" fmla="*/ 221 w 364"/>
                <a:gd name="T63" fmla="*/ 319 h 346"/>
                <a:gd name="T64" fmla="*/ 190 w 364"/>
                <a:gd name="T65" fmla="*/ 342 h 346"/>
                <a:gd name="T66" fmla="*/ 165 w 364"/>
                <a:gd name="T67" fmla="*/ 325 h 346"/>
                <a:gd name="T68" fmla="*/ 152 w 364"/>
                <a:gd name="T69" fmla="*/ 298 h 346"/>
                <a:gd name="T70" fmla="*/ 97 w 364"/>
                <a:gd name="T71" fmla="*/ 295 h 346"/>
                <a:gd name="T72" fmla="*/ 77 w 364"/>
                <a:gd name="T73" fmla="*/ 317 h 346"/>
                <a:gd name="T74" fmla="*/ 16 w 364"/>
                <a:gd name="T75" fmla="*/ 334 h 346"/>
                <a:gd name="T76" fmla="*/ 14 w 364"/>
                <a:gd name="T77" fmla="*/ 315 h 346"/>
                <a:gd name="T78" fmla="*/ 64 w 364"/>
                <a:gd name="T79" fmla="*/ 284 h 346"/>
                <a:gd name="T80" fmla="*/ 72 w 364"/>
                <a:gd name="T81" fmla="*/ 237 h 346"/>
                <a:gd name="T82" fmla="*/ 46 w 364"/>
                <a:gd name="T83" fmla="*/ 233 h 346"/>
                <a:gd name="T84" fmla="*/ 16 w 364"/>
                <a:gd name="T85" fmla="*/ 252 h 346"/>
                <a:gd name="T86" fmla="*/ 0 w 364"/>
                <a:gd name="T87" fmla="*/ 250 h 346"/>
                <a:gd name="T88" fmla="*/ 3 w 364"/>
                <a:gd name="T89" fmla="*/ 234 h 346"/>
                <a:gd name="T90" fmla="*/ 10 w 364"/>
                <a:gd name="T91" fmla="*/ 227 h 346"/>
                <a:gd name="T92" fmla="*/ 68 w 364"/>
                <a:gd name="T93" fmla="*/ 168 h 346"/>
                <a:gd name="T94" fmla="*/ 80 w 364"/>
                <a:gd name="T95" fmla="*/ 151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64" h="346">
                  <a:moveTo>
                    <a:pt x="80" y="151"/>
                  </a:moveTo>
                  <a:cubicBezTo>
                    <a:pt x="92" y="203"/>
                    <a:pt x="125" y="230"/>
                    <a:pt x="165" y="250"/>
                  </a:cubicBezTo>
                  <a:cubicBezTo>
                    <a:pt x="190" y="262"/>
                    <a:pt x="217" y="268"/>
                    <a:pt x="245" y="256"/>
                  </a:cubicBezTo>
                  <a:cubicBezTo>
                    <a:pt x="264" y="247"/>
                    <a:pt x="274" y="229"/>
                    <a:pt x="267" y="211"/>
                  </a:cubicBezTo>
                  <a:cubicBezTo>
                    <a:pt x="265" y="206"/>
                    <a:pt x="255" y="203"/>
                    <a:pt x="249" y="203"/>
                  </a:cubicBezTo>
                  <a:cubicBezTo>
                    <a:pt x="210" y="200"/>
                    <a:pt x="171" y="194"/>
                    <a:pt x="139" y="170"/>
                  </a:cubicBezTo>
                  <a:cubicBezTo>
                    <a:pt x="127" y="161"/>
                    <a:pt x="117" y="148"/>
                    <a:pt x="108" y="136"/>
                  </a:cubicBezTo>
                  <a:cubicBezTo>
                    <a:pt x="98" y="123"/>
                    <a:pt x="105" y="114"/>
                    <a:pt x="118" y="109"/>
                  </a:cubicBezTo>
                  <a:cubicBezTo>
                    <a:pt x="125" y="107"/>
                    <a:pt x="132" y="108"/>
                    <a:pt x="138" y="107"/>
                  </a:cubicBezTo>
                  <a:cubicBezTo>
                    <a:pt x="162" y="106"/>
                    <a:pt x="181" y="97"/>
                    <a:pt x="191" y="73"/>
                  </a:cubicBezTo>
                  <a:cubicBezTo>
                    <a:pt x="202" y="49"/>
                    <a:pt x="214" y="26"/>
                    <a:pt x="241" y="6"/>
                  </a:cubicBezTo>
                  <a:cubicBezTo>
                    <a:pt x="242" y="19"/>
                    <a:pt x="245" y="27"/>
                    <a:pt x="243" y="35"/>
                  </a:cubicBezTo>
                  <a:cubicBezTo>
                    <a:pt x="236" y="66"/>
                    <a:pt x="218" y="91"/>
                    <a:pt x="191" y="109"/>
                  </a:cubicBezTo>
                  <a:cubicBezTo>
                    <a:pt x="184" y="114"/>
                    <a:pt x="177" y="119"/>
                    <a:pt x="170" y="124"/>
                  </a:cubicBezTo>
                  <a:cubicBezTo>
                    <a:pt x="181" y="141"/>
                    <a:pt x="193" y="144"/>
                    <a:pt x="209" y="135"/>
                  </a:cubicBezTo>
                  <a:cubicBezTo>
                    <a:pt x="239" y="119"/>
                    <a:pt x="250" y="90"/>
                    <a:pt x="259" y="59"/>
                  </a:cubicBezTo>
                  <a:cubicBezTo>
                    <a:pt x="262" y="49"/>
                    <a:pt x="264" y="39"/>
                    <a:pt x="268" y="29"/>
                  </a:cubicBezTo>
                  <a:cubicBezTo>
                    <a:pt x="274" y="16"/>
                    <a:pt x="282" y="5"/>
                    <a:pt x="306" y="9"/>
                  </a:cubicBezTo>
                  <a:cubicBezTo>
                    <a:pt x="302" y="26"/>
                    <a:pt x="302" y="44"/>
                    <a:pt x="295" y="59"/>
                  </a:cubicBezTo>
                  <a:cubicBezTo>
                    <a:pt x="284" y="85"/>
                    <a:pt x="267" y="109"/>
                    <a:pt x="255" y="134"/>
                  </a:cubicBezTo>
                  <a:cubicBezTo>
                    <a:pt x="251" y="142"/>
                    <a:pt x="252" y="153"/>
                    <a:pt x="251" y="162"/>
                  </a:cubicBezTo>
                  <a:cubicBezTo>
                    <a:pt x="262" y="159"/>
                    <a:pt x="275" y="160"/>
                    <a:pt x="283" y="153"/>
                  </a:cubicBezTo>
                  <a:cubicBezTo>
                    <a:pt x="309" y="129"/>
                    <a:pt x="317" y="96"/>
                    <a:pt x="319" y="61"/>
                  </a:cubicBezTo>
                  <a:cubicBezTo>
                    <a:pt x="320" y="46"/>
                    <a:pt x="321" y="30"/>
                    <a:pt x="323" y="14"/>
                  </a:cubicBezTo>
                  <a:cubicBezTo>
                    <a:pt x="324" y="9"/>
                    <a:pt x="331" y="0"/>
                    <a:pt x="335" y="0"/>
                  </a:cubicBezTo>
                  <a:cubicBezTo>
                    <a:pt x="343" y="0"/>
                    <a:pt x="354" y="4"/>
                    <a:pt x="357" y="9"/>
                  </a:cubicBezTo>
                  <a:cubicBezTo>
                    <a:pt x="362" y="21"/>
                    <a:pt x="364" y="36"/>
                    <a:pt x="364" y="49"/>
                  </a:cubicBezTo>
                  <a:cubicBezTo>
                    <a:pt x="364" y="96"/>
                    <a:pt x="346" y="136"/>
                    <a:pt x="318" y="173"/>
                  </a:cubicBezTo>
                  <a:cubicBezTo>
                    <a:pt x="304" y="193"/>
                    <a:pt x="309" y="240"/>
                    <a:pt x="326" y="257"/>
                  </a:cubicBezTo>
                  <a:cubicBezTo>
                    <a:pt x="339" y="269"/>
                    <a:pt x="335" y="286"/>
                    <a:pt x="317" y="289"/>
                  </a:cubicBezTo>
                  <a:cubicBezTo>
                    <a:pt x="300" y="293"/>
                    <a:pt x="283" y="294"/>
                    <a:pt x="266" y="292"/>
                  </a:cubicBezTo>
                  <a:cubicBezTo>
                    <a:pt x="236" y="288"/>
                    <a:pt x="232" y="291"/>
                    <a:pt x="221" y="319"/>
                  </a:cubicBezTo>
                  <a:cubicBezTo>
                    <a:pt x="217" y="329"/>
                    <a:pt x="202" y="337"/>
                    <a:pt x="190" y="342"/>
                  </a:cubicBezTo>
                  <a:cubicBezTo>
                    <a:pt x="178" y="346"/>
                    <a:pt x="169" y="337"/>
                    <a:pt x="165" y="325"/>
                  </a:cubicBezTo>
                  <a:cubicBezTo>
                    <a:pt x="161" y="315"/>
                    <a:pt x="157" y="306"/>
                    <a:pt x="152" y="298"/>
                  </a:cubicBezTo>
                  <a:cubicBezTo>
                    <a:pt x="137" y="278"/>
                    <a:pt x="114" y="277"/>
                    <a:pt x="97" y="295"/>
                  </a:cubicBezTo>
                  <a:cubicBezTo>
                    <a:pt x="90" y="302"/>
                    <a:pt x="83" y="309"/>
                    <a:pt x="77" y="317"/>
                  </a:cubicBezTo>
                  <a:cubicBezTo>
                    <a:pt x="60" y="335"/>
                    <a:pt x="38" y="337"/>
                    <a:pt x="16" y="334"/>
                  </a:cubicBezTo>
                  <a:cubicBezTo>
                    <a:pt x="2" y="332"/>
                    <a:pt x="6" y="321"/>
                    <a:pt x="14" y="315"/>
                  </a:cubicBezTo>
                  <a:cubicBezTo>
                    <a:pt x="30" y="304"/>
                    <a:pt x="47" y="294"/>
                    <a:pt x="64" y="284"/>
                  </a:cubicBezTo>
                  <a:cubicBezTo>
                    <a:pt x="85" y="272"/>
                    <a:pt x="88" y="256"/>
                    <a:pt x="72" y="237"/>
                  </a:cubicBezTo>
                  <a:cubicBezTo>
                    <a:pt x="64" y="228"/>
                    <a:pt x="56" y="227"/>
                    <a:pt x="46" y="233"/>
                  </a:cubicBezTo>
                  <a:cubicBezTo>
                    <a:pt x="36" y="240"/>
                    <a:pt x="27" y="247"/>
                    <a:pt x="16" y="252"/>
                  </a:cubicBezTo>
                  <a:cubicBezTo>
                    <a:pt x="12" y="254"/>
                    <a:pt x="6" y="251"/>
                    <a:pt x="0" y="250"/>
                  </a:cubicBezTo>
                  <a:cubicBezTo>
                    <a:pt x="1" y="245"/>
                    <a:pt x="1" y="239"/>
                    <a:pt x="3" y="234"/>
                  </a:cubicBezTo>
                  <a:cubicBezTo>
                    <a:pt x="4" y="231"/>
                    <a:pt x="8" y="230"/>
                    <a:pt x="10" y="227"/>
                  </a:cubicBezTo>
                  <a:cubicBezTo>
                    <a:pt x="30" y="208"/>
                    <a:pt x="49" y="188"/>
                    <a:pt x="68" y="168"/>
                  </a:cubicBezTo>
                  <a:cubicBezTo>
                    <a:pt x="71" y="164"/>
                    <a:pt x="74" y="160"/>
                    <a:pt x="80"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10"/>
            <p:cNvSpPr/>
            <p:nvPr/>
          </p:nvSpPr>
          <p:spPr bwMode="auto">
            <a:xfrm>
              <a:off x="1949281" y="1249141"/>
              <a:ext cx="74359" cy="268979"/>
            </a:xfrm>
            <a:custGeom>
              <a:avLst/>
              <a:gdLst>
                <a:gd name="T0" fmla="*/ 91 w 91"/>
                <a:gd name="T1" fmla="*/ 1 h 328"/>
                <a:gd name="T2" fmla="*/ 91 w 91"/>
                <a:gd name="T3" fmla="*/ 103 h 328"/>
                <a:gd name="T4" fmla="*/ 73 w 91"/>
                <a:gd name="T5" fmla="*/ 147 h 328"/>
                <a:gd name="T6" fmla="*/ 52 w 91"/>
                <a:gd name="T7" fmla="*/ 239 h 328"/>
                <a:gd name="T8" fmla="*/ 73 w 91"/>
                <a:gd name="T9" fmla="*/ 304 h 328"/>
                <a:gd name="T10" fmla="*/ 76 w 91"/>
                <a:gd name="T11" fmla="*/ 327 h 328"/>
                <a:gd name="T12" fmla="*/ 25 w 91"/>
                <a:gd name="T13" fmla="*/ 326 h 328"/>
                <a:gd name="T14" fmla="*/ 3 w 91"/>
                <a:gd name="T15" fmla="*/ 299 h 328"/>
                <a:gd name="T16" fmla="*/ 13 w 91"/>
                <a:gd name="T17" fmla="*/ 179 h 328"/>
                <a:gd name="T18" fmla="*/ 36 w 91"/>
                <a:gd name="T19" fmla="*/ 143 h 328"/>
                <a:gd name="T20" fmla="*/ 55 w 91"/>
                <a:gd name="T21" fmla="*/ 57 h 328"/>
                <a:gd name="T22" fmla="*/ 42 w 91"/>
                <a:gd name="T23" fmla="*/ 48 h 328"/>
                <a:gd name="T24" fmla="*/ 13 w 91"/>
                <a:gd name="T25" fmla="*/ 44 h 328"/>
                <a:gd name="T26" fmla="*/ 0 w 91"/>
                <a:gd name="T27" fmla="*/ 33 h 328"/>
                <a:gd name="T28" fmla="*/ 9 w 91"/>
                <a:gd name="T29" fmla="*/ 18 h 328"/>
                <a:gd name="T30" fmla="*/ 79 w 91"/>
                <a:gd name="T31" fmla="*/ 0 h 328"/>
                <a:gd name="T32" fmla="*/ 91 w 91"/>
                <a:gd name="T33" fmla="*/ 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1" h="328">
                  <a:moveTo>
                    <a:pt x="91" y="1"/>
                  </a:moveTo>
                  <a:cubicBezTo>
                    <a:pt x="91" y="37"/>
                    <a:pt x="90" y="70"/>
                    <a:pt x="91" y="103"/>
                  </a:cubicBezTo>
                  <a:cubicBezTo>
                    <a:pt x="91" y="120"/>
                    <a:pt x="88" y="136"/>
                    <a:pt x="73" y="147"/>
                  </a:cubicBezTo>
                  <a:cubicBezTo>
                    <a:pt x="43" y="172"/>
                    <a:pt x="44" y="205"/>
                    <a:pt x="52" y="239"/>
                  </a:cubicBezTo>
                  <a:cubicBezTo>
                    <a:pt x="57" y="261"/>
                    <a:pt x="66" y="282"/>
                    <a:pt x="73" y="304"/>
                  </a:cubicBezTo>
                  <a:cubicBezTo>
                    <a:pt x="75" y="311"/>
                    <a:pt x="75" y="318"/>
                    <a:pt x="76" y="327"/>
                  </a:cubicBezTo>
                  <a:cubicBezTo>
                    <a:pt x="57" y="327"/>
                    <a:pt x="41" y="328"/>
                    <a:pt x="25" y="326"/>
                  </a:cubicBezTo>
                  <a:cubicBezTo>
                    <a:pt x="10" y="325"/>
                    <a:pt x="2" y="317"/>
                    <a:pt x="3" y="299"/>
                  </a:cubicBezTo>
                  <a:cubicBezTo>
                    <a:pt x="7" y="259"/>
                    <a:pt x="7" y="219"/>
                    <a:pt x="13" y="179"/>
                  </a:cubicBezTo>
                  <a:cubicBezTo>
                    <a:pt x="15" y="166"/>
                    <a:pt x="26" y="153"/>
                    <a:pt x="36" y="143"/>
                  </a:cubicBezTo>
                  <a:cubicBezTo>
                    <a:pt x="60" y="118"/>
                    <a:pt x="58" y="88"/>
                    <a:pt x="55" y="57"/>
                  </a:cubicBezTo>
                  <a:cubicBezTo>
                    <a:pt x="55" y="54"/>
                    <a:pt x="47" y="49"/>
                    <a:pt x="42" y="48"/>
                  </a:cubicBezTo>
                  <a:cubicBezTo>
                    <a:pt x="33" y="46"/>
                    <a:pt x="22" y="46"/>
                    <a:pt x="13" y="44"/>
                  </a:cubicBezTo>
                  <a:cubicBezTo>
                    <a:pt x="8" y="42"/>
                    <a:pt x="1" y="37"/>
                    <a:pt x="0" y="33"/>
                  </a:cubicBezTo>
                  <a:cubicBezTo>
                    <a:pt x="0" y="28"/>
                    <a:pt x="5" y="19"/>
                    <a:pt x="9" y="18"/>
                  </a:cubicBezTo>
                  <a:cubicBezTo>
                    <a:pt x="32" y="11"/>
                    <a:pt x="56" y="6"/>
                    <a:pt x="79" y="0"/>
                  </a:cubicBezTo>
                  <a:cubicBezTo>
                    <a:pt x="82" y="0"/>
                    <a:pt x="86" y="1"/>
                    <a:pt x="9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11"/>
            <p:cNvSpPr/>
            <p:nvPr/>
          </p:nvSpPr>
          <p:spPr bwMode="auto">
            <a:xfrm>
              <a:off x="2041695" y="922326"/>
              <a:ext cx="153921" cy="155757"/>
            </a:xfrm>
            <a:custGeom>
              <a:avLst/>
              <a:gdLst>
                <a:gd name="T0" fmla="*/ 6 w 188"/>
                <a:gd name="T1" fmla="*/ 14 h 190"/>
                <a:gd name="T2" fmla="*/ 63 w 188"/>
                <a:gd name="T3" fmla="*/ 21 h 190"/>
                <a:gd name="T4" fmla="*/ 142 w 188"/>
                <a:gd name="T5" fmla="*/ 37 h 190"/>
                <a:gd name="T6" fmla="*/ 174 w 188"/>
                <a:gd name="T7" fmla="*/ 16 h 190"/>
                <a:gd name="T8" fmla="*/ 182 w 188"/>
                <a:gd name="T9" fmla="*/ 40 h 190"/>
                <a:gd name="T10" fmla="*/ 120 w 188"/>
                <a:gd name="T11" fmla="*/ 79 h 190"/>
                <a:gd name="T12" fmla="*/ 81 w 188"/>
                <a:gd name="T13" fmla="*/ 109 h 190"/>
                <a:gd name="T14" fmla="*/ 45 w 188"/>
                <a:gd name="T15" fmla="*/ 169 h 190"/>
                <a:gd name="T16" fmla="*/ 12 w 188"/>
                <a:gd name="T17" fmla="*/ 174 h 190"/>
                <a:gd name="T18" fmla="*/ 18 w 188"/>
                <a:gd name="T19" fmla="*/ 140 h 190"/>
                <a:gd name="T20" fmla="*/ 39 w 188"/>
                <a:gd name="T21" fmla="*/ 118 h 190"/>
                <a:gd name="T22" fmla="*/ 41 w 188"/>
                <a:gd name="T23" fmla="*/ 56 h 190"/>
                <a:gd name="T24" fmla="*/ 6 w 188"/>
                <a:gd name="T25" fmla="*/ 14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90">
                  <a:moveTo>
                    <a:pt x="6" y="14"/>
                  </a:moveTo>
                  <a:cubicBezTo>
                    <a:pt x="29" y="0"/>
                    <a:pt x="50" y="4"/>
                    <a:pt x="63" y="21"/>
                  </a:cubicBezTo>
                  <a:cubicBezTo>
                    <a:pt x="87" y="55"/>
                    <a:pt x="107" y="59"/>
                    <a:pt x="142" y="37"/>
                  </a:cubicBezTo>
                  <a:cubicBezTo>
                    <a:pt x="153" y="31"/>
                    <a:pt x="163" y="23"/>
                    <a:pt x="174" y="16"/>
                  </a:cubicBezTo>
                  <a:cubicBezTo>
                    <a:pt x="187" y="21"/>
                    <a:pt x="188" y="29"/>
                    <a:pt x="182" y="40"/>
                  </a:cubicBezTo>
                  <a:cubicBezTo>
                    <a:pt x="168" y="64"/>
                    <a:pt x="147" y="78"/>
                    <a:pt x="120" y="79"/>
                  </a:cubicBezTo>
                  <a:cubicBezTo>
                    <a:pt x="99" y="79"/>
                    <a:pt x="89" y="88"/>
                    <a:pt x="81" y="109"/>
                  </a:cubicBezTo>
                  <a:cubicBezTo>
                    <a:pt x="74" y="131"/>
                    <a:pt x="59" y="150"/>
                    <a:pt x="45" y="169"/>
                  </a:cubicBezTo>
                  <a:cubicBezTo>
                    <a:pt x="38" y="178"/>
                    <a:pt x="25" y="190"/>
                    <a:pt x="12" y="174"/>
                  </a:cubicBezTo>
                  <a:cubicBezTo>
                    <a:pt x="0" y="161"/>
                    <a:pt x="8" y="150"/>
                    <a:pt x="18" y="140"/>
                  </a:cubicBezTo>
                  <a:cubicBezTo>
                    <a:pt x="26" y="133"/>
                    <a:pt x="33" y="126"/>
                    <a:pt x="39" y="118"/>
                  </a:cubicBezTo>
                  <a:cubicBezTo>
                    <a:pt x="58" y="94"/>
                    <a:pt x="59" y="81"/>
                    <a:pt x="41" y="56"/>
                  </a:cubicBezTo>
                  <a:cubicBezTo>
                    <a:pt x="31" y="41"/>
                    <a:pt x="18" y="29"/>
                    <a:pt x="6"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81" name="标题 1"/>
          <p:cNvSpPr>
            <a:spLocks noGrp="1"/>
          </p:cNvSpPr>
          <p:nvPr>
            <p:ph type="title"/>
          </p:nvPr>
        </p:nvSpPr>
        <p:spPr>
          <a:xfrm>
            <a:off x="1768024" y="209027"/>
            <a:ext cx="8655953" cy="601075"/>
          </a:xfrm>
          <a:prstGeom prst="rect">
            <a:avLst/>
          </a:prstGeom>
        </p:spPr>
        <p:txBody>
          <a:bodyPr lIns="0" rIns="0" anchor="ctr">
            <a:normAutofit/>
          </a:bodyPr>
          <a:lstStyle>
            <a:lvl1pPr algn="ctr">
              <a:defRPr sz="3200" b="1">
                <a:latin typeface="方正粗雅宋简体" panose="02000000000000000000" pitchFamily="2" charset="-122"/>
                <a:ea typeface="方正粗雅宋简体" panose="02000000000000000000" pitchFamily="2" charset="-122"/>
              </a:defRPr>
            </a:lvl1pPr>
          </a:lstStyle>
          <a:p>
            <a:r>
              <a:rPr lang="zh-CN" altLang="en-US" dirty="0"/>
              <a:t>单击此处编辑母版标题样式</a:t>
            </a:r>
          </a:p>
        </p:txBody>
      </p:sp>
      <p:cxnSp>
        <p:nvCxnSpPr>
          <p:cNvPr id="84" name="直接连接符 83" hidden="1"/>
          <p:cNvCxnSpPr/>
          <p:nvPr userDrawn="1"/>
        </p:nvCxnSpPr>
        <p:spPr>
          <a:xfrm rot="5400000">
            <a:off x="702289" y="507839"/>
            <a:ext cx="40445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5" name="矩形 84" hidden="1"/>
          <p:cNvSpPr/>
          <p:nvPr userDrawn="1"/>
        </p:nvSpPr>
        <p:spPr>
          <a:xfrm>
            <a:off x="869887" y="-22274"/>
            <a:ext cx="236852" cy="80828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占位符 87"/>
          <p:cNvSpPr>
            <a:spLocks noGrp="1"/>
          </p:cNvSpPr>
          <p:nvPr>
            <p:ph type="body" sz="quarter" idx="13"/>
          </p:nvPr>
        </p:nvSpPr>
        <p:spPr>
          <a:xfrm>
            <a:off x="3588785" y="827088"/>
            <a:ext cx="5014430" cy="601662"/>
          </a:xfrm>
          <a:prstGeom prst="rect">
            <a:avLst/>
          </a:prstGeom>
        </p:spPr>
        <p:txBody>
          <a:bodyPr/>
          <a:lstStyle>
            <a:lvl1pPr marL="0" indent="0" algn="ctr">
              <a:buNone/>
              <a:defRPr sz="1800" b="1">
                <a:solidFill>
                  <a:schemeClr val="tx2"/>
                </a:solidFill>
                <a:latin typeface="方正准雅宋简体" panose="02000000000000000000" pitchFamily="2" charset="-122"/>
                <a:ea typeface="方正准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10" name="副标题 2"/>
          <p:cNvSpPr txBox="1"/>
          <p:nvPr userDrawn="1"/>
        </p:nvSpPr>
        <p:spPr>
          <a:xfrm>
            <a:off x="1515340" y="4747371"/>
            <a:ext cx="2812728" cy="617036"/>
          </a:xfrm>
          <a:prstGeom prst="rect">
            <a:avLst/>
          </a:prstGeom>
          <a:solidFill>
            <a:srgbClr val="04428A"/>
          </a:solidFill>
        </p:spPr>
        <p:txBody>
          <a:bodyPr vert="horz" lIns="0" tIns="45720" rIns="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zh-CN" altLang="en-US" sz="2000" b="1" dirty="0">
              <a:solidFill>
                <a:schemeClr val="bg1"/>
              </a:solidFill>
              <a:latin typeface="+mj-ea"/>
              <a:ea typeface="+mj-ea"/>
            </a:endParaRPr>
          </a:p>
        </p:txBody>
      </p:sp>
      <p:sp>
        <p:nvSpPr>
          <p:cNvPr id="81" name="副标题 2"/>
          <p:cNvSpPr txBox="1"/>
          <p:nvPr userDrawn="1"/>
        </p:nvSpPr>
        <p:spPr>
          <a:xfrm>
            <a:off x="1515340" y="3841753"/>
            <a:ext cx="3225354" cy="617036"/>
          </a:xfrm>
          <a:prstGeom prst="rect">
            <a:avLst/>
          </a:prstGeom>
        </p:spPr>
        <p:txBody>
          <a:bodyPr vert="horz" lIns="0" tIns="45720" rIns="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4428A"/>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zh-CN" sz="1400" b="1" kern="1200" dirty="0">
                <a:solidFill>
                  <a:schemeClr val="tx1">
                    <a:lumMod val="75000"/>
                    <a:lumOff val="25000"/>
                  </a:schemeClr>
                </a:solidFill>
                <a:effectLst/>
                <a:latin typeface="+mn-lt"/>
                <a:ea typeface="+mn-ea"/>
                <a:cs typeface="+mn-cs"/>
              </a:rPr>
              <a:t>This Paper is On the Guidance and Mentor XXX support</a:t>
            </a:r>
            <a:endParaRPr lang="zh-CN" altLang="zh-CN" sz="1400" b="1" kern="1200" dirty="0">
              <a:solidFill>
                <a:schemeClr val="tx1">
                  <a:lumMod val="75000"/>
                  <a:lumOff val="25000"/>
                </a:schemeClr>
              </a:solidFill>
              <a:effectLst/>
              <a:latin typeface="+mn-lt"/>
              <a:ea typeface="+mn-ea"/>
              <a:cs typeface="+mn-cs"/>
            </a:endParaRPr>
          </a:p>
        </p:txBody>
      </p:sp>
      <p:sp>
        <p:nvSpPr>
          <p:cNvPr id="85" name="文本占位符 84"/>
          <p:cNvSpPr>
            <a:spLocks noGrp="1"/>
          </p:cNvSpPr>
          <p:nvPr>
            <p:ph type="body" sz="quarter" idx="14" hasCustomPrompt="1"/>
          </p:nvPr>
        </p:nvSpPr>
        <p:spPr>
          <a:xfrm>
            <a:off x="1515340" y="4747371"/>
            <a:ext cx="2743200" cy="617537"/>
          </a:xfrm>
          <a:prstGeom prst="rect">
            <a:avLst/>
          </a:prstGeom>
        </p:spPr>
        <p:txBody>
          <a:bodyPr anchor="ctr"/>
          <a:lstStyle>
            <a:lvl1pPr marL="0" indent="0" algn="l">
              <a:buNone/>
              <a:defRPr b="1">
                <a:solidFill>
                  <a:schemeClr val="bg1"/>
                </a:solidFill>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答辩人信息</a:t>
            </a:r>
          </a:p>
        </p:txBody>
      </p:sp>
      <p:grpSp>
        <p:nvGrpSpPr>
          <p:cNvPr id="87" name="Group 74"/>
          <p:cNvGrpSpPr>
            <a:grpSpLocks noChangeAspect="1"/>
          </p:cNvGrpSpPr>
          <p:nvPr userDrawn="1"/>
        </p:nvGrpSpPr>
        <p:grpSpPr bwMode="auto">
          <a:xfrm>
            <a:off x="1511922" y="1044653"/>
            <a:ext cx="2014537" cy="560387"/>
            <a:chOff x="954" y="660"/>
            <a:chExt cx="1269" cy="353"/>
          </a:xfrm>
        </p:grpSpPr>
        <p:sp>
          <p:nvSpPr>
            <p:cNvPr id="89"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0"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1"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2"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3"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4"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5"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6"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7"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8"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9"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0"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1"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2"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3"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4"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5"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6"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7"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8"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9"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0"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1"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2"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3"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4"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5"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6"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7"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8"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9"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0"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1"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2"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3"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4"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5"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6"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7"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8"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9"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0"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1"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2"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3"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4"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5"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6"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7"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8"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9"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0"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1"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2"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3"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4"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5"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6"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7"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8"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9"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0"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1"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2"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3"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4"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5"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grpSp>
      <p:sp>
        <p:nvSpPr>
          <p:cNvPr id="7" name="文本框 6"/>
          <p:cNvSpPr txBox="1"/>
          <p:nvPr userDrawn="1"/>
        </p:nvSpPr>
        <p:spPr>
          <a:xfrm>
            <a:off x="1511922" y="2249299"/>
            <a:ext cx="3228772" cy="840230"/>
          </a:xfrm>
          <a:prstGeom prst="rect">
            <a:avLst/>
          </a:prstGeom>
        </p:spPr>
        <p:txBody>
          <a:bodyPr vert="horz" lIns="0" tIns="45720" rIns="0" bIns="45720" rtlCol="0" anchor="ctr">
            <a:normAutofit fontScale="77500" lnSpcReduction="20000"/>
          </a:bodyPr>
          <a:lstStyle>
            <a:lvl1pPr>
              <a:lnSpc>
                <a:spcPct val="90000"/>
              </a:lnSpc>
              <a:spcBef>
                <a:spcPct val="0"/>
              </a:spcBef>
              <a:buNone/>
              <a:defRPr sz="5400" b="1">
                <a:solidFill>
                  <a:schemeClr val="tx1">
                    <a:lumMod val="75000"/>
                    <a:lumOff val="25000"/>
                  </a:schemeClr>
                </a:solidFill>
                <a:latin typeface="+mj-lt"/>
                <a:ea typeface="+mj-ea"/>
                <a:cs typeface="+mj-cs"/>
              </a:defRPr>
            </a:lvl1pPr>
          </a:lstStyle>
          <a:p>
            <a:pPr lvl="0"/>
            <a:r>
              <a:rPr lang="zh-CN" altLang="en-US" sz="5400" b="1" kern="1200" dirty="0">
                <a:solidFill>
                  <a:schemeClr val="tx1">
                    <a:lumMod val="75000"/>
                    <a:lumOff val="25000"/>
                  </a:schemeClr>
                </a:solidFill>
                <a:latin typeface="方正粗雅宋简体" panose="02000000000000000000" pitchFamily="2" charset="-122"/>
                <a:ea typeface="方正粗雅宋简体" panose="02000000000000000000" pitchFamily="2" charset="-122"/>
                <a:cs typeface="+mj-cs"/>
              </a:rPr>
              <a:t>感谢老师们的</a:t>
            </a:r>
          </a:p>
        </p:txBody>
      </p:sp>
      <p:sp>
        <p:nvSpPr>
          <p:cNvPr id="156" name="文本框 155"/>
          <p:cNvSpPr txBox="1"/>
          <p:nvPr userDrawn="1"/>
        </p:nvSpPr>
        <p:spPr>
          <a:xfrm>
            <a:off x="1511922" y="2954420"/>
            <a:ext cx="2489551" cy="840230"/>
          </a:xfrm>
          <a:prstGeom prst="rect">
            <a:avLst/>
          </a:prstGeom>
        </p:spPr>
        <p:txBody>
          <a:bodyPr vert="horz" lIns="0" tIns="45720" rIns="0" bIns="45720" rtlCol="0" anchor="ctr">
            <a:normAutofit/>
          </a:bodyPr>
          <a:lstStyle>
            <a:lvl1pPr>
              <a:lnSpc>
                <a:spcPct val="90000"/>
              </a:lnSpc>
              <a:spcBef>
                <a:spcPct val="0"/>
              </a:spcBef>
              <a:buNone/>
              <a:defRPr sz="5400" b="1">
                <a:solidFill>
                  <a:schemeClr val="tx1">
                    <a:lumMod val="75000"/>
                    <a:lumOff val="25000"/>
                  </a:schemeClr>
                </a:solidFill>
                <a:latin typeface="+mj-lt"/>
                <a:ea typeface="+mj-ea"/>
                <a:cs typeface="+mj-cs"/>
              </a:defRPr>
            </a:lvl1pPr>
          </a:lstStyle>
          <a:p>
            <a:pPr lvl="0"/>
            <a:r>
              <a:rPr lang="zh-CN" altLang="en-US" sz="3600" b="1" kern="1200" dirty="0">
                <a:solidFill>
                  <a:srgbClr val="04428A"/>
                </a:solidFill>
                <a:latin typeface="方正粗雅宋简体" panose="02000000000000000000" pitchFamily="2" charset="-122"/>
                <a:ea typeface="方正粗雅宋简体" panose="02000000000000000000" pitchFamily="2" charset="-122"/>
                <a:cs typeface="+mn-cs"/>
              </a:rPr>
              <a:t>悉心指导</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4" name="Rectangle 3"/>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 name="Picture 2"/>
          <p:cNvPicPr>
            <a:picLocks noChangeAspect="1"/>
          </p:cNvPicPr>
          <p:nvPr userDrawn="1"/>
        </p:nvPicPr>
        <p:blipFill rotWithShape="1">
          <a:blip r:embed="rId2" cstate="email"/>
          <a:srcRect/>
          <a:stretch>
            <a:fillRect/>
          </a:stretch>
        </p:blipFill>
        <p:spPr>
          <a:xfrm>
            <a:off x="478972" y="0"/>
            <a:ext cx="6299200" cy="6858000"/>
          </a:xfrm>
          <a:prstGeom prst="rect">
            <a:avLst/>
          </a:prstGeom>
        </p:spPr>
      </p:pic>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Calibri" panose="020F0502020204030204" pitchFamily="34" charset="0"/>
                <a:cs typeface="Calibri" panose="020F0502020204030204" pitchFamily="34" charset="0"/>
              </a:defRPr>
            </a:lvl1pPr>
          </a:lstStyle>
          <a:p>
            <a:fld id="{C33509E8-EDB3-4BFB-9C63-B01D176D4351}" type="slidenum">
              <a:rPr lang="ko-KR" altLang="en-US" smtClean="0"/>
              <a:t>‹#›</a:t>
            </a:fld>
            <a:endParaRPr lang="ko-KR"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2">
    <p:spTree>
      <p:nvGrpSpPr>
        <p:cNvPr id="1" name=""/>
        <p:cNvGrpSpPr/>
        <p:nvPr/>
      </p:nvGrpSpPr>
      <p:grpSpPr>
        <a:xfrm>
          <a:off x="0" y="0"/>
          <a:ext cx="0" cy="0"/>
          <a:chOff x="0" y="0"/>
          <a:chExt cx="0" cy="0"/>
        </a:xfrm>
      </p:grpSpPr>
      <p:sp>
        <p:nvSpPr>
          <p:cNvPr id="4" name="Rectangle 3"/>
          <p:cNvSpPr/>
          <p:nvPr userDrawn="1"/>
        </p:nvSpPr>
        <p:spPr>
          <a:xfrm>
            <a:off x="0" y="1311621"/>
            <a:ext cx="12192000" cy="55463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userDrawn="1"/>
        </p:nvSpPr>
        <p:spPr>
          <a:xfrm>
            <a:off x="0" y="963669"/>
            <a:ext cx="12192000" cy="366949"/>
          </a:xfrm>
          <a:prstGeom prst="rect">
            <a:avLst/>
          </a:prstGeom>
          <a:gradFill flip="none" rotWithShape="1">
            <a:gsLst>
              <a:gs pos="0">
                <a:srgbClr val="7B5A85"/>
              </a:gs>
              <a:gs pos="100000">
                <a:srgbClr val="C35954"/>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Calibri" panose="020F0502020204030204" pitchFamily="34" charset="0"/>
                <a:cs typeface="Calibri" panose="020F0502020204030204" pitchFamily="34" charset="0"/>
              </a:defRPr>
            </a:lvl1pPr>
          </a:lstStyle>
          <a:p>
            <a:fld id="{C33509E8-EDB3-4BFB-9C63-B01D176D4351}" type="slidenum">
              <a:rPr lang="ko-KR" altLang="en-US" smtClean="0"/>
              <a:t>‹#›</a:t>
            </a:fld>
            <a:endParaRPr lang="ko-KR" altLang="en-US" dirty="0"/>
          </a:p>
        </p:txBody>
      </p:sp>
      <p:sp>
        <p:nvSpPr>
          <p:cNvPr id="9" name="文本占位符 8"/>
          <p:cNvSpPr>
            <a:spLocks noGrp="1"/>
          </p:cNvSpPr>
          <p:nvPr>
            <p:ph type="body" sz="quarter" idx="10" hasCustomPrompt="1"/>
          </p:nvPr>
        </p:nvSpPr>
        <p:spPr>
          <a:xfrm>
            <a:off x="410231" y="262759"/>
            <a:ext cx="4739836" cy="593537"/>
          </a:xfrm>
          <a:prstGeom prst="rect">
            <a:avLst/>
          </a:prstGeom>
        </p:spPr>
        <p:txBody>
          <a:bodyPr anchor="ctr"/>
          <a:lstStyle>
            <a:lvl1pPr marL="0" indent="0">
              <a:lnSpc>
                <a:spcPct val="100000"/>
              </a:lnSpc>
              <a:buNone/>
              <a:defRPr sz="3600" b="1">
                <a:solidFill>
                  <a:schemeClr val="bg1"/>
                </a:solidFill>
                <a:latin typeface="微软雅黑" panose="020B0503020204020204" pitchFamily="34" charset="-122"/>
                <a:ea typeface="微软雅黑" panose="020B0503020204020204" pitchFamily="34" charset="-122"/>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ltLang="zh-CN" dirty="0"/>
              <a:t>text</a:t>
            </a:r>
            <a:endParaRPr lang="zh-CN" altLang="en-US" dirty="0"/>
          </a:p>
        </p:txBody>
      </p:sp>
      <p:sp>
        <p:nvSpPr>
          <p:cNvPr id="10" name="文本占位符 8"/>
          <p:cNvSpPr>
            <a:spLocks noGrp="1"/>
          </p:cNvSpPr>
          <p:nvPr>
            <p:ph type="body" sz="quarter" idx="11" hasCustomPrompt="1"/>
          </p:nvPr>
        </p:nvSpPr>
        <p:spPr>
          <a:xfrm>
            <a:off x="410231" y="960787"/>
            <a:ext cx="4739836" cy="350835"/>
          </a:xfrm>
          <a:prstGeom prst="rect">
            <a:avLst/>
          </a:prstGeom>
        </p:spPr>
        <p:txBody>
          <a:bodyPr anchor="ctr"/>
          <a:lstStyle>
            <a:lvl1pPr marL="0" indent="0">
              <a:lnSpc>
                <a:spcPct val="100000"/>
              </a:lnSpc>
              <a:buNone/>
              <a:defRPr sz="2000" b="0">
                <a:solidFill>
                  <a:schemeClr val="bg1"/>
                </a:solidFill>
                <a:latin typeface="微软雅黑" panose="020B0503020204020204" pitchFamily="34" charset="-122"/>
                <a:ea typeface="微软雅黑" panose="020B0503020204020204" pitchFamily="34" charset="-122"/>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ltLang="zh-CN" dirty="0"/>
              <a:t>text</a:t>
            </a:r>
            <a:endParaRPr lang="zh-CN" altLang="en-US" dirty="0"/>
          </a:p>
        </p:txBody>
      </p:sp>
      <p:grpSp>
        <p:nvGrpSpPr>
          <p:cNvPr id="11" name="组合 10"/>
          <p:cNvGrpSpPr/>
          <p:nvPr userDrawn="1"/>
        </p:nvGrpSpPr>
        <p:grpSpPr>
          <a:xfrm>
            <a:off x="10731500" y="-34362"/>
            <a:ext cx="1298847" cy="1022842"/>
            <a:chOff x="3225800" y="2108199"/>
            <a:chExt cx="4729238" cy="3724275"/>
          </a:xfrm>
        </p:grpSpPr>
        <p:sp>
          <p:nvSpPr>
            <p:cNvPr id="8" name="椭圆 7"/>
            <p:cNvSpPr/>
            <p:nvPr userDrawn="1"/>
          </p:nvSpPr>
          <p:spPr>
            <a:xfrm>
              <a:off x="3517899" y="2413000"/>
              <a:ext cx="4114801" cy="3124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25800" y="2108199"/>
              <a:ext cx="4729238" cy="3724275"/>
            </a:xfrm>
            <a:prstGeom prst="rect">
              <a:avLst/>
            </a:prstGeom>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Slide 2">
    <p:spTree>
      <p:nvGrpSpPr>
        <p:cNvPr id="1" name=""/>
        <p:cNvGrpSpPr/>
        <p:nvPr/>
      </p:nvGrpSpPr>
      <p:grpSpPr>
        <a:xfrm>
          <a:off x="0" y="0"/>
          <a:ext cx="0" cy="0"/>
          <a:chOff x="0" y="0"/>
          <a:chExt cx="0" cy="0"/>
        </a:xfrm>
      </p:grpSpPr>
      <p:sp>
        <p:nvSpPr>
          <p:cNvPr id="4" name="Rectangle 3"/>
          <p:cNvSpPr/>
          <p:nvPr userDrawn="1"/>
        </p:nvSpPr>
        <p:spPr>
          <a:xfrm>
            <a:off x="0" y="0"/>
            <a:ext cx="12192000" cy="6914285"/>
          </a:xfrm>
          <a:prstGeom prst="rect">
            <a:avLst/>
          </a:prstGeom>
          <a:solidFill>
            <a:srgbClr val="0E6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userDrawn="1"/>
        </p:nvSpPr>
        <p:spPr>
          <a:xfrm>
            <a:off x="0" y="963669"/>
            <a:ext cx="12192000" cy="366949"/>
          </a:xfrm>
          <a:prstGeom prst="rect">
            <a:avLst/>
          </a:prstGeom>
          <a:solidFill>
            <a:srgbClr val="2DB2A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Calibri" panose="020F0502020204030204" pitchFamily="34" charset="0"/>
                <a:cs typeface="Calibri" panose="020F0502020204030204" pitchFamily="34" charset="0"/>
              </a:defRPr>
            </a:lvl1pPr>
          </a:lstStyle>
          <a:p>
            <a:fld id="{C33509E8-EDB3-4BFB-9C63-B01D176D4351}" type="slidenum">
              <a:rPr lang="ko-KR" altLang="en-US" smtClean="0"/>
              <a:t>‹#›</a:t>
            </a:fld>
            <a:endParaRPr lang="ko-KR" altLang="en-US" dirty="0"/>
          </a:p>
        </p:txBody>
      </p:sp>
      <p:sp>
        <p:nvSpPr>
          <p:cNvPr id="9" name="文本占位符 8"/>
          <p:cNvSpPr>
            <a:spLocks noGrp="1"/>
          </p:cNvSpPr>
          <p:nvPr>
            <p:ph type="body" sz="quarter" idx="10" hasCustomPrompt="1"/>
          </p:nvPr>
        </p:nvSpPr>
        <p:spPr>
          <a:xfrm>
            <a:off x="410231" y="262759"/>
            <a:ext cx="4739836" cy="593537"/>
          </a:xfrm>
          <a:prstGeom prst="rect">
            <a:avLst/>
          </a:prstGeom>
        </p:spPr>
        <p:txBody>
          <a:bodyPr anchor="ctr"/>
          <a:lstStyle>
            <a:lvl1pPr marL="0" indent="0">
              <a:lnSpc>
                <a:spcPct val="100000"/>
              </a:lnSpc>
              <a:buNone/>
              <a:defRPr sz="3600" b="1">
                <a:solidFill>
                  <a:schemeClr val="bg1"/>
                </a:solidFill>
                <a:latin typeface="微软雅黑" panose="020B0503020204020204" pitchFamily="34" charset="-122"/>
                <a:ea typeface="微软雅黑" panose="020B0503020204020204" pitchFamily="34" charset="-122"/>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ltLang="zh-CN" dirty="0"/>
              <a:t>text</a:t>
            </a:r>
            <a:endParaRPr lang="zh-CN" altLang="en-US" dirty="0"/>
          </a:p>
        </p:txBody>
      </p:sp>
      <p:sp>
        <p:nvSpPr>
          <p:cNvPr id="10" name="文本占位符 8"/>
          <p:cNvSpPr>
            <a:spLocks noGrp="1"/>
          </p:cNvSpPr>
          <p:nvPr>
            <p:ph type="body" sz="quarter" idx="11" hasCustomPrompt="1"/>
          </p:nvPr>
        </p:nvSpPr>
        <p:spPr>
          <a:xfrm>
            <a:off x="410231" y="960787"/>
            <a:ext cx="4739836" cy="350835"/>
          </a:xfrm>
          <a:prstGeom prst="rect">
            <a:avLst/>
          </a:prstGeom>
        </p:spPr>
        <p:txBody>
          <a:bodyPr anchor="ctr"/>
          <a:lstStyle>
            <a:lvl1pPr marL="0" indent="0">
              <a:lnSpc>
                <a:spcPct val="100000"/>
              </a:lnSpc>
              <a:buNone/>
              <a:defRPr sz="2000" b="0">
                <a:solidFill>
                  <a:schemeClr val="bg1"/>
                </a:solidFill>
                <a:latin typeface="微软雅黑" panose="020B0503020204020204" pitchFamily="34" charset="-122"/>
                <a:ea typeface="微软雅黑" panose="020B0503020204020204" pitchFamily="34" charset="-122"/>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ltLang="zh-CN" dirty="0"/>
              <a:t>text</a:t>
            </a:r>
            <a:endParaRPr lang="zh-CN" altLang="en-US" dirty="0"/>
          </a:p>
        </p:txBody>
      </p:sp>
      <p:grpSp>
        <p:nvGrpSpPr>
          <p:cNvPr id="11" name="组合 10"/>
          <p:cNvGrpSpPr/>
          <p:nvPr userDrawn="1"/>
        </p:nvGrpSpPr>
        <p:grpSpPr>
          <a:xfrm>
            <a:off x="10731500" y="-34362"/>
            <a:ext cx="1298847" cy="1022842"/>
            <a:chOff x="3225800" y="2108199"/>
            <a:chExt cx="4729238" cy="3724275"/>
          </a:xfrm>
        </p:grpSpPr>
        <p:sp>
          <p:nvSpPr>
            <p:cNvPr id="8" name="椭圆 7"/>
            <p:cNvSpPr/>
            <p:nvPr userDrawn="1"/>
          </p:nvSpPr>
          <p:spPr>
            <a:xfrm>
              <a:off x="3517899" y="2413000"/>
              <a:ext cx="4114801" cy="3124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25800" y="2108199"/>
              <a:ext cx="4729238" cy="3724275"/>
            </a:xfrm>
            <a:prstGeom prst="rect">
              <a:avLst/>
            </a:prstGeom>
          </p:spPr>
        </p:pic>
      </p:grpSp>
      <p:sp>
        <p:nvSpPr>
          <p:cNvPr id="12" name="Rectangle 3"/>
          <p:cNvSpPr/>
          <p:nvPr userDrawn="1"/>
        </p:nvSpPr>
        <p:spPr>
          <a:xfrm>
            <a:off x="0" y="1330618"/>
            <a:ext cx="12192000" cy="5583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Slide 2">
    <p:spTree>
      <p:nvGrpSpPr>
        <p:cNvPr id="1" name=""/>
        <p:cNvGrpSpPr/>
        <p:nvPr/>
      </p:nvGrpSpPr>
      <p:grpSpPr>
        <a:xfrm>
          <a:off x="0" y="0"/>
          <a:ext cx="0" cy="0"/>
          <a:chOff x="0" y="0"/>
          <a:chExt cx="0" cy="0"/>
        </a:xfrm>
      </p:grpSpPr>
      <p:sp>
        <p:nvSpPr>
          <p:cNvPr id="6" name="标题 1"/>
          <p:cNvSpPr>
            <a:spLocks noGrp="1"/>
          </p:cNvSpPr>
          <p:nvPr>
            <p:ph type="title"/>
          </p:nvPr>
        </p:nvSpPr>
        <p:spPr>
          <a:xfrm>
            <a:off x="718218" y="202011"/>
            <a:ext cx="8655953" cy="601075"/>
          </a:xfrm>
          <a:prstGeom prst="rect">
            <a:avLst/>
          </a:prstGeom>
        </p:spPr>
        <p:txBody>
          <a:bodyPr lIns="0" rIns="0" anchor="ctr">
            <a:normAutofit/>
          </a:bodyPr>
          <a:lstStyle>
            <a:lvl1pPr>
              <a:defRPr sz="32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cxnSp>
        <p:nvCxnSpPr>
          <p:cNvPr id="75" name="直接连接符 74"/>
          <p:cNvCxnSpPr/>
          <p:nvPr userDrawn="1"/>
        </p:nvCxnSpPr>
        <p:spPr>
          <a:xfrm>
            <a:off x="719833" y="803088"/>
            <a:ext cx="10790378" cy="0"/>
          </a:xfrm>
          <a:prstGeom prst="line">
            <a:avLst/>
          </a:prstGeom>
          <a:ln w="38100">
            <a:solidFill>
              <a:srgbClr val="0E647C"/>
            </a:solidFill>
          </a:ln>
        </p:spPr>
        <p:style>
          <a:lnRef idx="1">
            <a:schemeClr val="accent1"/>
          </a:lnRef>
          <a:fillRef idx="0">
            <a:schemeClr val="accent1"/>
          </a:fillRef>
          <a:effectRef idx="0">
            <a:schemeClr val="accent1"/>
          </a:effectRef>
          <a:fontRef idx="minor">
            <a:schemeClr val="tx1"/>
          </a:fontRef>
        </p:style>
      </p:cxnSp>
      <p:sp>
        <p:nvSpPr>
          <p:cNvPr id="76" name="矩形 75"/>
          <p:cNvSpPr/>
          <p:nvPr userDrawn="1"/>
        </p:nvSpPr>
        <p:spPr>
          <a:xfrm>
            <a:off x="304647" y="-5194"/>
            <a:ext cx="236852" cy="808281"/>
          </a:xfrm>
          <a:prstGeom prst="rect">
            <a:avLst/>
          </a:prstGeom>
          <a:solidFill>
            <a:srgbClr val="0E6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0" name="组合 289"/>
          <p:cNvGrpSpPr/>
          <p:nvPr userDrawn="1"/>
        </p:nvGrpSpPr>
        <p:grpSpPr>
          <a:xfrm>
            <a:off x="9119233" y="235666"/>
            <a:ext cx="2297828" cy="440141"/>
            <a:chOff x="4350563" y="2799467"/>
            <a:chExt cx="2297828" cy="440141"/>
          </a:xfrm>
        </p:grpSpPr>
        <p:grpSp>
          <p:nvGrpSpPr>
            <p:cNvPr id="3" name="组合 2"/>
            <p:cNvGrpSpPr/>
            <p:nvPr userDrawn="1"/>
          </p:nvGrpSpPr>
          <p:grpSpPr>
            <a:xfrm>
              <a:off x="5012152" y="2799467"/>
              <a:ext cx="1636239" cy="440141"/>
              <a:chOff x="5012152" y="2799467"/>
              <a:chExt cx="1636239" cy="440141"/>
            </a:xfrm>
          </p:grpSpPr>
          <p:sp>
            <p:nvSpPr>
              <p:cNvPr id="185" name="ïślíḍê"/>
              <p:cNvSpPr/>
              <p:nvPr/>
            </p:nvSpPr>
            <p:spPr bwMode="auto">
              <a:xfrm>
                <a:off x="5012152" y="2799467"/>
                <a:ext cx="1628618" cy="332011"/>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6" name="íṡľîḍé"/>
              <p:cNvSpPr/>
              <p:nvPr/>
            </p:nvSpPr>
            <p:spPr bwMode="auto">
              <a:xfrm>
                <a:off x="5047878" y="3171490"/>
                <a:ext cx="41918" cy="52874"/>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7" name="iSlïḍê"/>
              <p:cNvSpPr/>
              <p:nvPr/>
            </p:nvSpPr>
            <p:spPr bwMode="auto">
              <a:xfrm>
                <a:off x="5100276" y="3185781"/>
                <a:ext cx="30962" cy="39060"/>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8" name="ïšḷîḋé"/>
              <p:cNvSpPr/>
              <p:nvPr/>
            </p:nvSpPr>
            <p:spPr bwMode="auto">
              <a:xfrm>
                <a:off x="5138859"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9" name="íšľíďê"/>
              <p:cNvSpPr/>
              <p:nvPr/>
            </p:nvSpPr>
            <p:spPr bwMode="auto">
              <a:xfrm>
                <a:off x="5179348" y="3185781"/>
                <a:ext cx="32391" cy="38584"/>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0" name="ïṩḻíďê"/>
              <p:cNvSpPr/>
              <p:nvPr/>
            </p:nvSpPr>
            <p:spPr bwMode="auto">
              <a:xfrm>
                <a:off x="5218885" y="3171490"/>
                <a:ext cx="31438"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1" name="iŝ1îďe"/>
              <p:cNvSpPr/>
              <p:nvPr/>
            </p:nvSpPr>
            <p:spPr bwMode="auto">
              <a:xfrm>
                <a:off x="5257469"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2" name="iṣ1îďé"/>
              <p:cNvSpPr/>
              <p:nvPr/>
            </p:nvSpPr>
            <p:spPr bwMode="auto">
              <a:xfrm>
                <a:off x="5300816"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3" name="íṥľïḍè"/>
              <p:cNvSpPr/>
              <p:nvPr/>
            </p:nvSpPr>
            <p:spPr bwMode="auto">
              <a:xfrm>
                <a:off x="5339876" y="3184352"/>
                <a:ext cx="33821"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4" name="î$1îďè"/>
              <p:cNvSpPr/>
              <p:nvPr/>
            </p:nvSpPr>
            <p:spPr bwMode="auto">
              <a:xfrm>
                <a:off x="5404183" y="3171490"/>
                <a:ext cx="41442" cy="53827"/>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5" name="íSľîḑê"/>
              <p:cNvSpPr/>
              <p:nvPr/>
            </p:nvSpPr>
            <p:spPr bwMode="auto">
              <a:xfrm>
                <a:off x="5456104"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6" name="ïṧ1iḓé"/>
              <p:cNvSpPr/>
              <p:nvPr/>
            </p:nvSpPr>
            <p:spPr bwMode="auto">
              <a:xfrm>
                <a:off x="5497546" y="3171490"/>
                <a:ext cx="6193" cy="52874"/>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7" name="îśḻîḍé"/>
              <p:cNvSpPr/>
              <p:nvPr/>
            </p:nvSpPr>
            <p:spPr bwMode="auto">
              <a:xfrm>
                <a:off x="5508978" y="3185781"/>
                <a:ext cx="35726" cy="38584"/>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8" name="íŝḻîḋè"/>
              <p:cNvSpPr/>
              <p:nvPr/>
            </p:nvSpPr>
            <p:spPr bwMode="auto">
              <a:xfrm>
                <a:off x="5548038" y="3184352"/>
                <a:ext cx="35249" cy="40489"/>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9" name="íS1íḓé"/>
              <p:cNvSpPr/>
              <p:nvPr/>
            </p:nvSpPr>
            <p:spPr bwMode="auto">
              <a:xfrm>
                <a:off x="5591862" y="3184352"/>
                <a:ext cx="19054" cy="40013"/>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0" name="ïṩḷîdê"/>
              <p:cNvSpPr/>
              <p:nvPr/>
            </p:nvSpPr>
            <p:spPr bwMode="auto">
              <a:xfrm>
                <a:off x="5612821" y="3184352"/>
                <a:ext cx="31915" cy="40489"/>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1" name="îṥ1iḓe"/>
              <p:cNvSpPr/>
              <p:nvPr/>
            </p:nvSpPr>
            <p:spPr bwMode="auto">
              <a:xfrm>
                <a:off x="5652358"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2" name="îSḷîḋe"/>
              <p:cNvSpPr/>
              <p:nvPr/>
            </p:nvSpPr>
            <p:spPr bwMode="auto">
              <a:xfrm>
                <a:off x="5664742" y="3174825"/>
                <a:ext cx="18101" cy="49540"/>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3" name="îşḷîḋè"/>
              <p:cNvSpPr/>
              <p:nvPr/>
            </p:nvSpPr>
            <p:spPr bwMode="auto">
              <a:xfrm>
                <a:off x="5684749" y="3185781"/>
                <a:ext cx="35249" cy="53827"/>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4" name="îṧḷiḋé"/>
              <p:cNvSpPr/>
              <p:nvPr/>
            </p:nvSpPr>
            <p:spPr bwMode="auto">
              <a:xfrm>
                <a:off x="5743815" y="3184352"/>
                <a:ext cx="36202"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5" name="ïṡ1íḍè"/>
              <p:cNvSpPr/>
              <p:nvPr/>
            </p:nvSpPr>
            <p:spPr bwMode="auto">
              <a:xfrm>
                <a:off x="5783352" y="3170538"/>
                <a:ext cx="18101" cy="53827"/>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6" name="ïslïdê"/>
              <p:cNvSpPr/>
              <p:nvPr/>
            </p:nvSpPr>
            <p:spPr bwMode="auto">
              <a:xfrm>
                <a:off x="5826699" y="3170062"/>
                <a:ext cx="41918" cy="55256"/>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7" name="íṡḻïďe"/>
              <p:cNvSpPr/>
              <p:nvPr/>
            </p:nvSpPr>
            <p:spPr bwMode="auto">
              <a:xfrm>
                <a:off x="5874810" y="3184352"/>
                <a:ext cx="32391" cy="40489"/>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8" name="îṣḷïďê"/>
              <p:cNvSpPr/>
              <p:nvPr/>
            </p:nvSpPr>
            <p:spPr bwMode="auto">
              <a:xfrm>
                <a:off x="5913870"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9" name="ïślîdè"/>
              <p:cNvSpPr/>
              <p:nvPr/>
            </p:nvSpPr>
            <p:spPr bwMode="auto">
              <a:xfrm>
                <a:off x="592816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0" name="iṥlîḋè"/>
              <p:cNvSpPr/>
              <p:nvPr/>
            </p:nvSpPr>
            <p:spPr bwMode="auto">
              <a:xfrm>
                <a:off x="5970555" y="3184352"/>
                <a:ext cx="31915"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1" name="iśḷîḓe"/>
              <p:cNvSpPr/>
              <p:nvPr/>
            </p:nvSpPr>
            <p:spPr bwMode="auto">
              <a:xfrm>
                <a:off x="6009138" y="3184352"/>
                <a:ext cx="33344"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2" name="ïṥḻïdê"/>
              <p:cNvSpPr/>
              <p:nvPr/>
            </p:nvSpPr>
            <p:spPr bwMode="auto">
              <a:xfrm>
                <a:off x="604677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3" name="íṧḷîḑé"/>
              <p:cNvSpPr/>
              <p:nvPr/>
            </p:nvSpPr>
            <p:spPr bwMode="auto">
              <a:xfrm>
                <a:off x="6128224"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4" name="îşľiḍe"/>
              <p:cNvSpPr/>
              <p:nvPr/>
            </p:nvSpPr>
            <p:spPr bwMode="auto">
              <a:xfrm>
                <a:off x="6171572"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5" name="iṩ1ïḓé"/>
              <p:cNvSpPr/>
              <p:nvPr/>
            </p:nvSpPr>
            <p:spPr bwMode="auto">
              <a:xfrm>
                <a:off x="6210155" y="3171490"/>
                <a:ext cx="34297" cy="53350"/>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6" name="îš1îḓé"/>
              <p:cNvSpPr/>
              <p:nvPr/>
            </p:nvSpPr>
            <p:spPr bwMode="auto">
              <a:xfrm>
                <a:off x="6270175" y="3171490"/>
                <a:ext cx="42871" cy="52874"/>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7" name="íşḻîdè"/>
              <p:cNvSpPr/>
              <p:nvPr/>
            </p:nvSpPr>
            <p:spPr bwMode="auto">
              <a:xfrm>
                <a:off x="6316856" y="3184352"/>
                <a:ext cx="34773"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8" name="i$1íḋè"/>
              <p:cNvSpPr/>
              <p:nvPr/>
            </p:nvSpPr>
            <p:spPr bwMode="auto">
              <a:xfrm>
                <a:off x="6356869" y="3184352"/>
                <a:ext cx="32868"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9" name="íṥḻîďe"/>
              <p:cNvSpPr/>
              <p:nvPr/>
            </p:nvSpPr>
            <p:spPr bwMode="auto">
              <a:xfrm>
                <a:off x="6396405" y="3171490"/>
                <a:ext cx="30962"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0" name="ïšḷîḍè"/>
              <p:cNvSpPr/>
              <p:nvPr/>
            </p:nvSpPr>
            <p:spPr bwMode="auto">
              <a:xfrm>
                <a:off x="6437371"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1" name="işḷídè"/>
              <p:cNvSpPr/>
              <p:nvPr/>
            </p:nvSpPr>
            <p:spPr bwMode="auto">
              <a:xfrm>
                <a:off x="6475955"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2" name="ïŝ1iḋé"/>
              <p:cNvSpPr/>
              <p:nvPr/>
            </p:nvSpPr>
            <p:spPr bwMode="auto">
              <a:xfrm>
                <a:off x="6519302" y="3171490"/>
                <a:ext cx="6669" cy="52874"/>
              </a:xfrm>
              <a:prstGeom prst="rect">
                <a:avLst/>
              </a:pr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3" name="îSḻidè"/>
              <p:cNvSpPr/>
              <p:nvPr/>
            </p:nvSpPr>
            <p:spPr bwMode="auto">
              <a:xfrm>
                <a:off x="6533116"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4" name="ïšlïḍè"/>
              <p:cNvSpPr/>
              <p:nvPr/>
            </p:nvSpPr>
            <p:spPr bwMode="auto">
              <a:xfrm>
                <a:off x="6574081" y="3184352"/>
                <a:ext cx="34297"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5" name="îşḻïḓê"/>
              <p:cNvSpPr/>
              <p:nvPr/>
            </p:nvSpPr>
            <p:spPr bwMode="auto">
              <a:xfrm>
                <a:off x="6613142" y="3185781"/>
                <a:ext cx="35249" cy="53827"/>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nvGrpSpPr>
            <p:cNvPr id="289" name="组合 288"/>
            <p:cNvGrpSpPr/>
            <p:nvPr userDrawn="1"/>
          </p:nvGrpSpPr>
          <p:grpSpPr>
            <a:xfrm>
              <a:off x="4350563" y="2818237"/>
              <a:ext cx="531058" cy="402600"/>
              <a:chOff x="4139492" y="2778031"/>
              <a:chExt cx="704987" cy="534457"/>
            </a:xfrm>
          </p:grpSpPr>
          <p:sp>
            <p:nvSpPr>
              <p:cNvPr id="226" name="iṧľiḑé"/>
              <p:cNvSpPr/>
              <p:nvPr/>
            </p:nvSpPr>
            <p:spPr bwMode="auto">
              <a:xfrm>
                <a:off x="4139492" y="2778031"/>
                <a:ext cx="704987" cy="534457"/>
              </a:xfrm>
              <a:prstGeom prst="ellipse">
                <a:avLst/>
              </a:prstGeom>
              <a:noFill/>
              <a:ln w="19050"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7" name="íšḻïḓé"/>
              <p:cNvSpPr/>
              <p:nvPr/>
            </p:nvSpPr>
            <p:spPr bwMode="auto">
              <a:xfrm>
                <a:off x="4198083" y="2909502"/>
                <a:ext cx="63002" cy="55256"/>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8" name="íSľiḑè"/>
              <p:cNvSpPr/>
              <p:nvPr/>
            </p:nvSpPr>
            <p:spPr bwMode="auto">
              <a:xfrm>
                <a:off x="4186113" y="2942370"/>
                <a:ext cx="57332" cy="47158"/>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9" name="íślïďe"/>
              <p:cNvSpPr/>
              <p:nvPr/>
            </p:nvSpPr>
            <p:spPr bwMode="auto">
              <a:xfrm>
                <a:off x="4170363" y="2958565"/>
                <a:ext cx="58591" cy="38108"/>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0" name="îšlide"/>
              <p:cNvSpPr/>
              <p:nvPr/>
            </p:nvSpPr>
            <p:spPr bwMode="auto">
              <a:xfrm>
                <a:off x="4165323" y="2988098"/>
                <a:ext cx="60481" cy="30962"/>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1" name="îṥḷíḓè"/>
              <p:cNvSpPr/>
              <p:nvPr/>
            </p:nvSpPr>
            <p:spPr bwMode="auto">
              <a:xfrm>
                <a:off x="4159022" y="3014297"/>
                <a:ext cx="60481" cy="33821"/>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2" name="ïš1ídé"/>
              <p:cNvSpPr/>
              <p:nvPr/>
            </p:nvSpPr>
            <p:spPr bwMode="auto">
              <a:xfrm>
                <a:off x="4159652" y="3046689"/>
                <a:ext cx="59852" cy="26199"/>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3" name="ïSľîďe"/>
              <p:cNvSpPr/>
              <p:nvPr/>
            </p:nvSpPr>
            <p:spPr bwMode="auto">
              <a:xfrm>
                <a:off x="4163433" y="3065266"/>
                <a:ext cx="63002" cy="36679"/>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4" name="îṡļiḑe"/>
              <p:cNvSpPr/>
              <p:nvPr/>
            </p:nvSpPr>
            <p:spPr bwMode="auto">
              <a:xfrm>
                <a:off x="4173513" y="3095276"/>
                <a:ext cx="57961" cy="36679"/>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5" name="íṡḷíḍé"/>
              <p:cNvSpPr/>
              <p:nvPr/>
            </p:nvSpPr>
            <p:spPr bwMode="auto">
              <a:xfrm>
                <a:off x="4203124" y="3122427"/>
                <a:ext cx="56071" cy="50016"/>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6" name="ísḷîḋe"/>
              <p:cNvSpPr/>
              <p:nvPr/>
            </p:nvSpPr>
            <p:spPr bwMode="auto">
              <a:xfrm>
                <a:off x="4219504" y="3144815"/>
                <a:ext cx="61742" cy="57161"/>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7" name="ïSlidé"/>
              <p:cNvSpPr/>
              <p:nvPr/>
            </p:nvSpPr>
            <p:spPr bwMode="auto">
              <a:xfrm>
                <a:off x="4248485" y="3164345"/>
                <a:ext cx="42841" cy="53827"/>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8" name="iSlîďê"/>
              <p:cNvSpPr/>
              <p:nvPr/>
            </p:nvSpPr>
            <p:spPr bwMode="auto">
              <a:xfrm>
                <a:off x="4271165" y="3173396"/>
                <a:ext cx="44732" cy="56209"/>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9" name="îS1iḑé"/>
              <p:cNvSpPr/>
              <p:nvPr/>
            </p:nvSpPr>
            <p:spPr bwMode="auto">
              <a:xfrm>
                <a:off x="4288806" y="3188162"/>
                <a:ext cx="47251" cy="60496"/>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0" name="îṡ1îďè"/>
              <p:cNvSpPr/>
              <p:nvPr/>
            </p:nvSpPr>
            <p:spPr bwMode="auto">
              <a:xfrm>
                <a:off x="4310856" y="3198642"/>
                <a:ext cx="42841" cy="62877"/>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1" name="îṩļíďê"/>
              <p:cNvSpPr/>
              <p:nvPr/>
            </p:nvSpPr>
            <p:spPr bwMode="auto">
              <a:xfrm>
                <a:off x="4338577" y="3209598"/>
                <a:ext cx="33391" cy="58114"/>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2" name="î$ḷíḑê"/>
              <p:cNvSpPr/>
              <p:nvPr/>
            </p:nvSpPr>
            <p:spPr bwMode="auto">
              <a:xfrm>
                <a:off x="4356847" y="3214838"/>
                <a:ext cx="28980" cy="58114"/>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3" name="ïṩlïďè"/>
              <p:cNvSpPr/>
              <p:nvPr/>
            </p:nvSpPr>
            <p:spPr bwMode="auto">
              <a:xfrm>
                <a:off x="4378268" y="3218172"/>
                <a:ext cx="32131" cy="60020"/>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4" name="ïšļïďè"/>
              <p:cNvSpPr/>
              <p:nvPr/>
            </p:nvSpPr>
            <p:spPr bwMode="auto">
              <a:xfrm>
                <a:off x="4407249" y="3225317"/>
                <a:ext cx="29611" cy="60020"/>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5" name="î$ļidê"/>
              <p:cNvSpPr/>
              <p:nvPr/>
            </p:nvSpPr>
            <p:spPr bwMode="auto">
              <a:xfrm>
                <a:off x="4445679" y="3231986"/>
                <a:ext cx="25831" cy="60020"/>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6" name="iṡlïḍé"/>
              <p:cNvSpPr/>
              <p:nvPr/>
            </p:nvSpPr>
            <p:spPr bwMode="auto">
              <a:xfrm>
                <a:off x="4469620" y="3233892"/>
                <a:ext cx="20791" cy="57161"/>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7" name="iṧ1íďé"/>
              <p:cNvSpPr/>
              <p:nvPr/>
            </p:nvSpPr>
            <p:spPr bwMode="auto">
              <a:xfrm>
                <a:off x="4505531" y="3234368"/>
                <a:ext cx="21421" cy="59543"/>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8" name="iśľiḋe"/>
              <p:cNvSpPr/>
              <p:nvPr/>
            </p:nvSpPr>
            <p:spPr bwMode="auto">
              <a:xfrm>
                <a:off x="4524432" y="3232939"/>
                <a:ext cx="25831" cy="59543"/>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9" name="íṧľîḓê"/>
              <p:cNvSpPr/>
              <p:nvPr/>
            </p:nvSpPr>
            <p:spPr bwMode="auto">
              <a:xfrm>
                <a:off x="4544592" y="3229604"/>
                <a:ext cx="22681" cy="58590"/>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0" name="ïṧļíďê"/>
              <p:cNvSpPr/>
              <p:nvPr/>
            </p:nvSpPr>
            <p:spPr bwMode="auto">
              <a:xfrm>
                <a:off x="4558453" y="3223412"/>
                <a:ext cx="35281" cy="60496"/>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1" name="íṣlïḋe"/>
              <p:cNvSpPr/>
              <p:nvPr/>
            </p:nvSpPr>
            <p:spPr bwMode="auto">
              <a:xfrm>
                <a:off x="4581133" y="3216743"/>
                <a:ext cx="37801" cy="62401"/>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2" name="îšḻîḓe"/>
              <p:cNvSpPr/>
              <p:nvPr/>
            </p:nvSpPr>
            <p:spPr bwMode="auto">
              <a:xfrm>
                <a:off x="4612003" y="3210551"/>
                <a:ext cx="30241" cy="59543"/>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3" name="íṥḻïḑé"/>
              <p:cNvSpPr/>
              <p:nvPr/>
            </p:nvSpPr>
            <p:spPr bwMode="auto">
              <a:xfrm>
                <a:off x="4630274" y="3202453"/>
                <a:ext cx="40951" cy="60972"/>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4" name="ïśḻíḑè"/>
              <p:cNvSpPr/>
              <p:nvPr/>
            </p:nvSpPr>
            <p:spPr bwMode="auto">
              <a:xfrm>
                <a:off x="4670595" y="3188162"/>
                <a:ext cx="40321" cy="58114"/>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5" name="íṥļidé"/>
              <p:cNvSpPr/>
              <p:nvPr/>
            </p:nvSpPr>
            <p:spPr bwMode="auto">
              <a:xfrm>
                <a:off x="4677525" y="3168156"/>
                <a:ext cx="52921" cy="63353"/>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6" name="ïšḻíďe"/>
              <p:cNvSpPr/>
              <p:nvPr/>
            </p:nvSpPr>
            <p:spPr bwMode="auto">
              <a:xfrm>
                <a:off x="4703986" y="3157200"/>
                <a:ext cx="44732" cy="55732"/>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7" name="íś1iḑè"/>
              <p:cNvSpPr/>
              <p:nvPr/>
            </p:nvSpPr>
            <p:spPr bwMode="auto">
              <a:xfrm>
                <a:off x="4727297" y="3125762"/>
                <a:ext cx="56701" cy="48111"/>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8" name="iṧ1iḋe"/>
              <p:cNvSpPr/>
              <p:nvPr/>
            </p:nvSpPr>
            <p:spPr bwMode="auto">
              <a:xfrm>
                <a:off x="4741157" y="3108137"/>
                <a:ext cx="60481" cy="48111"/>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9" name="ïşliḍé"/>
              <p:cNvSpPr/>
              <p:nvPr/>
            </p:nvSpPr>
            <p:spPr bwMode="auto">
              <a:xfrm>
                <a:off x="4756278" y="3090989"/>
                <a:ext cx="57332" cy="34773"/>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0" name="ïşḻïḑé"/>
              <p:cNvSpPr/>
              <p:nvPr/>
            </p:nvSpPr>
            <p:spPr bwMode="auto">
              <a:xfrm>
                <a:off x="4760687" y="3062884"/>
                <a:ext cx="61742" cy="39536"/>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1" name="îṡḷíḓê"/>
              <p:cNvSpPr/>
              <p:nvPr/>
            </p:nvSpPr>
            <p:spPr bwMode="auto">
              <a:xfrm>
                <a:off x="4766987" y="3034780"/>
                <a:ext cx="58591" cy="29057"/>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2" name="íSļïḍè"/>
              <p:cNvSpPr/>
              <p:nvPr/>
            </p:nvSpPr>
            <p:spPr bwMode="auto">
              <a:xfrm>
                <a:off x="4765727" y="3007628"/>
                <a:ext cx="60481" cy="26675"/>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3" name="íṥḷîḋê"/>
              <p:cNvSpPr/>
              <p:nvPr/>
            </p:nvSpPr>
            <p:spPr bwMode="auto">
              <a:xfrm>
                <a:off x="4761947" y="2980953"/>
                <a:ext cx="58591" cy="33821"/>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4" name="íslíḋe"/>
              <p:cNvSpPr/>
              <p:nvPr/>
            </p:nvSpPr>
            <p:spPr bwMode="auto">
              <a:xfrm>
                <a:off x="4751867" y="2959041"/>
                <a:ext cx="57332" cy="33821"/>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5" name="íšľiḍe"/>
              <p:cNvSpPr/>
              <p:nvPr/>
            </p:nvSpPr>
            <p:spPr bwMode="auto">
              <a:xfrm>
                <a:off x="4739267" y="2929032"/>
                <a:ext cx="55442" cy="41442"/>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6" name="íṣḷíḓe"/>
              <p:cNvSpPr/>
              <p:nvPr/>
            </p:nvSpPr>
            <p:spPr bwMode="auto">
              <a:xfrm>
                <a:off x="4720366" y="2907596"/>
                <a:ext cx="56701" cy="50016"/>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7" name="îš1iďe"/>
              <p:cNvSpPr/>
              <p:nvPr/>
            </p:nvSpPr>
            <p:spPr bwMode="auto">
              <a:xfrm>
                <a:off x="4365038" y="3010963"/>
                <a:ext cx="37171" cy="55732"/>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8" name="î$ļïḑê"/>
              <p:cNvSpPr/>
              <p:nvPr/>
            </p:nvSpPr>
            <p:spPr bwMode="auto">
              <a:xfrm>
                <a:off x="4393389" y="3010963"/>
                <a:ext cx="39691" cy="55732"/>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9" name="ïśḷiḑè"/>
              <p:cNvSpPr/>
              <p:nvPr/>
            </p:nvSpPr>
            <p:spPr bwMode="auto">
              <a:xfrm>
                <a:off x="4387088" y="3044783"/>
                <a:ext cx="15751" cy="7145"/>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0" name="íslîďê"/>
              <p:cNvSpPr/>
              <p:nvPr/>
            </p:nvSpPr>
            <p:spPr bwMode="auto">
              <a:xfrm>
                <a:off x="4422999" y="3010963"/>
                <a:ext cx="37801" cy="55732"/>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1" name="ísļîḍê"/>
              <p:cNvSpPr/>
              <p:nvPr/>
            </p:nvSpPr>
            <p:spPr bwMode="auto">
              <a:xfrm>
                <a:off x="4451350" y="3010963"/>
                <a:ext cx="37171" cy="55732"/>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2" name="îsḻíďè"/>
              <p:cNvSpPr/>
              <p:nvPr/>
            </p:nvSpPr>
            <p:spPr bwMode="auto">
              <a:xfrm>
                <a:off x="4442530" y="3059074"/>
                <a:ext cx="15751" cy="7621"/>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3" name="îsliḓê"/>
              <p:cNvSpPr/>
              <p:nvPr/>
            </p:nvSpPr>
            <p:spPr bwMode="auto">
              <a:xfrm>
                <a:off x="4337317" y="2926174"/>
                <a:ext cx="308078" cy="15576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4" name="îṩlîḋe"/>
              <p:cNvSpPr/>
              <p:nvPr/>
            </p:nvSpPr>
            <p:spPr bwMode="auto">
              <a:xfrm>
                <a:off x="4535772" y="3005247"/>
                <a:ext cx="44101" cy="7526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5" name="ís1íďé"/>
              <p:cNvSpPr/>
              <p:nvPr/>
            </p:nvSpPr>
            <p:spPr bwMode="auto">
              <a:xfrm>
                <a:off x="4494821" y="2802801"/>
                <a:ext cx="66151" cy="59066"/>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6" name="isḻíḓê"/>
              <p:cNvSpPr/>
              <p:nvPr/>
            </p:nvSpPr>
            <p:spPr bwMode="auto">
              <a:xfrm>
                <a:off x="4574833" y="2817091"/>
                <a:ext cx="59221" cy="60972"/>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7" name="îsḷîḋè"/>
              <p:cNvSpPr/>
              <p:nvPr/>
            </p:nvSpPr>
            <p:spPr bwMode="auto">
              <a:xfrm>
                <a:off x="4341728" y="2816615"/>
                <a:ext cx="37801" cy="66688"/>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8" name="iṩľíḍè"/>
              <p:cNvSpPr/>
              <p:nvPr/>
            </p:nvSpPr>
            <p:spPr bwMode="auto">
              <a:xfrm>
                <a:off x="4647915" y="2836145"/>
                <a:ext cx="82532" cy="74786"/>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9" name="iṡliḓè"/>
              <p:cNvSpPr/>
              <p:nvPr/>
            </p:nvSpPr>
            <p:spPr bwMode="auto">
              <a:xfrm>
                <a:off x="4411659" y="2798038"/>
                <a:ext cx="60481" cy="7002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0" name="íşḷíḋè"/>
              <p:cNvSpPr/>
              <p:nvPr/>
            </p:nvSpPr>
            <p:spPr bwMode="auto">
              <a:xfrm>
                <a:off x="4265495" y="2840908"/>
                <a:ext cx="56071" cy="71928"/>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1" name="ïṧļîḑe"/>
              <p:cNvSpPr/>
              <p:nvPr/>
            </p:nvSpPr>
            <p:spPr bwMode="auto">
              <a:xfrm>
                <a:off x="4434339" y="3156247"/>
                <a:ext cx="115923" cy="16196"/>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2" name="îṧ1ïḍé"/>
              <p:cNvSpPr/>
              <p:nvPr/>
            </p:nvSpPr>
            <p:spPr bwMode="auto">
              <a:xfrm>
                <a:off x="4298256" y="3105279"/>
                <a:ext cx="387460" cy="40489"/>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3" name="iṡlídê"/>
              <p:cNvSpPr/>
              <p:nvPr/>
            </p:nvSpPr>
            <p:spPr bwMode="auto">
              <a:xfrm>
                <a:off x="4341097" y="3109566"/>
                <a:ext cx="195935" cy="28581"/>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4" name="íṧḷîḓé"/>
              <p:cNvSpPr/>
              <p:nvPr/>
            </p:nvSpPr>
            <p:spPr bwMode="auto">
              <a:xfrm>
                <a:off x="4541442" y="3110042"/>
                <a:ext cx="106473" cy="28581"/>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5" name="i$ľíḑe"/>
              <p:cNvSpPr/>
              <p:nvPr/>
            </p:nvSpPr>
            <p:spPr bwMode="auto">
              <a:xfrm>
                <a:off x="4283766" y="2880921"/>
                <a:ext cx="417070" cy="328201"/>
              </a:xfrm>
              <a:prstGeom prst="ellipse">
                <a:avLst/>
              </a:prstGeom>
              <a:noFill/>
              <a:ln w="14288"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6" name="íšḻíḋè"/>
              <p:cNvSpPr/>
              <p:nvPr/>
            </p:nvSpPr>
            <p:spPr bwMode="auto">
              <a:xfrm>
                <a:off x="4238405" y="2880921"/>
                <a:ext cx="507163" cy="328201"/>
              </a:xfrm>
              <a:prstGeom prst="ellipse">
                <a:avLst/>
              </a:prstGeom>
              <a:noFill/>
              <a:ln w="15875"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7" name="iSľîḍè"/>
              <p:cNvSpPr/>
              <p:nvPr/>
            </p:nvSpPr>
            <p:spPr bwMode="auto">
              <a:xfrm>
                <a:off x="4348028" y="2903785"/>
                <a:ext cx="288547" cy="6193"/>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8" name="iSľîḑe"/>
              <p:cNvSpPr/>
              <p:nvPr/>
            </p:nvSpPr>
            <p:spPr bwMode="auto">
              <a:xfrm>
                <a:off x="4351177" y="3181017"/>
                <a:ext cx="282247" cy="6669"/>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solidFill>
                <a:srgbClr val="005BAC"/>
              </a:solidFill>
              <a:ln w="9525">
                <a:no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sp>
        <p:nvSpPr>
          <p:cNvPr id="291" name="文本框 290"/>
          <p:cNvSpPr txBox="1"/>
          <p:nvPr userDrawn="1"/>
        </p:nvSpPr>
        <p:spPr>
          <a:xfrm>
            <a:off x="304647" y="6232973"/>
            <a:ext cx="2031325" cy="338554"/>
          </a:xfrm>
          <a:prstGeom prst="rect">
            <a:avLst/>
          </a:prstGeom>
          <a:noFill/>
        </p:spPr>
        <p:txBody>
          <a:bodyPr wrap="none" rtlCol="0">
            <a:spAutoFit/>
          </a:bodyPr>
          <a:lstStyle/>
          <a:p>
            <a:r>
              <a:rPr lang="zh-CN" altLang="en-US" sz="1600" dirty="0">
                <a:solidFill>
                  <a:schemeClr val="bg2">
                    <a:lumMod val="50000"/>
                  </a:schemeClr>
                </a:solidFill>
                <a:latin typeface="隶书" panose="02010509060101010101" pitchFamily="49" charset="-122"/>
                <a:ea typeface="隶书" panose="02010509060101010101" pitchFamily="49" charset="-122"/>
              </a:rPr>
              <a:t>明德厚学  求是创新</a:t>
            </a:r>
          </a:p>
        </p:txBody>
      </p:sp>
      <p:sp>
        <p:nvSpPr>
          <p:cNvPr id="293" name="灯片编号占位符 4"/>
          <p:cNvSpPr>
            <a:spLocks noGrp="1"/>
          </p:cNvSpPr>
          <p:nvPr>
            <p:ph type="sldNum" sz="quarter" idx="12"/>
          </p:nvPr>
        </p:nvSpPr>
        <p:spPr>
          <a:xfrm>
            <a:off x="8770767" y="6229766"/>
            <a:ext cx="2743200" cy="341761"/>
          </a:xfrm>
        </p:spPr>
        <p:txBody>
          <a:bodyPr/>
          <a:lstStyle>
            <a:lvl1pPr>
              <a:defRPr sz="1800" b="0">
                <a:solidFill>
                  <a:srgbClr val="0E647C"/>
                </a:solidFill>
                <a:latin typeface="微软雅黑" panose="020B0503020204020204" pitchFamily="34" charset="-122"/>
                <a:ea typeface="微软雅黑" panose="020B0503020204020204" pitchFamily="34" charset="-122"/>
              </a:defRPr>
            </a:lvl1pPr>
          </a:lstStyle>
          <a:p>
            <a:fld id="{1AAC388E-FA9E-4A2C-95EA-1F6B3A07935A}" type="slidenum">
              <a:rPr lang="zh-CN" altLang="en-US" smtClean="0"/>
              <a:t>‹#›</a:t>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Slide 2">
    <p:spTree>
      <p:nvGrpSpPr>
        <p:cNvPr id="1" name=""/>
        <p:cNvGrpSpPr/>
        <p:nvPr/>
      </p:nvGrpSpPr>
      <p:grpSpPr>
        <a:xfrm>
          <a:off x="0" y="0"/>
          <a:ext cx="0" cy="0"/>
          <a:chOff x="0" y="0"/>
          <a:chExt cx="0" cy="0"/>
        </a:xfrm>
      </p:grpSpPr>
      <p:sp>
        <p:nvSpPr>
          <p:cNvPr id="6" name="标题 1"/>
          <p:cNvSpPr>
            <a:spLocks noGrp="1"/>
          </p:cNvSpPr>
          <p:nvPr>
            <p:ph type="title"/>
          </p:nvPr>
        </p:nvSpPr>
        <p:spPr>
          <a:xfrm>
            <a:off x="718218" y="202011"/>
            <a:ext cx="8655953" cy="601075"/>
          </a:xfrm>
          <a:prstGeom prst="rect">
            <a:avLst/>
          </a:prstGeom>
        </p:spPr>
        <p:txBody>
          <a:bodyPr lIns="0" rIns="0" anchor="ctr">
            <a:normAutofit/>
          </a:bodyPr>
          <a:lstStyle>
            <a:lvl1pPr>
              <a:defRPr sz="32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cxnSp>
        <p:nvCxnSpPr>
          <p:cNvPr id="75" name="直接连接符 74"/>
          <p:cNvCxnSpPr/>
          <p:nvPr userDrawn="1"/>
        </p:nvCxnSpPr>
        <p:spPr>
          <a:xfrm>
            <a:off x="719833" y="803088"/>
            <a:ext cx="10790378" cy="0"/>
          </a:xfrm>
          <a:prstGeom prst="line">
            <a:avLst/>
          </a:prstGeom>
          <a:ln w="38100">
            <a:solidFill>
              <a:srgbClr val="0E647C"/>
            </a:solidFill>
          </a:ln>
        </p:spPr>
        <p:style>
          <a:lnRef idx="1">
            <a:schemeClr val="accent1"/>
          </a:lnRef>
          <a:fillRef idx="0">
            <a:schemeClr val="accent1"/>
          </a:fillRef>
          <a:effectRef idx="0">
            <a:schemeClr val="accent1"/>
          </a:effectRef>
          <a:fontRef idx="minor">
            <a:schemeClr val="tx1"/>
          </a:fontRef>
        </p:style>
      </p:cxnSp>
      <p:sp>
        <p:nvSpPr>
          <p:cNvPr id="76" name="矩形 75"/>
          <p:cNvSpPr/>
          <p:nvPr userDrawn="1"/>
        </p:nvSpPr>
        <p:spPr>
          <a:xfrm>
            <a:off x="304647" y="-5194"/>
            <a:ext cx="236852" cy="1205344"/>
          </a:xfrm>
          <a:prstGeom prst="rect">
            <a:avLst/>
          </a:prstGeom>
          <a:solidFill>
            <a:srgbClr val="0E6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0" name="组合 289"/>
          <p:cNvGrpSpPr/>
          <p:nvPr userDrawn="1"/>
        </p:nvGrpSpPr>
        <p:grpSpPr>
          <a:xfrm>
            <a:off x="9119233" y="235666"/>
            <a:ext cx="2297828" cy="440141"/>
            <a:chOff x="4350563" y="2799467"/>
            <a:chExt cx="2297828" cy="440141"/>
          </a:xfrm>
        </p:grpSpPr>
        <p:grpSp>
          <p:nvGrpSpPr>
            <p:cNvPr id="3" name="组合 2"/>
            <p:cNvGrpSpPr/>
            <p:nvPr userDrawn="1"/>
          </p:nvGrpSpPr>
          <p:grpSpPr>
            <a:xfrm>
              <a:off x="5012152" y="2799467"/>
              <a:ext cx="1636239" cy="440141"/>
              <a:chOff x="5012152" y="2799467"/>
              <a:chExt cx="1636239" cy="440141"/>
            </a:xfrm>
          </p:grpSpPr>
          <p:sp>
            <p:nvSpPr>
              <p:cNvPr id="185" name="ïślíḍê"/>
              <p:cNvSpPr/>
              <p:nvPr/>
            </p:nvSpPr>
            <p:spPr bwMode="auto">
              <a:xfrm>
                <a:off x="5012152" y="2799467"/>
                <a:ext cx="1628618" cy="332011"/>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6" name="íṡľîḍé"/>
              <p:cNvSpPr/>
              <p:nvPr/>
            </p:nvSpPr>
            <p:spPr bwMode="auto">
              <a:xfrm>
                <a:off x="5047878" y="3171490"/>
                <a:ext cx="41918" cy="52874"/>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7" name="iSlïḍê"/>
              <p:cNvSpPr/>
              <p:nvPr/>
            </p:nvSpPr>
            <p:spPr bwMode="auto">
              <a:xfrm>
                <a:off x="5100276" y="3185781"/>
                <a:ext cx="30962" cy="39060"/>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8" name="ïšḷîḋé"/>
              <p:cNvSpPr/>
              <p:nvPr/>
            </p:nvSpPr>
            <p:spPr bwMode="auto">
              <a:xfrm>
                <a:off x="5138859"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9" name="íšľíďê"/>
              <p:cNvSpPr/>
              <p:nvPr/>
            </p:nvSpPr>
            <p:spPr bwMode="auto">
              <a:xfrm>
                <a:off x="5179348" y="3185781"/>
                <a:ext cx="32391" cy="38584"/>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0" name="ïṩḻíďê"/>
              <p:cNvSpPr/>
              <p:nvPr/>
            </p:nvSpPr>
            <p:spPr bwMode="auto">
              <a:xfrm>
                <a:off x="5218885" y="3171490"/>
                <a:ext cx="31438"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1" name="iŝ1îďe"/>
              <p:cNvSpPr/>
              <p:nvPr/>
            </p:nvSpPr>
            <p:spPr bwMode="auto">
              <a:xfrm>
                <a:off x="5257469"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2" name="iṣ1îďé"/>
              <p:cNvSpPr/>
              <p:nvPr/>
            </p:nvSpPr>
            <p:spPr bwMode="auto">
              <a:xfrm>
                <a:off x="5300816"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3" name="íṥľïḍè"/>
              <p:cNvSpPr/>
              <p:nvPr/>
            </p:nvSpPr>
            <p:spPr bwMode="auto">
              <a:xfrm>
                <a:off x="5339876" y="3184352"/>
                <a:ext cx="33821"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4" name="î$1îďè"/>
              <p:cNvSpPr/>
              <p:nvPr/>
            </p:nvSpPr>
            <p:spPr bwMode="auto">
              <a:xfrm>
                <a:off x="5404183" y="3171490"/>
                <a:ext cx="41442" cy="53827"/>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5" name="íSľîḑê"/>
              <p:cNvSpPr/>
              <p:nvPr/>
            </p:nvSpPr>
            <p:spPr bwMode="auto">
              <a:xfrm>
                <a:off x="5456104"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6" name="ïṧ1iḓé"/>
              <p:cNvSpPr/>
              <p:nvPr/>
            </p:nvSpPr>
            <p:spPr bwMode="auto">
              <a:xfrm>
                <a:off x="5497546" y="3171490"/>
                <a:ext cx="6193" cy="52874"/>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7" name="îśḻîḍé"/>
              <p:cNvSpPr/>
              <p:nvPr/>
            </p:nvSpPr>
            <p:spPr bwMode="auto">
              <a:xfrm>
                <a:off x="5508978" y="3185781"/>
                <a:ext cx="35726" cy="38584"/>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8" name="íŝḻîḋè"/>
              <p:cNvSpPr/>
              <p:nvPr/>
            </p:nvSpPr>
            <p:spPr bwMode="auto">
              <a:xfrm>
                <a:off x="5548038" y="3184352"/>
                <a:ext cx="35249" cy="40489"/>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9" name="íS1íḓé"/>
              <p:cNvSpPr/>
              <p:nvPr/>
            </p:nvSpPr>
            <p:spPr bwMode="auto">
              <a:xfrm>
                <a:off x="5591862" y="3184352"/>
                <a:ext cx="19054" cy="40013"/>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0" name="ïṩḷîdê"/>
              <p:cNvSpPr/>
              <p:nvPr/>
            </p:nvSpPr>
            <p:spPr bwMode="auto">
              <a:xfrm>
                <a:off x="5612821" y="3184352"/>
                <a:ext cx="31915" cy="40489"/>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1" name="îṥ1iḓe"/>
              <p:cNvSpPr/>
              <p:nvPr/>
            </p:nvSpPr>
            <p:spPr bwMode="auto">
              <a:xfrm>
                <a:off x="5652358"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2" name="îSḷîḋe"/>
              <p:cNvSpPr/>
              <p:nvPr/>
            </p:nvSpPr>
            <p:spPr bwMode="auto">
              <a:xfrm>
                <a:off x="5664742" y="3174825"/>
                <a:ext cx="18101" cy="49540"/>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3" name="îşḷîḋè"/>
              <p:cNvSpPr/>
              <p:nvPr/>
            </p:nvSpPr>
            <p:spPr bwMode="auto">
              <a:xfrm>
                <a:off x="5684749" y="3185781"/>
                <a:ext cx="35249" cy="53827"/>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4" name="îṧḷiḋé"/>
              <p:cNvSpPr/>
              <p:nvPr/>
            </p:nvSpPr>
            <p:spPr bwMode="auto">
              <a:xfrm>
                <a:off x="5743815" y="3184352"/>
                <a:ext cx="36202"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5" name="ïṡ1íḍè"/>
              <p:cNvSpPr/>
              <p:nvPr/>
            </p:nvSpPr>
            <p:spPr bwMode="auto">
              <a:xfrm>
                <a:off x="5783352" y="3170538"/>
                <a:ext cx="18101" cy="53827"/>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6" name="ïslïdê"/>
              <p:cNvSpPr/>
              <p:nvPr/>
            </p:nvSpPr>
            <p:spPr bwMode="auto">
              <a:xfrm>
                <a:off x="5826699" y="3170062"/>
                <a:ext cx="41918" cy="55256"/>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7" name="íṡḻïďe"/>
              <p:cNvSpPr/>
              <p:nvPr/>
            </p:nvSpPr>
            <p:spPr bwMode="auto">
              <a:xfrm>
                <a:off x="5874810" y="3184352"/>
                <a:ext cx="32391" cy="40489"/>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8" name="îṣḷïďê"/>
              <p:cNvSpPr/>
              <p:nvPr/>
            </p:nvSpPr>
            <p:spPr bwMode="auto">
              <a:xfrm>
                <a:off x="5913870"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9" name="ïślîdè"/>
              <p:cNvSpPr/>
              <p:nvPr/>
            </p:nvSpPr>
            <p:spPr bwMode="auto">
              <a:xfrm>
                <a:off x="592816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0" name="iṥlîḋè"/>
              <p:cNvSpPr/>
              <p:nvPr/>
            </p:nvSpPr>
            <p:spPr bwMode="auto">
              <a:xfrm>
                <a:off x="5970555" y="3184352"/>
                <a:ext cx="31915"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1" name="iśḷîḓe"/>
              <p:cNvSpPr/>
              <p:nvPr/>
            </p:nvSpPr>
            <p:spPr bwMode="auto">
              <a:xfrm>
                <a:off x="6009138" y="3184352"/>
                <a:ext cx="33344"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2" name="ïṥḻïdê"/>
              <p:cNvSpPr/>
              <p:nvPr/>
            </p:nvSpPr>
            <p:spPr bwMode="auto">
              <a:xfrm>
                <a:off x="604677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3" name="íṧḷîḑé"/>
              <p:cNvSpPr/>
              <p:nvPr/>
            </p:nvSpPr>
            <p:spPr bwMode="auto">
              <a:xfrm>
                <a:off x="6128224"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4" name="îşľiḍe"/>
              <p:cNvSpPr/>
              <p:nvPr/>
            </p:nvSpPr>
            <p:spPr bwMode="auto">
              <a:xfrm>
                <a:off x="6171572"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5" name="iṩ1ïḓé"/>
              <p:cNvSpPr/>
              <p:nvPr/>
            </p:nvSpPr>
            <p:spPr bwMode="auto">
              <a:xfrm>
                <a:off x="6210155" y="3171490"/>
                <a:ext cx="34297" cy="53350"/>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6" name="îš1îḓé"/>
              <p:cNvSpPr/>
              <p:nvPr/>
            </p:nvSpPr>
            <p:spPr bwMode="auto">
              <a:xfrm>
                <a:off x="6270175" y="3171490"/>
                <a:ext cx="42871" cy="52874"/>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7" name="íşḻîdè"/>
              <p:cNvSpPr/>
              <p:nvPr/>
            </p:nvSpPr>
            <p:spPr bwMode="auto">
              <a:xfrm>
                <a:off x="6316856" y="3184352"/>
                <a:ext cx="34773"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8" name="i$1íḋè"/>
              <p:cNvSpPr/>
              <p:nvPr/>
            </p:nvSpPr>
            <p:spPr bwMode="auto">
              <a:xfrm>
                <a:off x="6356869" y="3184352"/>
                <a:ext cx="32868"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9" name="íṥḻîďe"/>
              <p:cNvSpPr/>
              <p:nvPr/>
            </p:nvSpPr>
            <p:spPr bwMode="auto">
              <a:xfrm>
                <a:off x="6396405" y="3171490"/>
                <a:ext cx="30962"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0" name="ïšḷîḍè"/>
              <p:cNvSpPr/>
              <p:nvPr/>
            </p:nvSpPr>
            <p:spPr bwMode="auto">
              <a:xfrm>
                <a:off x="6437371"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1" name="işḷídè"/>
              <p:cNvSpPr/>
              <p:nvPr/>
            </p:nvSpPr>
            <p:spPr bwMode="auto">
              <a:xfrm>
                <a:off x="6475955"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2" name="ïŝ1iḋé"/>
              <p:cNvSpPr/>
              <p:nvPr/>
            </p:nvSpPr>
            <p:spPr bwMode="auto">
              <a:xfrm>
                <a:off x="6519302" y="3171490"/>
                <a:ext cx="6669" cy="52874"/>
              </a:xfrm>
              <a:prstGeom prst="rect">
                <a:avLst/>
              </a:pr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3" name="îSḻidè"/>
              <p:cNvSpPr/>
              <p:nvPr/>
            </p:nvSpPr>
            <p:spPr bwMode="auto">
              <a:xfrm>
                <a:off x="6533116"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4" name="ïšlïḍè"/>
              <p:cNvSpPr/>
              <p:nvPr/>
            </p:nvSpPr>
            <p:spPr bwMode="auto">
              <a:xfrm>
                <a:off x="6574081" y="3184352"/>
                <a:ext cx="34297"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5" name="îşḻïḓê"/>
              <p:cNvSpPr/>
              <p:nvPr/>
            </p:nvSpPr>
            <p:spPr bwMode="auto">
              <a:xfrm>
                <a:off x="6613142" y="3185781"/>
                <a:ext cx="35249" cy="53827"/>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nvGrpSpPr>
            <p:cNvPr id="289" name="组合 288"/>
            <p:cNvGrpSpPr/>
            <p:nvPr userDrawn="1"/>
          </p:nvGrpSpPr>
          <p:grpSpPr>
            <a:xfrm>
              <a:off x="4350563" y="2818237"/>
              <a:ext cx="531058" cy="402600"/>
              <a:chOff x="4139492" y="2778031"/>
              <a:chExt cx="704987" cy="534457"/>
            </a:xfrm>
          </p:grpSpPr>
          <p:sp>
            <p:nvSpPr>
              <p:cNvPr id="226" name="iṧľiḑé"/>
              <p:cNvSpPr/>
              <p:nvPr/>
            </p:nvSpPr>
            <p:spPr bwMode="auto">
              <a:xfrm>
                <a:off x="4139492" y="2778031"/>
                <a:ext cx="704987" cy="534457"/>
              </a:xfrm>
              <a:prstGeom prst="ellipse">
                <a:avLst/>
              </a:prstGeom>
              <a:noFill/>
              <a:ln w="19050"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7" name="íšḻïḓé"/>
              <p:cNvSpPr/>
              <p:nvPr/>
            </p:nvSpPr>
            <p:spPr bwMode="auto">
              <a:xfrm>
                <a:off x="4198083" y="2909502"/>
                <a:ext cx="63002" cy="55256"/>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8" name="íSľiḑè"/>
              <p:cNvSpPr/>
              <p:nvPr/>
            </p:nvSpPr>
            <p:spPr bwMode="auto">
              <a:xfrm>
                <a:off x="4186113" y="2942370"/>
                <a:ext cx="57332" cy="47158"/>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9" name="íślïďe"/>
              <p:cNvSpPr/>
              <p:nvPr/>
            </p:nvSpPr>
            <p:spPr bwMode="auto">
              <a:xfrm>
                <a:off x="4170363" y="2958565"/>
                <a:ext cx="58591" cy="38108"/>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0" name="îšlide"/>
              <p:cNvSpPr/>
              <p:nvPr/>
            </p:nvSpPr>
            <p:spPr bwMode="auto">
              <a:xfrm>
                <a:off x="4165323" y="2988098"/>
                <a:ext cx="60481" cy="30962"/>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1" name="îṥḷíḓè"/>
              <p:cNvSpPr/>
              <p:nvPr/>
            </p:nvSpPr>
            <p:spPr bwMode="auto">
              <a:xfrm>
                <a:off x="4159022" y="3014297"/>
                <a:ext cx="60481" cy="33821"/>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2" name="ïš1ídé"/>
              <p:cNvSpPr/>
              <p:nvPr/>
            </p:nvSpPr>
            <p:spPr bwMode="auto">
              <a:xfrm>
                <a:off x="4159652" y="3046689"/>
                <a:ext cx="59852" cy="26199"/>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3" name="ïSľîďe"/>
              <p:cNvSpPr/>
              <p:nvPr/>
            </p:nvSpPr>
            <p:spPr bwMode="auto">
              <a:xfrm>
                <a:off x="4163433" y="3065266"/>
                <a:ext cx="63002" cy="36679"/>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4" name="îṡļiḑe"/>
              <p:cNvSpPr/>
              <p:nvPr/>
            </p:nvSpPr>
            <p:spPr bwMode="auto">
              <a:xfrm>
                <a:off x="4173513" y="3095276"/>
                <a:ext cx="57961" cy="36679"/>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5" name="íṡḷíḍé"/>
              <p:cNvSpPr/>
              <p:nvPr/>
            </p:nvSpPr>
            <p:spPr bwMode="auto">
              <a:xfrm>
                <a:off x="4203124" y="3122427"/>
                <a:ext cx="56071" cy="50016"/>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6" name="ísḷîḋe"/>
              <p:cNvSpPr/>
              <p:nvPr/>
            </p:nvSpPr>
            <p:spPr bwMode="auto">
              <a:xfrm>
                <a:off x="4219504" y="3144815"/>
                <a:ext cx="61742" cy="57161"/>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7" name="ïSlidé"/>
              <p:cNvSpPr/>
              <p:nvPr/>
            </p:nvSpPr>
            <p:spPr bwMode="auto">
              <a:xfrm>
                <a:off x="4248485" y="3164345"/>
                <a:ext cx="42841" cy="53827"/>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8" name="iSlîďê"/>
              <p:cNvSpPr/>
              <p:nvPr/>
            </p:nvSpPr>
            <p:spPr bwMode="auto">
              <a:xfrm>
                <a:off x="4271165" y="3173396"/>
                <a:ext cx="44732" cy="56209"/>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9" name="îS1iḑé"/>
              <p:cNvSpPr/>
              <p:nvPr/>
            </p:nvSpPr>
            <p:spPr bwMode="auto">
              <a:xfrm>
                <a:off x="4288806" y="3188162"/>
                <a:ext cx="47251" cy="60496"/>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0" name="îṡ1îďè"/>
              <p:cNvSpPr/>
              <p:nvPr/>
            </p:nvSpPr>
            <p:spPr bwMode="auto">
              <a:xfrm>
                <a:off x="4310856" y="3198642"/>
                <a:ext cx="42841" cy="62877"/>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1" name="îṩļíďê"/>
              <p:cNvSpPr/>
              <p:nvPr/>
            </p:nvSpPr>
            <p:spPr bwMode="auto">
              <a:xfrm>
                <a:off x="4338577" y="3209598"/>
                <a:ext cx="33391" cy="58114"/>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2" name="î$ḷíḑê"/>
              <p:cNvSpPr/>
              <p:nvPr/>
            </p:nvSpPr>
            <p:spPr bwMode="auto">
              <a:xfrm>
                <a:off x="4356847" y="3214838"/>
                <a:ext cx="28980" cy="58114"/>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3" name="ïṩlïďè"/>
              <p:cNvSpPr/>
              <p:nvPr/>
            </p:nvSpPr>
            <p:spPr bwMode="auto">
              <a:xfrm>
                <a:off x="4378268" y="3218172"/>
                <a:ext cx="32131" cy="60020"/>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4" name="ïšļïďè"/>
              <p:cNvSpPr/>
              <p:nvPr/>
            </p:nvSpPr>
            <p:spPr bwMode="auto">
              <a:xfrm>
                <a:off x="4407249" y="3225317"/>
                <a:ext cx="29611" cy="60020"/>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5" name="î$ļidê"/>
              <p:cNvSpPr/>
              <p:nvPr/>
            </p:nvSpPr>
            <p:spPr bwMode="auto">
              <a:xfrm>
                <a:off x="4445679" y="3231986"/>
                <a:ext cx="25831" cy="60020"/>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6" name="iṡlïḍé"/>
              <p:cNvSpPr/>
              <p:nvPr/>
            </p:nvSpPr>
            <p:spPr bwMode="auto">
              <a:xfrm>
                <a:off x="4469620" y="3233892"/>
                <a:ext cx="20791" cy="57161"/>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7" name="iṧ1íďé"/>
              <p:cNvSpPr/>
              <p:nvPr/>
            </p:nvSpPr>
            <p:spPr bwMode="auto">
              <a:xfrm>
                <a:off x="4505531" y="3234368"/>
                <a:ext cx="21421" cy="59543"/>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8" name="iśľiḋe"/>
              <p:cNvSpPr/>
              <p:nvPr/>
            </p:nvSpPr>
            <p:spPr bwMode="auto">
              <a:xfrm>
                <a:off x="4524432" y="3232939"/>
                <a:ext cx="25831" cy="59543"/>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9" name="íṧľîḓê"/>
              <p:cNvSpPr/>
              <p:nvPr/>
            </p:nvSpPr>
            <p:spPr bwMode="auto">
              <a:xfrm>
                <a:off x="4544592" y="3229604"/>
                <a:ext cx="22681" cy="58590"/>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0" name="ïṧļíďê"/>
              <p:cNvSpPr/>
              <p:nvPr/>
            </p:nvSpPr>
            <p:spPr bwMode="auto">
              <a:xfrm>
                <a:off x="4558453" y="3223412"/>
                <a:ext cx="35281" cy="60496"/>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1" name="íṣlïḋe"/>
              <p:cNvSpPr/>
              <p:nvPr/>
            </p:nvSpPr>
            <p:spPr bwMode="auto">
              <a:xfrm>
                <a:off x="4581133" y="3216743"/>
                <a:ext cx="37801" cy="62401"/>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2" name="îšḻîḓe"/>
              <p:cNvSpPr/>
              <p:nvPr/>
            </p:nvSpPr>
            <p:spPr bwMode="auto">
              <a:xfrm>
                <a:off x="4612003" y="3210551"/>
                <a:ext cx="30241" cy="59543"/>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3" name="íṥḻïḑé"/>
              <p:cNvSpPr/>
              <p:nvPr/>
            </p:nvSpPr>
            <p:spPr bwMode="auto">
              <a:xfrm>
                <a:off x="4630274" y="3202453"/>
                <a:ext cx="40951" cy="60972"/>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4" name="ïśḻíḑè"/>
              <p:cNvSpPr/>
              <p:nvPr/>
            </p:nvSpPr>
            <p:spPr bwMode="auto">
              <a:xfrm>
                <a:off x="4670595" y="3188162"/>
                <a:ext cx="40321" cy="58114"/>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5" name="íṥļidé"/>
              <p:cNvSpPr/>
              <p:nvPr/>
            </p:nvSpPr>
            <p:spPr bwMode="auto">
              <a:xfrm>
                <a:off x="4677525" y="3168156"/>
                <a:ext cx="52921" cy="63353"/>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6" name="ïšḻíďe"/>
              <p:cNvSpPr/>
              <p:nvPr/>
            </p:nvSpPr>
            <p:spPr bwMode="auto">
              <a:xfrm>
                <a:off x="4703986" y="3157200"/>
                <a:ext cx="44732" cy="55732"/>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7" name="íś1iḑè"/>
              <p:cNvSpPr/>
              <p:nvPr/>
            </p:nvSpPr>
            <p:spPr bwMode="auto">
              <a:xfrm>
                <a:off x="4727297" y="3125762"/>
                <a:ext cx="56701" cy="48111"/>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8" name="iṧ1iḋe"/>
              <p:cNvSpPr/>
              <p:nvPr/>
            </p:nvSpPr>
            <p:spPr bwMode="auto">
              <a:xfrm>
                <a:off x="4741157" y="3108137"/>
                <a:ext cx="60481" cy="48111"/>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9" name="ïşliḍé"/>
              <p:cNvSpPr/>
              <p:nvPr/>
            </p:nvSpPr>
            <p:spPr bwMode="auto">
              <a:xfrm>
                <a:off x="4756278" y="3090989"/>
                <a:ext cx="57332" cy="34773"/>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0" name="ïşḻïḑé"/>
              <p:cNvSpPr/>
              <p:nvPr/>
            </p:nvSpPr>
            <p:spPr bwMode="auto">
              <a:xfrm>
                <a:off x="4760687" y="3062884"/>
                <a:ext cx="61742" cy="39536"/>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1" name="îṡḷíḓê"/>
              <p:cNvSpPr/>
              <p:nvPr/>
            </p:nvSpPr>
            <p:spPr bwMode="auto">
              <a:xfrm>
                <a:off x="4766987" y="3034780"/>
                <a:ext cx="58591" cy="29057"/>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2" name="íSļïḍè"/>
              <p:cNvSpPr/>
              <p:nvPr/>
            </p:nvSpPr>
            <p:spPr bwMode="auto">
              <a:xfrm>
                <a:off x="4765727" y="3007628"/>
                <a:ext cx="60481" cy="26675"/>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3" name="íṥḷîḋê"/>
              <p:cNvSpPr/>
              <p:nvPr/>
            </p:nvSpPr>
            <p:spPr bwMode="auto">
              <a:xfrm>
                <a:off x="4761947" y="2980953"/>
                <a:ext cx="58591" cy="33821"/>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4" name="íslíḋe"/>
              <p:cNvSpPr/>
              <p:nvPr/>
            </p:nvSpPr>
            <p:spPr bwMode="auto">
              <a:xfrm>
                <a:off x="4751867" y="2959041"/>
                <a:ext cx="57332" cy="33821"/>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5" name="íšľiḍe"/>
              <p:cNvSpPr/>
              <p:nvPr/>
            </p:nvSpPr>
            <p:spPr bwMode="auto">
              <a:xfrm>
                <a:off x="4739267" y="2929032"/>
                <a:ext cx="55442" cy="41442"/>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6" name="íṣḷíḓe"/>
              <p:cNvSpPr/>
              <p:nvPr/>
            </p:nvSpPr>
            <p:spPr bwMode="auto">
              <a:xfrm>
                <a:off x="4720366" y="2907596"/>
                <a:ext cx="56701" cy="50016"/>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7" name="îš1iďe"/>
              <p:cNvSpPr/>
              <p:nvPr/>
            </p:nvSpPr>
            <p:spPr bwMode="auto">
              <a:xfrm>
                <a:off x="4365038" y="3010963"/>
                <a:ext cx="37171" cy="55732"/>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8" name="î$ļïḑê"/>
              <p:cNvSpPr/>
              <p:nvPr/>
            </p:nvSpPr>
            <p:spPr bwMode="auto">
              <a:xfrm>
                <a:off x="4393389" y="3010963"/>
                <a:ext cx="39691" cy="55732"/>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9" name="ïśḷiḑè"/>
              <p:cNvSpPr/>
              <p:nvPr/>
            </p:nvSpPr>
            <p:spPr bwMode="auto">
              <a:xfrm>
                <a:off x="4387088" y="3044783"/>
                <a:ext cx="15751" cy="7145"/>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0" name="íslîďê"/>
              <p:cNvSpPr/>
              <p:nvPr/>
            </p:nvSpPr>
            <p:spPr bwMode="auto">
              <a:xfrm>
                <a:off x="4422999" y="3010963"/>
                <a:ext cx="37801" cy="55732"/>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1" name="ísļîḍê"/>
              <p:cNvSpPr/>
              <p:nvPr/>
            </p:nvSpPr>
            <p:spPr bwMode="auto">
              <a:xfrm>
                <a:off x="4451350" y="3010963"/>
                <a:ext cx="37171" cy="55732"/>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2" name="îsḻíďè"/>
              <p:cNvSpPr/>
              <p:nvPr/>
            </p:nvSpPr>
            <p:spPr bwMode="auto">
              <a:xfrm>
                <a:off x="4442530" y="3059074"/>
                <a:ext cx="15751" cy="7621"/>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3" name="îsliḓê"/>
              <p:cNvSpPr/>
              <p:nvPr/>
            </p:nvSpPr>
            <p:spPr bwMode="auto">
              <a:xfrm>
                <a:off x="4337317" y="2926174"/>
                <a:ext cx="308078" cy="15576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4" name="îṩlîḋe"/>
              <p:cNvSpPr/>
              <p:nvPr/>
            </p:nvSpPr>
            <p:spPr bwMode="auto">
              <a:xfrm>
                <a:off x="4535772" y="3005247"/>
                <a:ext cx="44101" cy="7526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5" name="ís1íďé"/>
              <p:cNvSpPr/>
              <p:nvPr/>
            </p:nvSpPr>
            <p:spPr bwMode="auto">
              <a:xfrm>
                <a:off x="4494821" y="2802801"/>
                <a:ext cx="66151" cy="59066"/>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6" name="isḻíḓê"/>
              <p:cNvSpPr/>
              <p:nvPr/>
            </p:nvSpPr>
            <p:spPr bwMode="auto">
              <a:xfrm>
                <a:off x="4574833" y="2817091"/>
                <a:ext cx="59221" cy="60972"/>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7" name="îsḷîḋè"/>
              <p:cNvSpPr/>
              <p:nvPr/>
            </p:nvSpPr>
            <p:spPr bwMode="auto">
              <a:xfrm>
                <a:off x="4341728" y="2816615"/>
                <a:ext cx="37801" cy="66688"/>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8" name="iṩľíḍè"/>
              <p:cNvSpPr/>
              <p:nvPr/>
            </p:nvSpPr>
            <p:spPr bwMode="auto">
              <a:xfrm>
                <a:off x="4647915" y="2836145"/>
                <a:ext cx="82532" cy="74786"/>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9" name="iṡliḓè"/>
              <p:cNvSpPr/>
              <p:nvPr/>
            </p:nvSpPr>
            <p:spPr bwMode="auto">
              <a:xfrm>
                <a:off x="4411659" y="2798038"/>
                <a:ext cx="60481" cy="7002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0" name="íşḷíḋè"/>
              <p:cNvSpPr/>
              <p:nvPr/>
            </p:nvSpPr>
            <p:spPr bwMode="auto">
              <a:xfrm>
                <a:off x="4265495" y="2840908"/>
                <a:ext cx="56071" cy="71928"/>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1" name="ïṧļîḑe"/>
              <p:cNvSpPr/>
              <p:nvPr/>
            </p:nvSpPr>
            <p:spPr bwMode="auto">
              <a:xfrm>
                <a:off x="4434339" y="3156247"/>
                <a:ext cx="115923" cy="16196"/>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2" name="îṧ1ïḍé"/>
              <p:cNvSpPr/>
              <p:nvPr/>
            </p:nvSpPr>
            <p:spPr bwMode="auto">
              <a:xfrm>
                <a:off x="4298256" y="3105279"/>
                <a:ext cx="387460" cy="40489"/>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3" name="iṡlídê"/>
              <p:cNvSpPr/>
              <p:nvPr/>
            </p:nvSpPr>
            <p:spPr bwMode="auto">
              <a:xfrm>
                <a:off x="4341097" y="3109566"/>
                <a:ext cx="195935" cy="28581"/>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4" name="íṧḷîḓé"/>
              <p:cNvSpPr/>
              <p:nvPr/>
            </p:nvSpPr>
            <p:spPr bwMode="auto">
              <a:xfrm>
                <a:off x="4541442" y="3110042"/>
                <a:ext cx="106473" cy="28581"/>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5" name="i$ľíḑe"/>
              <p:cNvSpPr/>
              <p:nvPr/>
            </p:nvSpPr>
            <p:spPr bwMode="auto">
              <a:xfrm>
                <a:off x="4283766" y="2880921"/>
                <a:ext cx="417070" cy="328201"/>
              </a:xfrm>
              <a:prstGeom prst="ellipse">
                <a:avLst/>
              </a:prstGeom>
              <a:noFill/>
              <a:ln w="14288"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6" name="íšḻíḋè"/>
              <p:cNvSpPr/>
              <p:nvPr/>
            </p:nvSpPr>
            <p:spPr bwMode="auto">
              <a:xfrm>
                <a:off x="4238405" y="2880921"/>
                <a:ext cx="507163" cy="328201"/>
              </a:xfrm>
              <a:prstGeom prst="ellipse">
                <a:avLst/>
              </a:prstGeom>
              <a:noFill/>
              <a:ln w="15875"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7" name="iSľîḍè"/>
              <p:cNvSpPr/>
              <p:nvPr/>
            </p:nvSpPr>
            <p:spPr bwMode="auto">
              <a:xfrm>
                <a:off x="4348028" y="2903785"/>
                <a:ext cx="288547" cy="6193"/>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8" name="iSľîḑe"/>
              <p:cNvSpPr/>
              <p:nvPr/>
            </p:nvSpPr>
            <p:spPr bwMode="auto">
              <a:xfrm>
                <a:off x="4351177" y="3181017"/>
                <a:ext cx="282247" cy="6669"/>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solidFill>
                <a:srgbClr val="005BAC"/>
              </a:solidFill>
              <a:ln w="9525">
                <a:no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sp>
        <p:nvSpPr>
          <p:cNvPr id="291" name="文本框 290"/>
          <p:cNvSpPr txBox="1"/>
          <p:nvPr userDrawn="1"/>
        </p:nvSpPr>
        <p:spPr>
          <a:xfrm>
            <a:off x="304647" y="6232973"/>
            <a:ext cx="2031325" cy="338554"/>
          </a:xfrm>
          <a:prstGeom prst="rect">
            <a:avLst/>
          </a:prstGeom>
          <a:noFill/>
        </p:spPr>
        <p:txBody>
          <a:bodyPr wrap="none" rtlCol="0">
            <a:spAutoFit/>
          </a:bodyPr>
          <a:lstStyle/>
          <a:p>
            <a:r>
              <a:rPr lang="zh-CN" altLang="en-US" sz="1600" dirty="0">
                <a:solidFill>
                  <a:schemeClr val="bg2">
                    <a:lumMod val="50000"/>
                  </a:schemeClr>
                </a:solidFill>
                <a:latin typeface="隶书" panose="02010509060101010101" pitchFamily="49" charset="-122"/>
                <a:ea typeface="隶书" panose="02010509060101010101" pitchFamily="49" charset="-122"/>
              </a:rPr>
              <a:t>明德厚学  求是创新</a:t>
            </a:r>
          </a:p>
        </p:txBody>
      </p:sp>
      <p:sp>
        <p:nvSpPr>
          <p:cNvPr id="293" name="灯片编号占位符 4"/>
          <p:cNvSpPr>
            <a:spLocks noGrp="1"/>
          </p:cNvSpPr>
          <p:nvPr>
            <p:ph type="sldNum" sz="quarter" idx="12"/>
          </p:nvPr>
        </p:nvSpPr>
        <p:spPr>
          <a:xfrm>
            <a:off x="8770767" y="6229766"/>
            <a:ext cx="2743200" cy="341761"/>
          </a:xfrm>
        </p:spPr>
        <p:txBody>
          <a:bodyPr/>
          <a:lstStyle>
            <a:lvl1pPr>
              <a:defRPr sz="1800" b="0">
                <a:solidFill>
                  <a:srgbClr val="0E647C"/>
                </a:solidFill>
                <a:latin typeface="微软雅黑" panose="020B0503020204020204" pitchFamily="34" charset="-122"/>
                <a:ea typeface="微软雅黑" panose="020B0503020204020204" pitchFamily="34" charset="-122"/>
              </a:defRPr>
            </a:lvl1pPr>
          </a:lstStyle>
          <a:p>
            <a:fld id="{1AAC388E-FA9E-4A2C-95EA-1F6B3A07935A}" type="slidenum">
              <a:rPr lang="zh-CN" altLang="en-US" smtClean="0"/>
              <a:t>‹#›</a:t>
            </a:fld>
            <a:endParaRPr lang="zh-CN" altLang="en-US" dirty="0"/>
          </a:p>
        </p:txBody>
      </p:sp>
      <p:sp>
        <p:nvSpPr>
          <p:cNvPr id="302" name="文本占位符 301"/>
          <p:cNvSpPr>
            <a:spLocks noGrp="1"/>
          </p:cNvSpPr>
          <p:nvPr>
            <p:ph type="body" sz="quarter" idx="13" hasCustomPrompt="1"/>
          </p:nvPr>
        </p:nvSpPr>
        <p:spPr>
          <a:xfrm>
            <a:off x="725026" y="835297"/>
            <a:ext cx="1300927"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lang="en-US" altLang="zh-CN" dirty="0"/>
              <a:t>1</a:t>
            </a:r>
            <a:endParaRPr lang="zh-CN" altLang="en-US" dirty="0"/>
          </a:p>
        </p:txBody>
      </p:sp>
      <p:sp>
        <p:nvSpPr>
          <p:cNvPr id="303" name="文本占位符 301"/>
          <p:cNvSpPr>
            <a:spLocks noGrp="1"/>
          </p:cNvSpPr>
          <p:nvPr>
            <p:ph type="body" sz="quarter" idx="14" hasCustomPrompt="1"/>
          </p:nvPr>
        </p:nvSpPr>
        <p:spPr>
          <a:xfrm>
            <a:off x="2452227" y="835297"/>
            <a:ext cx="1300927"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lang="en-US" altLang="zh-CN" dirty="0"/>
              <a:t>2</a:t>
            </a:r>
            <a:endParaRPr lang="zh-CN" altLang="en-US" dirty="0"/>
          </a:p>
        </p:txBody>
      </p:sp>
      <p:sp>
        <p:nvSpPr>
          <p:cNvPr id="304" name="文本占位符 301"/>
          <p:cNvSpPr>
            <a:spLocks noGrp="1"/>
          </p:cNvSpPr>
          <p:nvPr>
            <p:ph type="body" sz="quarter" idx="15" hasCustomPrompt="1"/>
          </p:nvPr>
        </p:nvSpPr>
        <p:spPr>
          <a:xfrm>
            <a:off x="4179426" y="835297"/>
            <a:ext cx="1300927"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lang="en-US" altLang="zh-CN" dirty="0"/>
              <a:t>3</a:t>
            </a:r>
            <a:endParaRPr lang="zh-CN" altLang="en-US" dirty="0"/>
          </a:p>
        </p:txBody>
      </p:sp>
      <p:sp>
        <p:nvSpPr>
          <p:cNvPr id="305" name="等腰三角形 304"/>
          <p:cNvSpPr/>
          <p:nvPr userDrawn="1"/>
        </p:nvSpPr>
        <p:spPr>
          <a:xfrm rot="5400000">
            <a:off x="2163618" y="974200"/>
            <a:ext cx="150944" cy="128594"/>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7" name="等腰三角形 306"/>
          <p:cNvSpPr/>
          <p:nvPr userDrawn="1"/>
        </p:nvSpPr>
        <p:spPr>
          <a:xfrm rot="5400000">
            <a:off x="3890818" y="974200"/>
            <a:ext cx="150944" cy="128594"/>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lide 2">
    <p:spTree>
      <p:nvGrpSpPr>
        <p:cNvPr id="1" name=""/>
        <p:cNvGrpSpPr/>
        <p:nvPr/>
      </p:nvGrpSpPr>
      <p:grpSpPr>
        <a:xfrm>
          <a:off x="0" y="0"/>
          <a:ext cx="0" cy="0"/>
          <a:chOff x="0" y="0"/>
          <a:chExt cx="0" cy="0"/>
        </a:xfrm>
      </p:grpSpPr>
      <p:sp>
        <p:nvSpPr>
          <p:cNvPr id="6" name="标题 1"/>
          <p:cNvSpPr>
            <a:spLocks noGrp="1"/>
          </p:cNvSpPr>
          <p:nvPr>
            <p:ph type="title"/>
          </p:nvPr>
        </p:nvSpPr>
        <p:spPr>
          <a:xfrm>
            <a:off x="718218" y="202011"/>
            <a:ext cx="8655953" cy="601075"/>
          </a:xfrm>
          <a:prstGeom prst="rect">
            <a:avLst/>
          </a:prstGeom>
        </p:spPr>
        <p:txBody>
          <a:bodyPr lIns="0" rIns="0" anchor="ctr">
            <a:normAutofit/>
          </a:bodyPr>
          <a:lstStyle>
            <a:lvl1pPr>
              <a:defRPr sz="32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cxnSp>
        <p:nvCxnSpPr>
          <p:cNvPr id="75" name="直接连接符 74"/>
          <p:cNvCxnSpPr/>
          <p:nvPr userDrawn="1"/>
        </p:nvCxnSpPr>
        <p:spPr>
          <a:xfrm>
            <a:off x="719833" y="803088"/>
            <a:ext cx="10790378" cy="0"/>
          </a:xfrm>
          <a:prstGeom prst="line">
            <a:avLst/>
          </a:prstGeom>
          <a:ln w="38100">
            <a:solidFill>
              <a:srgbClr val="0E647C"/>
            </a:solidFill>
          </a:ln>
        </p:spPr>
        <p:style>
          <a:lnRef idx="1">
            <a:schemeClr val="accent1"/>
          </a:lnRef>
          <a:fillRef idx="0">
            <a:schemeClr val="accent1"/>
          </a:fillRef>
          <a:effectRef idx="0">
            <a:schemeClr val="accent1"/>
          </a:effectRef>
          <a:fontRef idx="minor">
            <a:schemeClr val="tx1"/>
          </a:fontRef>
        </p:style>
      </p:cxnSp>
      <p:sp>
        <p:nvSpPr>
          <p:cNvPr id="76" name="矩形 75"/>
          <p:cNvSpPr/>
          <p:nvPr userDrawn="1"/>
        </p:nvSpPr>
        <p:spPr>
          <a:xfrm>
            <a:off x="304647" y="-5194"/>
            <a:ext cx="236852" cy="1205344"/>
          </a:xfrm>
          <a:prstGeom prst="rect">
            <a:avLst/>
          </a:prstGeom>
          <a:solidFill>
            <a:srgbClr val="0E6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0" name="组合 289"/>
          <p:cNvGrpSpPr/>
          <p:nvPr userDrawn="1"/>
        </p:nvGrpSpPr>
        <p:grpSpPr>
          <a:xfrm>
            <a:off x="9119233" y="235666"/>
            <a:ext cx="2297828" cy="440141"/>
            <a:chOff x="4350563" y="2799467"/>
            <a:chExt cx="2297828" cy="440141"/>
          </a:xfrm>
        </p:grpSpPr>
        <p:grpSp>
          <p:nvGrpSpPr>
            <p:cNvPr id="3" name="组合 2"/>
            <p:cNvGrpSpPr/>
            <p:nvPr userDrawn="1"/>
          </p:nvGrpSpPr>
          <p:grpSpPr>
            <a:xfrm>
              <a:off x="5012152" y="2799467"/>
              <a:ext cx="1636239" cy="440141"/>
              <a:chOff x="5012152" y="2799467"/>
              <a:chExt cx="1636239" cy="440141"/>
            </a:xfrm>
          </p:grpSpPr>
          <p:sp>
            <p:nvSpPr>
              <p:cNvPr id="185" name="ïślíḍê"/>
              <p:cNvSpPr/>
              <p:nvPr/>
            </p:nvSpPr>
            <p:spPr bwMode="auto">
              <a:xfrm>
                <a:off x="5012152" y="2799467"/>
                <a:ext cx="1628618" cy="332011"/>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6" name="íṡľîḍé"/>
              <p:cNvSpPr/>
              <p:nvPr/>
            </p:nvSpPr>
            <p:spPr bwMode="auto">
              <a:xfrm>
                <a:off x="5047878" y="3171490"/>
                <a:ext cx="41918" cy="52874"/>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7" name="iSlïḍê"/>
              <p:cNvSpPr/>
              <p:nvPr/>
            </p:nvSpPr>
            <p:spPr bwMode="auto">
              <a:xfrm>
                <a:off x="5100276" y="3185781"/>
                <a:ext cx="30962" cy="39060"/>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8" name="ïšḷîḋé"/>
              <p:cNvSpPr/>
              <p:nvPr/>
            </p:nvSpPr>
            <p:spPr bwMode="auto">
              <a:xfrm>
                <a:off x="5138859"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89" name="íšľíďê"/>
              <p:cNvSpPr/>
              <p:nvPr/>
            </p:nvSpPr>
            <p:spPr bwMode="auto">
              <a:xfrm>
                <a:off x="5179348" y="3185781"/>
                <a:ext cx="32391" cy="38584"/>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0" name="ïṩḻíďê"/>
              <p:cNvSpPr/>
              <p:nvPr/>
            </p:nvSpPr>
            <p:spPr bwMode="auto">
              <a:xfrm>
                <a:off x="5218885" y="3171490"/>
                <a:ext cx="31438"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1" name="iŝ1îďe"/>
              <p:cNvSpPr/>
              <p:nvPr/>
            </p:nvSpPr>
            <p:spPr bwMode="auto">
              <a:xfrm>
                <a:off x="5257469"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2" name="iṣ1îďé"/>
              <p:cNvSpPr/>
              <p:nvPr/>
            </p:nvSpPr>
            <p:spPr bwMode="auto">
              <a:xfrm>
                <a:off x="5300816"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3" name="íṥľïḍè"/>
              <p:cNvSpPr/>
              <p:nvPr/>
            </p:nvSpPr>
            <p:spPr bwMode="auto">
              <a:xfrm>
                <a:off x="5339876" y="3184352"/>
                <a:ext cx="33821"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4" name="î$1îďè"/>
              <p:cNvSpPr/>
              <p:nvPr/>
            </p:nvSpPr>
            <p:spPr bwMode="auto">
              <a:xfrm>
                <a:off x="5404183" y="3171490"/>
                <a:ext cx="41442" cy="53827"/>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5" name="íSľîḑê"/>
              <p:cNvSpPr/>
              <p:nvPr/>
            </p:nvSpPr>
            <p:spPr bwMode="auto">
              <a:xfrm>
                <a:off x="5456104"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6" name="ïṧ1iḓé"/>
              <p:cNvSpPr/>
              <p:nvPr/>
            </p:nvSpPr>
            <p:spPr bwMode="auto">
              <a:xfrm>
                <a:off x="5497546" y="3171490"/>
                <a:ext cx="6193" cy="52874"/>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7" name="îśḻîḍé"/>
              <p:cNvSpPr/>
              <p:nvPr/>
            </p:nvSpPr>
            <p:spPr bwMode="auto">
              <a:xfrm>
                <a:off x="5508978" y="3185781"/>
                <a:ext cx="35726" cy="38584"/>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8" name="íŝḻîḋè"/>
              <p:cNvSpPr/>
              <p:nvPr/>
            </p:nvSpPr>
            <p:spPr bwMode="auto">
              <a:xfrm>
                <a:off x="5548038" y="3184352"/>
                <a:ext cx="35249" cy="40489"/>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199" name="íS1íḓé"/>
              <p:cNvSpPr/>
              <p:nvPr/>
            </p:nvSpPr>
            <p:spPr bwMode="auto">
              <a:xfrm>
                <a:off x="5591862" y="3184352"/>
                <a:ext cx="19054" cy="40013"/>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0" name="ïṩḷîdê"/>
              <p:cNvSpPr/>
              <p:nvPr/>
            </p:nvSpPr>
            <p:spPr bwMode="auto">
              <a:xfrm>
                <a:off x="5612821" y="3184352"/>
                <a:ext cx="31915" cy="40489"/>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1" name="îṥ1iḓe"/>
              <p:cNvSpPr/>
              <p:nvPr/>
            </p:nvSpPr>
            <p:spPr bwMode="auto">
              <a:xfrm>
                <a:off x="5652358"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2" name="îSḷîḋe"/>
              <p:cNvSpPr/>
              <p:nvPr/>
            </p:nvSpPr>
            <p:spPr bwMode="auto">
              <a:xfrm>
                <a:off x="5664742" y="3174825"/>
                <a:ext cx="18101" cy="49540"/>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3" name="îşḷîḋè"/>
              <p:cNvSpPr/>
              <p:nvPr/>
            </p:nvSpPr>
            <p:spPr bwMode="auto">
              <a:xfrm>
                <a:off x="5684749" y="3185781"/>
                <a:ext cx="35249" cy="53827"/>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4" name="îṧḷiḋé"/>
              <p:cNvSpPr/>
              <p:nvPr/>
            </p:nvSpPr>
            <p:spPr bwMode="auto">
              <a:xfrm>
                <a:off x="5743815" y="3184352"/>
                <a:ext cx="36202"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5" name="ïṡ1íḍè"/>
              <p:cNvSpPr/>
              <p:nvPr/>
            </p:nvSpPr>
            <p:spPr bwMode="auto">
              <a:xfrm>
                <a:off x="5783352" y="3170538"/>
                <a:ext cx="18101" cy="53827"/>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6" name="ïslïdê"/>
              <p:cNvSpPr/>
              <p:nvPr/>
            </p:nvSpPr>
            <p:spPr bwMode="auto">
              <a:xfrm>
                <a:off x="5826699" y="3170062"/>
                <a:ext cx="41918" cy="55256"/>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7" name="íṡḻïďe"/>
              <p:cNvSpPr/>
              <p:nvPr/>
            </p:nvSpPr>
            <p:spPr bwMode="auto">
              <a:xfrm>
                <a:off x="5874810" y="3184352"/>
                <a:ext cx="32391" cy="40489"/>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8" name="îṣḷïďê"/>
              <p:cNvSpPr/>
              <p:nvPr/>
            </p:nvSpPr>
            <p:spPr bwMode="auto">
              <a:xfrm>
                <a:off x="5913870" y="3171490"/>
                <a:ext cx="6669" cy="52874"/>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09" name="ïślîdè"/>
              <p:cNvSpPr/>
              <p:nvPr/>
            </p:nvSpPr>
            <p:spPr bwMode="auto">
              <a:xfrm>
                <a:off x="592816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0" name="iṥlîḋè"/>
              <p:cNvSpPr/>
              <p:nvPr/>
            </p:nvSpPr>
            <p:spPr bwMode="auto">
              <a:xfrm>
                <a:off x="5970555" y="3184352"/>
                <a:ext cx="31915"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1" name="iśḷîḓe"/>
              <p:cNvSpPr/>
              <p:nvPr/>
            </p:nvSpPr>
            <p:spPr bwMode="auto">
              <a:xfrm>
                <a:off x="6009138" y="3184352"/>
                <a:ext cx="33344"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2" name="ïṥḻïdê"/>
              <p:cNvSpPr/>
              <p:nvPr/>
            </p:nvSpPr>
            <p:spPr bwMode="auto">
              <a:xfrm>
                <a:off x="6046770" y="3184352"/>
                <a:ext cx="35249"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3" name="íṧḷîḑé"/>
              <p:cNvSpPr/>
              <p:nvPr/>
            </p:nvSpPr>
            <p:spPr bwMode="auto">
              <a:xfrm>
                <a:off x="6128224" y="3184352"/>
                <a:ext cx="36679" cy="40489"/>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4" name="îşľiḍe"/>
              <p:cNvSpPr/>
              <p:nvPr/>
            </p:nvSpPr>
            <p:spPr bwMode="auto">
              <a:xfrm>
                <a:off x="6171572" y="3184352"/>
                <a:ext cx="31438" cy="40013"/>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5" name="iṩ1ïḓé"/>
              <p:cNvSpPr/>
              <p:nvPr/>
            </p:nvSpPr>
            <p:spPr bwMode="auto">
              <a:xfrm>
                <a:off x="6210155" y="3171490"/>
                <a:ext cx="34297" cy="53350"/>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6" name="îš1îḓé"/>
              <p:cNvSpPr/>
              <p:nvPr/>
            </p:nvSpPr>
            <p:spPr bwMode="auto">
              <a:xfrm>
                <a:off x="6270175" y="3171490"/>
                <a:ext cx="42871" cy="52874"/>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7" name="íşḻîdè"/>
              <p:cNvSpPr/>
              <p:nvPr/>
            </p:nvSpPr>
            <p:spPr bwMode="auto">
              <a:xfrm>
                <a:off x="6316856" y="3184352"/>
                <a:ext cx="34773" cy="40489"/>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8" name="i$1íḋè"/>
              <p:cNvSpPr/>
              <p:nvPr/>
            </p:nvSpPr>
            <p:spPr bwMode="auto">
              <a:xfrm>
                <a:off x="6356869" y="3184352"/>
                <a:ext cx="32868" cy="40489"/>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19" name="íṥḻîďe"/>
              <p:cNvSpPr/>
              <p:nvPr/>
            </p:nvSpPr>
            <p:spPr bwMode="auto">
              <a:xfrm>
                <a:off x="6396405" y="3171490"/>
                <a:ext cx="30962" cy="52874"/>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0" name="ïšḷîḍè"/>
              <p:cNvSpPr/>
              <p:nvPr/>
            </p:nvSpPr>
            <p:spPr bwMode="auto">
              <a:xfrm>
                <a:off x="6437371" y="3184352"/>
                <a:ext cx="30962" cy="40013"/>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1" name="işḷídè"/>
              <p:cNvSpPr/>
              <p:nvPr/>
            </p:nvSpPr>
            <p:spPr bwMode="auto">
              <a:xfrm>
                <a:off x="6475955"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2" name="ïŝ1iḋé"/>
              <p:cNvSpPr/>
              <p:nvPr/>
            </p:nvSpPr>
            <p:spPr bwMode="auto">
              <a:xfrm>
                <a:off x="6519302" y="3171490"/>
                <a:ext cx="6669" cy="52874"/>
              </a:xfrm>
              <a:prstGeom prst="rect">
                <a:avLst/>
              </a:pr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3" name="îSḻidè"/>
              <p:cNvSpPr/>
              <p:nvPr/>
            </p:nvSpPr>
            <p:spPr bwMode="auto">
              <a:xfrm>
                <a:off x="6533116" y="3184352"/>
                <a:ext cx="35726" cy="40489"/>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4" name="ïšlïḍè"/>
              <p:cNvSpPr/>
              <p:nvPr/>
            </p:nvSpPr>
            <p:spPr bwMode="auto">
              <a:xfrm>
                <a:off x="6574081" y="3184352"/>
                <a:ext cx="34297" cy="55256"/>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5" name="îşḻïḓê"/>
              <p:cNvSpPr/>
              <p:nvPr/>
            </p:nvSpPr>
            <p:spPr bwMode="auto">
              <a:xfrm>
                <a:off x="6613142" y="3185781"/>
                <a:ext cx="35249" cy="53827"/>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nvGrpSpPr>
            <p:cNvPr id="289" name="组合 288"/>
            <p:cNvGrpSpPr/>
            <p:nvPr userDrawn="1"/>
          </p:nvGrpSpPr>
          <p:grpSpPr>
            <a:xfrm>
              <a:off x="4350563" y="2818237"/>
              <a:ext cx="531058" cy="402600"/>
              <a:chOff x="4139492" y="2778031"/>
              <a:chExt cx="704987" cy="534457"/>
            </a:xfrm>
          </p:grpSpPr>
          <p:sp>
            <p:nvSpPr>
              <p:cNvPr id="226" name="iṧľiḑé"/>
              <p:cNvSpPr/>
              <p:nvPr/>
            </p:nvSpPr>
            <p:spPr bwMode="auto">
              <a:xfrm>
                <a:off x="4139492" y="2778031"/>
                <a:ext cx="704987" cy="534457"/>
              </a:xfrm>
              <a:prstGeom prst="ellipse">
                <a:avLst/>
              </a:prstGeom>
              <a:noFill/>
              <a:ln w="19050"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7" name="íšḻïḓé"/>
              <p:cNvSpPr/>
              <p:nvPr/>
            </p:nvSpPr>
            <p:spPr bwMode="auto">
              <a:xfrm>
                <a:off x="4198083" y="2909502"/>
                <a:ext cx="63002" cy="55256"/>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8" name="íSľiḑè"/>
              <p:cNvSpPr/>
              <p:nvPr/>
            </p:nvSpPr>
            <p:spPr bwMode="auto">
              <a:xfrm>
                <a:off x="4186113" y="2942370"/>
                <a:ext cx="57332" cy="47158"/>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29" name="íślïďe"/>
              <p:cNvSpPr/>
              <p:nvPr/>
            </p:nvSpPr>
            <p:spPr bwMode="auto">
              <a:xfrm>
                <a:off x="4170363" y="2958565"/>
                <a:ext cx="58591" cy="38108"/>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0" name="îšlide"/>
              <p:cNvSpPr/>
              <p:nvPr/>
            </p:nvSpPr>
            <p:spPr bwMode="auto">
              <a:xfrm>
                <a:off x="4165323" y="2988098"/>
                <a:ext cx="60481" cy="30962"/>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1" name="îṥḷíḓè"/>
              <p:cNvSpPr/>
              <p:nvPr/>
            </p:nvSpPr>
            <p:spPr bwMode="auto">
              <a:xfrm>
                <a:off x="4159022" y="3014297"/>
                <a:ext cx="60481" cy="33821"/>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2" name="ïš1ídé"/>
              <p:cNvSpPr/>
              <p:nvPr/>
            </p:nvSpPr>
            <p:spPr bwMode="auto">
              <a:xfrm>
                <a:off x="4159652" y="3046689"/>
                <a:ext cx="59852" cy="26199"/>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3" name="ïSľîďe"/>
              <p:cNvSpPr/>
              <p:nvPr/>
            </p:nvSpPr>
            <p:spPr bwMode="auto">
              <a:xfrm>
                <a:off x="4163433" y="3065266"/>
                <a:ext cx="63002" cy="36679"/>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4" name="îṡļiḑe"/>
              <p:cNvSpPr/>
              <p:nvPr/>
            </p:nvSpPr>
            <p:spPr bwMode="auto">
              <a:xfrm>
                <a:off x="4173513" y="3095276"/>
                <a:ext cx="57961" cy="36679"/>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5" name="íṡḷíḍé"/>
              <p:cNvSpPr/>
              <p:nvPr/>
            </p:nvSpPr>
            <p:spPr bwMode="auto">
              <a:xfrm>
                <a:off x="4203124" y="3122427"/>
                <a:ext cx="56071" cy="50016"/>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6" name="ísḷîḋe"/>
              <p:cNvSpPr/>
              <p:nvPr/>
            </p:nvSpPr>
            <p:spPr bwMode="auto">
              <a:xfrm>
                <a:off x="4219504" y="3144815"/>
                <a:ext cx="61742" cy="57161"/>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7" name="ïSlidé"/>
              <p:cNvSpPr/>
              <p:nvPr/>
            </p:nvSpPr>
            <p:spPr bwMode="auto">
              <a:xfrm>
                <a:off x="4248485" y="3164345"/>
                <a:ext cx="42841" cy="53827"/>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8" name="iSlîďê"/>
              <p:cNvSpPr/>
              <p:nvPr/>
            </p:nvSpPr>
            <p:spPr bwMode="auto">
              <a:xfrm>
                <a:off x="4271165" y="3173396"/>
                <a:ext cx="44732" cy="56209"/>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39" name="îS1iḑé"/>
              <p:cNvSpPr/>
              <p:nvPr/>
            </p:nvSpPr>
            <p:spPr bwMode="auto">
              <a:xfrm>
                <a:off x="4288806" y="3188162"/>
                <a:ext cx="47251" cy="60496"/>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0" name="îṡ1îďè"/>
              <p:cNvSpPr/>
              <p:nvPr/>
            </p:nvSpPr>
            <p:spPr bwMode="auto">
              <a:xfrm>
                <a:off x="4310856" y="3198642"/>
                <a:ext cx="42841" cy="62877"/>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1" name="îṩļíďê"/>
              <p:cNvSpPr/>
              <p:nvPr/>
            </p:nvSpPr>
            <p:spPr bwMode="auto">
              <a:xfrm>
                <a:off x="4338577" y="3209598"/>
                <a:ext cx="33391" cy="58114"/>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2" name="î$ḷíḑê"/>
              <p:cNvSpPr/>
              <p:nvPr/>
            </p:nvSpPr>
            <p:spPr bwMode="auto">
              <a:xfrm>
                <a:off x="4356847" y="3214838"/>
                <a:ext cx="28980" cy="58114"/>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3" name="ïṩlïďè"/>
              <p:cNvSpPr/>
              <p:nvPr/>
            </p:nvSpPr>
            <p:spPr bwMode="auto">
              <a:xfrm>
                <a:off x="4378268" y="3218172"/>
                <a:ext cx="32131" cy="60020"/>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4" name="ïšļïďè"/>
              <p:cNvSpPr/>
              <p:nvPr/>
            </p:nvSpPr>
            <p:spPr bwMode="auto">
              <a:xfrm>
                <a:off x="4407249" y="3225317"/>
                <a:ext cx="29611" cy="60020"/>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5" name="î$ļidê"/>
              <p:cNvSpPr/>
              <p:nvPr/>
            </p:nvSpPr>
            <p:spPr bwMode="auto">
              <a:xfrm>
                <a:off x="4445679" y="3231986"/>
                <a:ext cx="25831" cy="60020"/>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6" name="iṡlïḍé"/>
              <p:cNvSpPr/>
              <p:nvPr/>
            </p:nvSpPr>
            <p:spPr bwMode="auto">
              <a:xfrm>
                <a:off x="4469620" y="3233892"/>
                <a:ext cx="20791" cy="57161"/>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7" name="iṧ1íďé"/>
              <p:cNvSpPr/>
              <p:nvPr/>
            </p:nvSpPr>
            <p:spPr bwMode="auto">
              <a:xfrm>
                <a:off x="4505531" y="3234368"/>
                <a:ext cx="21421" cy="59543"/>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8" name="iśľiḋe"/>
              <p:cNvSpPr/>
              <p:nvPr/>
            </p:nvSpPr>
            <p:spPr bwMode="auto">
              <a:xfrm>
                <a:off x="4524432" y="3232939"/>
                <a:ext cx="25831" cy="59543"/>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49" name="íṧľîḓê"/>
              <p:cNvSpPr/>
              <p:nvPr/>
            </p:nvSpPr>
            <p:spPr bwMode="auto">
              <a:xfrm>
                <a:off x="4544592" y="3229604"/>
                <a:ext cx="22681" cy="58590"/>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0" name="ïṧļíďê"/>
              <p:cNvSpPr/>
              <p:nvPr/>
            </p:nvSpPr>
            <p:spPr bwMode="auto">
              <a:xfrm>
                <a:off x="4558453" y="3223412"/>
                <a:ext cx="35281" cy="60496"/>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1" name="íṣlïḋe"/>
              <p:cNvSpPr/>
              <p:nvPr/>
            </p:nvSpPr>
            <p:spPr bwMode="auto">
              <a:xfrm>
                <a:off x="4581133" y="3216743"/>
                <a:ext cx="37801" cy="62401"/>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2" name="îšḻîḓe"/>
              <p:cNvSpPr/>
              <p:nvPr/>
            </p:nvSpPr>
            <p:spPr bwMode="auto">
              <a:xfrm>
                <a:off x="4612003" y="3210551"/>
                <a:ext cx="30241" cy="59543"/>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3" name="íṥḻïḑé"/>
              <p:cNvSpPr/>
              <p:nvPr/>
            </p:nvSpPr>
            <p:spPr bwMode="auto">
              <a:xfrm>
                <a:off x="4630274" y="3202453"/>
                <a:ext cx="40951" cy="60972"/>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4" name="ïśḻíḑè"/>
              <p:cNvSpPr/>
              <p:nvPr/>
            </p:nvSpPr>
            <p:spPr bwMode="auto">
              <a:xfrm>
                <a:off x="4670595" y="3188162"/>
                <a:ext cx="40321" cy="58114"/>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5" name="íṥļidé"/>
              <p:cNvSpPr/>
              <p:nvPr/>
            </p:nvSpPr>
            <p:spPr bwMode="auto">
              <a:xfrm>
                <a:off x="4677525" y="3168156"/>
                <a:ext cx="52921" cy="63353"/>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6" name="ïšḻíďe"/>
              <p:cNvSpPr/>
              <p:nvPr/>
            </p:nvSpPr>
            <p:spPr bwMode="auto">
              <a:xfrm>
                <a:off x="4703986" y="3157200"/>
                <a:ext cx="44732" cy="55732"/>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7" name="íś1iḑè"/>
              <p:cNvSpPr/>
              <p:nvPr/>
            </p:nvSpPr>
            <p:spPr bwMode="auto">
              <a:xfrm>
                <a:off x="4727297" y="3125762"/>
                <a:ext cx="56701" cy="48111"/>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8" name="iṧ1iḋe"/>
              <p:cNvSpPr/>
              <p:nvPr/>
            </p:nvSpPr>
            <p:spPr bwMode="auto">
              <a:xfrm>
                <a:off x="4741157" y="3108137"/>
                <a:ext cx="60481" cy="48111"/>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59" name="ïşliḍé"/>
              <p:cNvSpPr/>
              <p:nvPr/>
            </p:nvSpPr>
            <p:spPr bwMode="auto">
              <a:xfrm>
                <a:off x="4756278" y="3090989"/>
                <a:ext cx="57332" cy="34773"/>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0" name="ïşḻïḑé"/>
              <p:cNvSpPr/>
              <p:nvPr/>
            </p:nvSpPr>
            <p:spPr bwMode="auto">
              <a:xfrm>
                <a:off x="4760687" y="3062884"/>
                <a:ext cx="61742" cy="39536"/>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1" name="îṡḷíḓê"/>
              <p:cNvSpPr/>
              <p:nvPr/>
            </p:nvSpPr>
            <p:spPr bwMode="auto">
              <a:xfrm>
                <a:off x="4766987" y="3034780"/>
                <a:ext cx="58591" cy="29057"/>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2" name="íSļïḍè"/>
              <p:cNvSpPr/>
              <p:nvPr/>
            </p:nvSpPr>
            <p:spPr bwMode="auto">
              <a:xfrm>
                <a:off x="4765727" y="3007628"/>
                <a:ext cx="60481" cy="26675"/>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3" name="íṥḷîḋê"/>
              <p:cNvSpPr/>
              <p:nvPr/>
            </p:nvSpPr>
            <p:spPr bwMode="auto">
              <a:xfrm>
                <a:off x="4761947" y="2980953"/>
                <a:ext cx="58591" cy="33821"/>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4" name="íslíḋe"/>
              <p:cNvSpPr/>
              <p:nvPr/>
            </p:nvSpPr>
            <p:spPr bwMode="auto">
              <a:xfrm>
                <a:off x="4751867" y="2959041"/>
                <a:ext cx="57332" cy="33821"/>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5" name="íšľiḍe"/>
              <p:cNvSpPr/>
              <p:nvPr/>
            </p:nvSpPr>
            <p:spPr bwMode="auto">
              <a:xfrm>
                <a:off x="4739267" y="2929032"/>
                <a:ext cx="55442" cy="41442"/>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6" name="íṣḷíḓe"/>
              <p:cNvSpPr/>
              <p:nvPr/>
            </p:nvSpPr>
            <p:spPr bwMode="auto">
              <a:xfrm>
                <a:off x="4720366" y="2907596"/>
                <a:ext cx="56701" cy="50016"/>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7" name="îš1iďe"/>
              <p:cNvSpPr/>
              <p:nvPr/>
            </p:nvSpPr>
            <p:spPr bwMode="auto">
              <a:xfrm>
                <a:off x="4365038" y="3010963"/>
                <a:ext cx="37171" cy="55732"/>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8" name="î$ļïḑê"/>
              <p:cNvSpPr/>
              <p:nvPr/>
            </p:nvSpPr>
            <p:spPr bwMode="auto">
              <a:xfrm>
                <a:off x="4393389" y="3010963"/>
                <a:ext cx="39691" cy="55732"/>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69" name="ïśḷiḑè"/>
              <p:cNvSpPr/>
              <p:nvPr/>
            </p:nvSpPr>
            <p:spPr bwMode="auto">
              <a:xfrm>
                <a:off x="4387088" y="3044783"/>
                <a:ext cx="15751" cy="7145"/>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0" name="íslîďê"/>
              <p:cNvSpPr/>
              <p:nvPr/>
            </p:nvSpPr>
            <p:spPr bwMode="auto">
              <a:xfrm>
                <a:off x="4422999" y="3010963"/>
                <a:ext cx="37801" cy="55732"/>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1" name="ísļîḍê"/>
              <p:cNvSpPr/>
              <p:nvPr/>
            </p:nvSpPr>
            <p:spPr bwMode="auto">
              <a:xfrm>
                <a:off x="4451350" y="3010963"/>
                <a:ext cx="37171" cy="55732"/>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2" name="îsḻíďè"/>
              <p:cNvSpPr/>
              <p:nvPr/>
            </p:nvSpPr>
            <p:spPr bwMode="auto">
              <a:xfrm>
                <a:off x="4442530" y="3059074"/>
                <a:ext cx="15751" cy="7621"/>
              </a:xfrm>
              <a:prstGeom prst="rect">
                <a:avLst/>
              </a:prstGeom>
              <a:solidFill>
                <a:srgbClr val="005BA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3" name="îsliḓê"/>
              <p:cNvSpPr/>
              <p:nvPr/>
            </p:nvSpPr>
            <p:spPr bwMode="auto">
              <a:xfrm>
                <a:off x="4337317" y="2926174"/>
                <a:ext cx="308078" cy="15576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4" name="îṩlîḋe"/>
              <p:cNvSpPr/>
              <p:nvPr/>
            </p:nvSpPr>
            <p:spPr bwMode="auto">
              <a:xfrm>
                <a:off x="4535772" y="3005247"/>
                <a:ext cx="44101" cy="7526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5" name="ís1íďé"/>
              <p:cNvSpPr/>
              <p:nvPr/>
            </p:nvSpPr>
            <p:spPr bwMode="auto">
              <a:xfrm>
                <a:off x="4494821" y="2802801"/>
                <a:ext cx="66151" cy="59066"/>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6" name="isḻíḓê"/>
              <p:cNvSpPr/>
              <p:nvPr/>
            </p:nvSpPr>
            <p:spPr bwMode="auto">
              <a:xfrm>
                <a:off x="4574833" y="2817091"/>
                <a:ext cx="59221" cy="60972"/>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7" name="îsḷîḋè"/>
              <p:cNvSpPr/>
              <p:nvPr/>
            </p:nvSpPr>
            <p:spPr bwMode="auto">
              <a:xfrm>
                <a:off x="4341728" y="2816615"/>
                <a:ext cx="37801" cy="66688"/>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8" name="iṩľíḍè"/>
              <p:cNvSpPr/>
              <p:nvPr/>
            </p:nvSpPr>
            <p:spPr bwMode="auto">
              <a:xfrm>
                <a:off x="4647915" y="2836145"/>
                <a:ext cx="82532" cy="74786"/>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79" name="iṡliḓè"/>
              <p:cNvSpPr/>
              <p:nvPr/>
            </p:nvSpPr>
            <p:spPr bwMode="auto">
              <a:xfrm>
                <a:off x="4411659" y="2798038"/>
                <a:ext cx="60481" cy="7002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0" name="íşḷíḋè"/>
              <p:cNvSpPr/>
              <p:nvPr/>
            </p:nvSpPr>
            <p:spPr bwMode="auto">
              <a:xfrm>
                <a:off x="4265495" y="2840908"/>
                <a:ext cx="56071" cy="71928"/>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C8161E"/>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1" name="ïṧļîḑe"/>
              <p:cNvSpPr/>
              <p:nvPr/>
            </p:nvSpPr>
            <p:spPr bwMode="auto">
              <a:xfrm>
                <a:off x="4434339" y="3156247"/>
                <a:ext cx="115923" cy="16196"/>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solidFill>
                <a:srgbClr val="005BAC"/>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2" name="îṧ1ïḍé"/>
              <p:cNvSpPr/>
              <p:nvPr/>
            </p:nvSpPr>
            <p:spPr bwMode="auto">
              <a:xfrm>
                <a:off x="4298256" y="3105279"/>
                <a:ext cx="387460" cy="40489"/>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3" name="iṡlídê"/>
              <p:cNvSpPr/>
              <p:nvPr/>
            </p:nvSpPr>
            <p:spPr bwMode="auto">
              <a:xfrm>
                <a:off x="4341097" y="3109566"/>
                <a:ext cx="195935" cy="28581"/>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4" name="íṧḷîḓé"/>
              <p:cNvSpPr/>
              <p:nvPr/>
            </p:nvSpPr>
            <p:spPr bwMode="auto">
              <a:xfrm>
                <a:off x="4541442" y="3110042"/>
                <a:ext cx="106473" cy="28581"/>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5" name="i$ľíḑe"/>
              <p:cNvSpPr/>
              <p:nvPr/>
            </p:nvSpPr>
            <p:spPr bwMode="auto">
              <a:xfrm>
                <a:off x="4283766" y="2880921"/>
                <a:ext cx="417070" cy="328201"/>
              </a:xfrm>
              <a:prstGeom prst="ellipse">
                <a:avLst/>
              </a:prstGeom>
              <a:noFill/>
              <a:ln w="14288"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6" name="íšḻíḋè"/>
              <p:cNvSpPr/>
              <p:nvPr/>
            </p:nvSpPr>
            <p:spPr bwMode="auto">
              <a:xfrm>
                <a:off x="4238405" y="2880921"/>
                <a:ext cx="507163" cy="328201"/>
              </a:xfrm>
              <a:prstGeom prst="ellipse">
                <a:avLst/>
              </a:prstGeom>
              <a:noFill/>
              <a:ln w="15875" cap="flat">
                <a:solidFill>
                  <a:srgbClr val="005BAC"/>
                </a:solidFill>
                <a:prstDash val="solid"/>
                <a:rou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7" name="iSľîḍè"/>
              <p:cNvSpPr/>
              <p:nvPr/>
            </p:nvSpPr>
            <p:spPr bwMode="auto">
              <a:xfrm>
                <a:off x="4348028" y="2903785"/>
                <a:ext cx="288547" cy="6193"/>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solidFill>
                <a:srgbClr val="005BAC"/>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sp>
            <p:nvSpPr>
              <p:cNvPr id="288" name="iSľîḑe"/>
              <p:cNvSpPr/>
              <p:nvPr/>
            </p:nvSpPr>
            <p:spPr bwMode="auto">
              <a:xfrm>
                <a:off x="4351177" y="3181017"/>
                <a:ext cx="282247" cy="6669"/>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solidFill>
                <a:srgbClr val="005BAC"/>
              </a:solidFill>
              <a:ln w="9525">
                <a:no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pitchFamily="34" charset="-122"/>
                  <a:cs typeface="+mn-ea"/>
                  <a:sym typeface="+mn-lt"/>
                </a:endParaRPr>
              </a:p>
            </p:txBody>
          </p:sp>
        </p:grpSp>
      </p:grpSp>
      <p:sp>
        <p:nvSpPr>
          <p:cNvPr id="291" name="文本框 290"/>
          <p:cNvSpPr txBox="1"/>
          <p:nvPr userDrawn="1"/>
        </p:nvSpPr>
        <p:spPr>
          <a:xfrm>
            <a:off x="304647" y="6232973"/>
            <a:ext cx="2031325" cy="338554"/>
          </a:xfrm>
          <a:prstGeom prst="rect">
            <a:avLst/>
          </a:prstGeom>
          <a:noFill/>
        </p:spPr>
        <p:txBody>
          <a:bodyPr wrap="none" rtlCol="0">
            <a:spAutoFit/>
          </a:bodyPr>
          <a:lstStyle/>
          <a:p>
            <a:r>
              <a:rPr lang="zh-CN" altLang="en-US" sz="1600" dirty="0">
                <a:solidFill>
                  <a:schemeClr val="bg2">
                    <a:lumMod val="50000"/>
                  </a:schemeClr>
                </a:solidFill>
                <a:latin typeface="隶书" panose="02010509060101010101" pitchFamily="49" charset="-122"/>
                <a:ea typeface="隶书" panose="02010509060101010101" pitchFamily="49" charset="-122"/>
              </a:rPr>
              <a:t>明德厚学  求是创新</a:t>
            </a:r>
          </a:p>
        </p:txBody>
      </p:sp>
      <p:sp>
        <p:nvSpPr>
          <p:cNvPr id="293" name="灯片编号占位符 4"/>
          <p:cNvSpPr>
            <a:spLocks noGrp="1"/>
          </p:cNvSpPr>
          <p:nvPr>
            <p:ph type="sldNum" sz="quarter" idx="12"/>
          </p:nvPr>
        </p:nvSpPr>
        <p:spPr>
          <a:xfrm>
            <a:off x="8770767" y="6229766"/>
            <a:ext cx="2743200" cy="341761"/>
          </a:xfrm>
        </p:spPr>
        <p:txBody>
          <a:bodyPr/>
          <a:lstStyle>
            <a:lvl1pPr>
              <a:defRPr sz="1800" b="0">
                <a:solidFill>
                  <a:srgbClr val="0E647C"/>
                </a:solidFill>
                <a:latin typeface="微软雅黑" panose="020B0503020204020204" pitchFamily="34" charset="-122"/>
                <a:ea typeface="微软雅黑" panose="020B0503020204020204" pitchFamily="34" charset="-122"/>
              </a:defRPr>
            </a:lvl1pPr>
          </a:lstStyle>
          <a:p>
            <a:fld id="{1AAC388E-FA9E-4A2C-95EA-1F6B3A07935A}" type="slidenum">
              <a:rPr lang="zh-CN" altLang="en-US" smtClean="0"/>
              <a:t>‹#›</a:t>
            </a:fld>
            <a:endParaRPr lang="zh-CN" altLang="en-US" dirty="0"/>
          </a:p>
        </p:txBody>
      </p:sp>
      <p:sp>
        <p:nvSpPr>
          <p:cNvPr id="302" name="文本占位符 301"/>
          <p:cNvSpPr>
            <a:spLocks noGrp="1"/>
          </p:cNvSpPr>
          <p:nvPr>
            <p:ph type="body" sz="quarter" idx="13" hasCustomPrompt="1"/>
          </p:nvPr>
        </p:nvSpPr>
        <p:spPr>
          <a:xfrm>
            <a:off x="725026" y="835297"/>
            <a:ext cx="1300927"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lang="en-US" altLang="zh-CN" dirty="0"/>
              <a:t>1</a:t>
            </a:r>
            <a:endParaRPr lang="zh-CN" altLang="en-US" dirty="0"/>
          </a:p>
        </p:txBody>
      </p:sp>
      <p:sp>
        <p:nvSpPr>
          <p:cNvPr id="303" name="文本占位符 301"/>
          <p:cNvSpPr>
            <a:spLocks noGrp="1"/>
          </p:cNvSpPr>
          <p:nvPr>
            <p:ph type="body" sz="quarter" idx="14" hasCustomPrompt="1"/>
          </p:nvPr>
        </p:nvSpPr>
        <p:spPr>
          <a:xfrm>
            <a:off x="2377440" y="835025"/>
            <a:ext cx="1884680"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dirty="0"/>
              <a:t>的的的</a:t>
            </a:r>
            <a:r>
              <a:rPr lang="en-US" altLang="zh-CN" dirty="0"/>
              <a:t>   </a:t>
            </a:r>
            <a:endParaRPr lang="zh-CN" altLang="en-US" dirty="0"/>
          </a:p>
        </p:txBody>
      </p:sp>
      <p:sp>
        <p:nvSpPr>
          <p:cNvPr id="304" name="文本占位符 301"/>
          <p:cNvSpPr>
            <a:spLocks noGrp="1"/>
          </p:cNvSpPr>
          <p:nvPr>
            <p:ph type="body" sz="quarter" idx="15" hasCustomPrompt="1"/>
          </p:nvPr>
        </p:nvSpPr>
        <p:spPr>
          <a:xfrm>
            <a:off x="4625340" y="835025"/>
            <a:ext cx="1866265" cy="406400"/>
          </a:xfrm>
          <a:prstGeom prst="rect">
            <a:avLst/>
          </a:prstGeom>
        </p:spPr>
        <p:txBody>
          <a:bodyPr/>
          <a:lstStyle>
            <a:lvl1pPr marL="0" indent="0" algn="ctr">
              <a:lnSpc>
                <a:spcPct val="100000"/>
              </a:lnSpc>
              <a:buNone/>
              <a:defRPr lang="zh-CN" altLang="en-US" sz="2000" kern="1200" dirty="0">
                <a:solidFill>
                  <a:schemeClr val="bg1">
                    <a:lumMod val="95000"/>
                  </a:schemeClr>
                </a:solidFill>
                <a:latin typeface="微软雅黑" panose="020B0503020204020204" pitchFamily="34" charset="-122"/>
                <a:ea typeface="微软雅黑" panose="020B0503020204020204" pitchFamily="34" charset="-122"/>
                <a:cs typeface="+mn-cs"/>
              </a:defRPr>
            </a:lvl1pPr>
          </a:lstStyle>
          <a:p>
            <a:pPr lvl="0"/>
            <a:r>
              <a:rPr lang="zh-CN" altLang="en-US" dirty="0"/>
              <a:t>小标题</a:t>
            </a:r>
            <a:r>
              <a:rPr dirty="0"/>
              <a:t>得得得</a:t>
            </a:r>
          </a:p>
        </p:txBody>
      </p:sp>
      <p:sp>
        <p:nvSpPr>
          <p:cNvPr id="305" name="等腰三角形 304"/>
          <p:cNvSpPr/>
          <p:nvPr userDrawn="1"/>
        </p:nvSpPr>
        <p:spPr>
          <a:xfrm rot="5400000">
            <a:off x="2130598" y="974200"/>
            <a:ext cx="150944" cy="128594"/>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7" name="等腰三角形 306"/>
          <p:cNvSpPr/>
          <p:nvPr userDrawn="1"/>
        </p:nvSpPr>
        <p:spPr>
          <a:xfrm rot="5400000">
            <a:off x="4369608" y="974200"/>
            <a:ext cx="150944" cy="128594"/>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61" name="文本占位符 77"/>
          <p:cNvSpPr>
            <a:spLocks noGrp="1"/>
          </p:cNvSpPr>
          <p:nvPr>
            <p:ph type="body" sz="quarter" idx="11" hasCustomPrompt="1"/>
          </p:nvPr>
        </p:nvSpPr>
        <p:spPr>
          <a:xfrm>
            <a:off x="2218800" y="3076522"/>
            <a:ext cx="7754400" cy="721821"/>
          </a:xfrm>
          <a:prstGeom prst="rect">
            <a:avLst/>
          </a:prstGeom>
        </p:spPr>
        <p:txBody>
          <a:bodyPr anchor="ctr"/>
          <a:lstStyle>
            <a:lvl1pPr marL="0" indent="0" algn="dist">
              <a:lnSpc>
                <a:spcPct val="100000"/>
              </a:lnSpc>
              <a:buNone/>
              <a:defRPr sz="4800" b="1">
                <a:solidFill>
                  <a:schemeClr val="bg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单击此处编辑答辩报告题目</a:t>
            </a:r>
          </a:p>
        </p:txBody>
      </p:sp>
      <p:sp>
        <p:nvSpPr>
          <p:cNvPr id="64" name="文本占位符 63"/>
          <p:cNvSpPr>
            <a:spLocks noGrp="1"/>
          </p:cNvSpPr>
          <p:nvPr>
            <p:ph type="body" sz="quarter" idx="12" hasCustomPrompt="1"/>
          </p:nvPr>
        </p:nvSpPr>
        <p:spPr>
          <a:xfrm>
            <a:off x="5070522" y="5207653"/>
            <a:ext cx="2050956" cy="386321"/>
          </a:xfrm>
          <a:prstGeom prst="rect">
            <a:avLst/>
          </a:prstGeom>
        </p:spPr>
        <p:txBody>
          <a:bodyPr anchor="ctr"/>
          <a:lstStyle>
            <a:lvl1pPr marL="0" indent="0" algn="ctr">
              <a:buFontTx/>
              <a:buNone/>
              <a:defRPr sz="1600" b="1">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答辩人信息</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Calibri" panose="020F0502020204030204" pitchFamily="34" charset="0"/>
                <a:cs typeface="Calibri" panose="020F0502020204030204" pitchFamily="34" charset="0"/>
              </a:defRPr>
            </a:lvl1pPr>
          </a:lstStyle>
          <a:p>
            <a:fld id="{C33509E8-EDB3-4BFB-9C63-B01D176D4351}" type="slidenum">
              <a:rPr lang="ko-KR" altLang="en-US" smtClean="0"/>
              <a:t>‹#›</a:t>
            </a:fld>
            <a:endParaRPr lang="ko-KR"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Calibri" panose="020F0502020204030204" pitchFamily="34" charset="0"/>
                <a:cs typeface="Calibri" panose="020F0502020204030204" pitchFamily="34" charset="0"/>
              </a:defRPr>
            </a:lvl1pPr>
          </a:lstStyle>
          <a:p>
            <a:fld id="{C33509E8-EDB3-4BFB-9C63-B01D176D4351}" type="slidenum">
              <a:rPr lang="ko-KR" altLang="en-US" smtClean="0"/>
              <a:t>‹#›</a:t>
            </a:fld>
            <a:endParaRPr lang="ko-KR" altLang="en-US" dirty="0"/>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tags" Target="../tags/tag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notesSlide" Target="../notesSlides/notesSlide3.xml"/><Relationship Id="rId5" Type="http://schemas.openxmlformats.org/officeDocument/2006/relationships/tags" Target="../tags/tag7.xml"/><Relationship Id="rId10" Type="http://schemas.openxmlformats.org/officeDocument/2006/relationships/slideLayout" Target="../slideLayouts/slideLayout4.xml"/><Relationship Id="rId4" Type="http://schemas.openxmlformats.org/officeDocument/2006/relationships/tags" Target="../tags/tag6.xml"/><Relationship Id="rId9" Type="http://schemas.openxmlformats.org/officeDocument/2006/relationships/tags" Target="../tags/tag11.xml"/></Relationships>
</file>

<file path=ppt/slides/_rels/slide4.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tags" Target="../tags/tag24.xml"/><Relationship Id="rId18" Type="http://schemas.openxmlformats.org/officeDocument/2006/relationships/image" Target="../media/image10.png"/><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image" Target="../media/image9.png"/><Relationship Id="rId2" Type="http://schemas.openxmlformats.org/officeDocument/2006/relationships/tags" Target="../tags/tag13.xml"/><Relationship Id="rId16" Type="http://schemas.openxmlformats.org/officeDocument/2006/relationships/image" Target="../media/image8.png"/><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5" Type="http://schemas.openxmlformats.org/officeDocument/2006/relationships/notesSlide" Target="../notesSlides/notesSlide4.xml"/><Relationship Id="rId10" Type="http://schemas.openxmlformats.org/officeDocument/2006/relationships/tags" Target="../tags/tag21.xml"/><Relationship Id="rId19" Type="http://schemas.openxmlformats.org/officeDocument/2006/relationships/image" Target="../media/image11.png"/><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5.xml"/><Relationship Id="rId7" Type="http://schemas.openxmlformats.org/officeDocument/2006/relationships/image" Target="../media/image16.emf"/><Relationship Id="rId2" Type="http://schemas.openxmlformats.org/officeDocument/2006/relationships/tags" Target="../tags/tag25.xml"/><Relationship Id="rId1" Type="http://schemas.openxmlformats.org/officeDocument/2006/relationships/vmlDrawing" Target="../drawings/vmlDrawing1.vml"/><Relationship Id="rId6" Type="http://schemas.openxmlformats.org/officeDocument/2006/relationships/image" Target="../media/image15.emf"/><Relationship Id="rId5" Type="http://schemas.openxmlformats.org/officeDocument/2006/relationships/package" Target="../embeddings/Microsoft_Visio_Drawing.vsdx"/><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6.emf"/><Relationship Id="rId5" Type="http://schemas.openxmlformats.org/officeDocument/2006/relationships/notesSlide" Target="../notesSlides/notesSlide7.xml"/><Relationship Id="rId4"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7.wmf"/><Relationship Id="rId2" Type="http://schemas.openxmlformats.org/officeDocument/2006/relationships/tags" Target="../tags/tag29.xml"/><Relationship Id="rId1" Type="http://schemas.openxmlformats.org/officeDocument/2006/relationships/vmlDrawing" Target="../drawings/vmlDrawing2.vml"/><Relationship Id="rId6" Type="http://schemas.openxmlformats.org/officeDocument/2006/relationships/oleObject" Target="../embeddings/oleObject1.bin"/><Relationship Id="rId5" Type="http://schemas.openxmlformats.org/officeDocument/2006/relationships/image" Target="../media/image1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9.xml"/><Relationship Id="rId7" Type="http://schemas.openxmlformats.org/officeDocument/2006/relationships/image" Target="../media/image21.png"/><Relationship Id="rId2" Type="http://schemas.openxmlformats.org/officeDocument/2006/relationships/slideLayout" Target="../slideLayouts/slideLayout5.xml"/><Relationship Id="rId1" Type="http://schemas.openxmlformats.org/officeDocument/2006/relationships/tags" Target="../tags/tag30.xml"/><Relationship Id="rId6" Type="http://schemas.openxmlformats.org/officeDocument/2006/relationships/image" Target="../media/image20.png"/><Relationship Id="rId5" Type="http://schemas.openxmlformats.org/officeDocument/2006/relationships/image" Target="../media/image16.emf"/><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33.xml"/><Relationship Id="rId7" Type="http://schemas.openxmlformats.org/officeDocument/2006/relationships/notesSlide" Target="../notesSlides/notesSlide10.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slideLayout" Target="../slideLayouts/slideLayout6.xml"/><Relationship Id="rId5" Type="http://schemas.openxmlformats.org/officeDocument/2006/relationships/tags" Target="../tags/tag35.xml"/><Relationship Id="rId4" Type="http://schemas.openxmlformats.org/officeDocument/2006/relationships/tags" Target="../tags/tag34.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29.png"/><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image" Target="../media/image28.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image" Target="../media/image27.png"/><Relationship Id="rId5" Type="http://schemas.openxmlformats.org/officeDocument/2006/relationships/tags" Target="../tags/tag40.xml"/><Relationship Id="rId10" Type="http://schemas.openxmlformats.org/officeDocument/2006/relationships/image" Target="../media/image26.png"/><Relationship Id="rId4" Type="http://schemas.openxmlformats.org/officeDocument/2006/relationships/tags" Target="../tags/tag39.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chart" Target="../charts/chart3.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tags" Target="../tags/tag47.xml"/><Relationship Id="rId18" Type="http://schemas.openxmlformats.org/officeDocument/2006/relationships/chart" Target="../charts/chart5.xml"/><Relationship Id="rId3" Type="http://schemas.openxmlformats.org/officeDocument/2006/relationships/tags" Target="../tags/tag47.xml"/><Relationship Id="rId7" Type="http://schemas.openxmlformats.org/officeDocument/2006/relationships/notesSlide" Target="../notesSlides/notesSlide13.xml"/><Relationship Id="rId17" Type="http://schemas.openxmlformats.org/officeDocument/2006/relationships/chart" Target="../charts/chart4.xml"/><Relationship Id="rId2" Type="http://schemas.openxmlformats.org/officeDocument/2006/relationships/tags" Target="../tags/tag46.xml"/><Relationship Id="rId16" Type="http://schemas.openxmlformats.org/officeDocument/2006/relationships/image" Target="../media/image32.png"/><Relationship Id="rId1" Type="http://schemas.openxmlformats.org/officeDocument/2006/relationships/tags" Target="../tags/tag45.xml"/><Relationship Id="rId6" Type="http://schemas.openxmlformats.org/officeDocument/2006/relationships/slideLayout" Target="../slideLayouts/slideLayout6.xml"/><Relationship Id="rId5" Type="http://schemas.openxmlformats.org/officeDocument/2006/relationships/tags" Target="../tags/tag49.xml"/><Relationship Id="rId15" Type="http://schemas.openxmlformats.org/officeDocument/2006/relationships/tags" Target="../tags/tag64.xml"/><Relationship Id="rId19" Type="http://schemas.openxmlformats.org/officeDocument/2006/relationships/chart" Target="../charts/chart6.xml"/><Relationship Id="rId4" Type="http://schemas.openxmlformats.org/officeDocument/2006/relationships/tags" Target="../tags/tag48.xml"/><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5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5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8918"/>
            <a:ext cx="12195175" cy="6915805"/>
            <a:chOff x="-4102305" y="6405984"/>
            <a:chExt cx="12195175" cy="6915805"/>
          </a:xfrm>
        </p:grpSpPr>
        <p:sp>
          <p:nvSpPr>
            <p:cNvPr id="69" name="矩形 68"/>
            <p:cNvSpPr/>
            <p:nvPr/>
          </p:nvSpPr>
          <p:spPr>
            <a:xfrm>
              <a:off x="-4099130" y="6405984"/>
              <a:ext cx="12192000" cy="6915150"/>
            </a:xfrm>
            <a:prstGeom prst="rect">
              <a:avLst/>
            </a:prstGeom>
            <a:blipFill>
              <a:blip r:embed="rId4"/>
              <a:srcRect/>
              <a:stretch>
                <a:fillRect l="117" t="-1757" r="-117" b="491"/>
              </a:stretch>
            </a:blipFill>
            <a:ln>
              <a:noFill/>
            </a:ln>
            <a:effectLst>
              <a:innerShdw blurRad="50800" dist="381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02305" y="6406639"/>
              <a:ext cx="12195175" cy="6915150"/>
            </a:xfrm>
            <a:prstGeom prst="rect">
              <a:avLst/>
            </a:prstGeom>
            <a:solidFill>
              <a:srgbClr val="0E647C">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10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grpSp>
      <p:sp>
        <p:nvSpPr>
          <p:cNvPr id="68" name="矩形 67"/>
          <p:cNvSpPr/>
          <p:nvPr/>
        </p:nvSpPr>
        <p:spPr>
          <a:xfrm>
            <a:off x="3598480" y="4001070"/>
            <a:ext cx="4995038" cy="535531"/>
          </a:xfrm>
          <a:prstGeom prst="rect">
            <a:avLst/>
          </a:prstGeom>
        </p:spPr>
        <p:txBody>
          <a:bodyPr wrap="square" lIns="0" rIns="0">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lang="zh-CN" altLang="en-US" sz="2400" spc="400" dirty="0">
                <a:solidFill>
                  <a:schemeClr val="bg1"/>
                </a:solidFill>
                <a:latin typeface="方正姚体" panose="02010601030101010101" pitchFamily="2" charset="-122"/>
                <a:ea typeface="方正姚体" panose="02010601030101010101" pitchFamily="2" charset="-122"/>
              </a:rPr>
              <a:t>人工智能与自动化学院</a:t>
            </a:r>
            <a:endParaRPr lang="en-US" altLang="zh-CN" sz="2400" spc="400" dirty="0">
              <a:solidFill>
                <a:schemeClr val="bg1"/>
              </a:solidFill>
              <a:latin typeface="方正姚体" panose="02010601030101010101" pitchFamily="2" charset="-122"/>
              <a:ea typeface="方正姚体" panose="02010601030101010101" pitchFamily="2" charset="-122"/>
            </a:endParaRPr>
          </a:p>
        </p:txBody>
      </p:sp>
      <p:sp>
        <p:nvSpPr>
          <p:cNvPr id="11" name="文本占位符 10"/>
          <p:cNvSpPr>
            <a:spLocks noGrp="1"/>
          </p:cNvSpPr>
          <p:nvPr>
            <p:ph type="body" sz="quarter" idx="11"/>
          </p:nvPr>
        </p:nvSpPr>
        <p:spPr>
          <a:xfrm>
            <a:off x="1278889" y="3057980"/>
            <a:ext cx="9427845" cy="941070"/>
          </a:xfrm>
        </p:spPr>
        <p:txBody>
          <a:bodyPr/>
          <a:lstStyle/>
          <a:p>
            <a:r>
              <a:rPr lang="zh-CN" altLang="en-US" dirty="0"/>
              <a:t>多技能</a:t>
            </a:r>
            <a:r>
              <a:rPr lang="en-US" altLang="zh-CN" dirty="0"/>
              <a:t>IT</a:t>
            </a:r>
            <a:r>
              <a:rPr lang="zh-CN" altLang="en-US" dirty="0"/>
              <a:t>人员与项目调度算法研究</a:t>
            </a:r>
          </a:p>
        </p:txBody>
      </p:sp>
      <p:pic>
        <p:nvPicPr>
          <p:cNvPr id="392" name="图片 391" descr="图片包含 游戏机&#10;&#10;描述已自动生成"/>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522280" y="874767"/>
            <a:ext cx="5147439" cy="1189099"/>
          </a:xfrm>
          <a:prstGeom prst="rect">
            <a:avLst/>
          </a:prstGeom>
        </p:spPr>
      </p:pic>
      <p:sp>
        <p:nvSpPr>
          <p:cNvPr id="4" name="矩形 3"/>
          <p:cNvSpPr/>
          <p:nvPr/>
        </p:nvSpPr>
        <p:spPr>
          <a:xfrm>
            <a:off x="1604371" y="2220981"/>
            <a:ext cx="8776882" cy="830997"/>
          </a:xfrm>
          <a:prstGeom prst="rect">
            <a:avLst/>
          </a:prstGeom>
        </p:spPr>
        <p:txBody>
          <a:bodyPr wrap="square">
            <a:spAutoFit/>
          </a:bodyPr>
          <a:lstStyle/>
          <a:p>
            <a:pPr algn="dist"/>
            <a:r>
              <a:rPr lang="zh-CN" altLang="zh-CN" sz="4800" b="1" dirty="0">
                <a:solidFill>
                  <a:schemeClr val="bg1"/>
                </a:solidFill>
                <a:ea typeface="方正粗雅宋简体" panose="02000000000000000000" pitchFamily="2" charset="-122"/>
              </a:rPr>
              <a:t>考虑里程碑节点与资源转移的</a:t>
            </a:r>
            <a:endParaRPr lang="zh-CN" altLang="en-US" sz="4800" b="1" dirty="0">
              <a:solidFill>
                <a:schemeClr val="bg1"/>
              </a:solidFill>
              <a:ea typeface="方正粗雅宋简体" panose="02000000000000000000" pitchFamily="2" charset="-122"/>
            </a:endParaRPr>
          </a:p>
        </p:txBody>
      </p:sp>
      <p:grpSp>
        <p:nvGrpSpPr>
          <p:cNvPr id="415" name="组合 414"/>
          <p:cNvGrpSpPr/>
          <p:nvPr/>
        </p:nvGrpSpPr>
        <p:grpSpPr>
          <a:xfrm>
            <a:off x="4454130" y="4983618"/>
            <a:ext cx="3426407" cy="1365494"/>
            <a:chOff x="4633287" y="4793118"/>
            <a:chExt cx="3426407" cy="1365494"/>
          </a:xfrm>
        </p:grpSpPr>
        <p:grpSp>
          <p:nvGrpSpPr>
            <p:cNvPr id="413" name="组合 412"/>
            <p:cNvGrpSpPr/>
            <p:nvPr/>
          </p:nvGrpSpPr>
          <p:grpSpPr>
            <a:xfrm>
              <a:off x="4634781" y="5291211"/>
              <a:ext cx="2381969" cy="369308"/>
              <a:chOff x="4634781" y="5357886"/>
              <a:chExt cx="2381969" cy="369308"/>
            </a:xfrm>
          </p:grpSpPr>
          <p:sp>
            <p:nvSpPr>
              <p:cNvPr id="402" name="Freeform 7"/>
              <p:cNvSpPr>
                <a:spLocks noChangeAspect="1" noEditPoints="1"/>
              </p:cNvSpPr>
              <p:nvPr/>
            </p:nvSpPr>
            <p:spPr bwMode="auto">
              <a:xfrm>
                <a:off x="4634781" y="5362540"/>
                <a:ext cx="357418" cy="360000"/>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2DB2A4"/>
              </a:solidFill>
              <a:ln>
                <a:noFill/>
              </a:ln>
            </p:spPr>
            <p:txBody>
              <a:bodyPr vert="horz" wrap="square" lIns="91416" tIns="45708" rIns="91416" bIns="45708" numCol="1" anchor="t" anchorCtr="0" compatLnSpc="1"/>
              <a:lstStyle/>
              <a:p>
                <a:endParaRPr lang="zh-CN" altLang="en-US" sz="1865" b="1">
                  <a:solidFill>
                    <a:srgbClr val="1D6295"/>
                  </a:solidFill>
                  <a:latin typeface="微软雅黑" panose="020B0503020204020204" pitchFamily="34" charset="-122"/>
                  <a:ea typeface="微软雅黑" panose="020B0503020204020204" pitchFamily="34" charset="-122"/>
                </a:endParaRPr>
              </a:p>
            </p:txBody>
          </p:sp>
          <p:sp>
            <p:nvSpPr>
              <p:cNvPr id="403" name="TextBox 6"/>
              <p:cNvSpPr txBox="1"/>
              <p:nvPr/>
            </p:nvSpPr>
            <p:spPr>
              <a:xfrm>
                <a:off x="5009518" y="5357886"/>
                <a:ext cx="2007232" cy="369308"/>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r>
                  <a:rPr lang="zh-CN" altLang="en-US" sz="1800" b="1" dirty="0">
                    <a:solidFill>
                      <a:schemeClr val="bg1"/>
                    </a:solidFill>
                    <a:latin typeface="微软雅黑" panose="020B0503020204020204" pitchFamily="34" charset="-122"/>
                    <a:ea typeface="微软雅黑" panose="020B0503020204020204" pitchFamily="34" charset="-122"/>
                  </a:rPr>
                  <a:t>答 辩 人 ：肖雨琪</a:t>
                </a:r>
              </a:p>
            </p:txBody>
          </p:sp>
        </p:grpSp>
        <p:grpSp>
          <p:nvGrpSpPr>
            <p:cNvPr id="412" name="组合 411"/>
            <p:cNvGrpSpPr/>
            <p:nvPr/>
          </p:nvGrpSpPr>
          <p:grpSpPr>
            <a:xfrm>
              <a:off x="4634246" y="4793118"/>
              <a:ext cx="2931055" cy="367030"/>
              <a:chOff x="4634246" y="4793118"/>
              <a:chExt cx="2931055" cy="367030"/>
            </a:xfrm>
          </p:grpSpPr>
          <p:sp>
            <p:nvSpPr>
              <p:cNvPr id="405" name="TextBox 7"/>
              <p:cNvSpPr txBox="1"/>
              <p:nvPr/>
            </p:nvSpPr>
            <p:spPr>
              <a:xfrm>
                <a:off x="5029746" y="4793118"/>
                <a:ext cx="2535555" cy="367030"/>
              </a:xfrm>
              <a:prstGeom prst="rect">
                <a:avLst/>
              </a:prstGeom>
              <a:noFill/>
            </p:spPr>
            <p:txBody>
              <a:bodyPr wrap="none" lIns="91416" tIns="45708" rIns="91416" bIns="45708"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指导老师：刘振元教授 </a:t>
                </a:r>
              </a:p>
            </p:txBody>
          </p:sp>
          <p:sp>
            <p:nvSpPr>
              <p:cNvPr id="406" name="Freeform 8"/>
              <p:cNvSpPr>
                <a:spLocks noChangeAspect="1" noEditPoints="1"/>
              </p:cNvSpPr>
              <p:nvPr/>
            </p:nvSpPr>
            <p:spPr bwMode="auto">
              <a:xfrm>
                <a:off x="4634246" y="4797772"/>
                <a:ext cx="358488" cy="360000"/>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2DB2A4"/>
              </a:solidFill>
              <a:ln>
                <a:noFill/>
              </a:ln>
            </p:spPr>
            <p:txBody>
              <a:bodyPr vert="horz" wrap="square" lIns="91416" tIns="45708" rIns="91416" bIns="45708" numCol="1" anchor="t" anchorCtr="0" compatLnSpc="1"/>
              <a:lstStyle/>
              <a:p>
                <a:endParaRPr lang="zh-CN" altLang="en-US" sz="3200" b="1">
                  <a:solidFill>
                    <a:srgbClr val="1D6295"/>
                  </a:solidFill>
                  <a:latin typeface="微软雅黑" panose="020B0503020204020204" pitchFamily="34" charset="-122"/>
                  <a:ea typeface="微软雅黑" panose="020B0503020204020204" pitchFamily="34" charset="-122"/>
                </a:endParaRPr>
              </a:p>
            </p:txBody>
          </p:sp>
        </p:grpSp>
        <p:grpSp>
          <p:nvGrpSpPr>
            <p:cNvPr id="414" name="组合 413"/>
            <p:cNvGrpSpPr/>
            <p:nvPr/>
          </p:nvGrpSpPr>
          <p:grpSpPr>
            <a:xfrm>
              <a:off x="4633287" y="5789304"/>
              <a:ext cx="3426407" cy="369308"/>
              <a:chOff x="4633287" y="5922654"/>
              <a:chExt cx="3426407" cy="369308"/>
            </a:xfrm>
          </p:grpSpPr>
          <p:sp>
            <p:nvSpPr>
              <p:cNvPr id="407" name="may-circular-black-calendar-page-interface-symbol_42471"/>
              <p:cNvSpPr>
                <a:spLocks noChangeAspect="1"/>
              </p:cNvSpPr>
              <p:nvPr/>
            </p:nvSpPr>
            <p:spPr bwMode="auto">
              <a:xfrm>
                <a:off x="4633287" y="5927308"/>
                <a:ext cx="360406" cy="360000"/>
              </a:xfrm>
              <a:custGeom>
                <a:avLst/>
                <a:gdLst>
                  <a:gd name="connsiteX0" fmla="*/ 297181 w 551492"/>
                  <a:gd name="connsiteY0" fmla="*/ 247685 h 550871"/>
                  <a:gd name="connsiteX1" fmla="*/ 311263 w 551492"/>
                  <a:gd name="connsiteY1" fmla="*/ 290346 h 550871"/>
                  <a:gd name="connsiteX2" fmla="*/ 282891 w 551492"/>
                  <a:gd name="connsiteY2" fmla="*/ 290346 h 550871"/>
                  <a:gd name="connsiteX3" fmla="*/ 340969 w 551492"/>
                  <a:gd name="connsiteY3" fmla="*/ 214156 h 550871"/>
                  <a:gd name="connsiteX4" fmla="*/ 386174 w 551492"/>
                  <a:gd name="connsiteY4" fmla="*/ 290272 h 550871"/>
                  <a:gd name="connsiteX5" fmla="*/ 386174 w 551492"/>
                  <a:gd name="connsiteY5" fmla="*/ 336715 h 550871"/>
                  <a:gd name="connsiteX6" fmla="*/ 418462 w 551492"/>
                  <a:gd name="connsiteY6" fmla="*/ 336715 h 550871"/>
                  <a:gd name="connsiteX7" fmla="*/ 418462 w 551492"/>
                  <a:gd name="connsiteY7" fmla="*/ 290272 h 550871"/>
                  <a:gd name="connsiteX8" fmla="*/ 463667 w 551492"/>
                  <a:gd name="connsiteY8" fmla="*/ 214156 h 550871"/>
                  <a:gd name="connsiteX9" fmla="*/ 426212 w 551492"/>
                  <a:gd name="connsiteY9" fmla="*/ 214156 h 550871"/>
                  <a:gd name="connsiteX10" fmla="*/ 401672 w 551492"/>
                  <a:gd name="connsiteY10" fmla="*/ 263180 h 550871"/>
                  <a:gd name="connsiteX11" fmla="*/ 378424 w 551492"/>
                  <a:gd name="connsiteY11" fmla="*/ 214156 h 550871"/>
                  <a:gd name="connsiteX12" fmla="*/ 280267 w 551492"/>
                  <a:gd name="connsiteY12" fmla="*/ 214156 h 550871"/>
                  <a:gd name="connsiteX13" fmla="*/ 235062 w 551492"/>
                  <a:gd name="connsiteY13" fmla="*/ 336715 h 550871"/>
                  <a:gd name="connsiteX14" fmla="*/ 267351 w 551492"/>
                  <a:gd name="connsiteY14" fmla="*/ 336715 h 550871"/>
                  <a:gd name="connsiteX15" fmla="*/ 275100 w 551492"/>
                  <a:gd name="connsiteY15" fmla="*/ 314783 h 550871"/>
                  <a:gd name="connsiteX16" fmla="*/ 317721 w 551492"/>
                  <a:gd name="connsiteY16" fmla="*/ 314783 h 550871"/>
                  <a:gd name="connsiteX17" fmla="*/ 325471 w 551492"/>
                  <a:gd name="connsiteY17" fmla="*/ 336715 h 550871"/>
                  <a:gd name="connsiteX18" fmla="*/ 359051 w 551492"/>
                  <a:gd name="connsiteY18" fmla="*/ 336715 h 550871"/>
                  <a:gd name="connsiteX19" fmla="*/ 313847 w 551492"/>
                  <a:gd name="connsiteY19" fmla="*/ 214156 h 550871"/>
                  <a:gd name="connsiteX20" fmla="*/ 87825 w 551492"/>
                  <a:gd name="connsiteY20" fmla="*/ 214156 h 550871"/>
                  <a:gd name="connsiteX21" fmla="*/ 87825 w 551492"/>
                  <a:gd name="connsiteY21" fmla="*/ 336715 h 550871"/>
                  <a:gd name="connsiteX22" fmla="*/ 117531 w 551492"/>
                  <a:gd name="connsiteY22" fmla="*/ 336715 h 550871"/>
                  <a:gd name="connsiteX23" fmla="*/ 117531 w 551492"/>
                  <a:gd name="connsiteY23" fmla="*/ 243828 h 550871"/>
                  <a:gd name="connsiteX24" fmla="*/ 118823 w 551492"/>
                  <a:gd name="connsiteY24" fmla="*/ 243828 h 550871"/>
                  <a:gd name="connsiteX25" fmla="*/ 144654 w 551492"/>
                  <a:gd name="connsiteY25" fmla="*/ 336715 h 550871"/>
                  <a:gd name="connsiteX26" fmla="*/ 169193 w 551492"/>
                  <a:gd name="connsiteY26" fmla="*/ 336715 h 550871"/>
                  <a:gd name="connsiteX27" fmla="*/ 195024 w 551492"/>
                  <a:gd name="connsiteY27" fmla="*/ 243828 h 550871"/>
                  <a:gd name="connsiteX28" fmla="*/ 195024 w 551492"/>
                  <a:gd name="connsiteY28" fmla="*/ 336715 h 550871"/>
                  <a:gd name="connsiteX29" fmla="*/ 224730 w 551492"/>
                  <a:gd name="connsiteY29" fmla="*/ 336715 h 550871"/>
                  <a:gd name="connsiteX30" fmla="*/ 224730 w 551492"/>
                  <a:gd name="connsiteY30" fmla="*/ 214156 h 550871"/>
                  <a:gd name="connsiteX31" fmla="*/ 178234 w 551492"/>
                  <a:gd name="connsiteY31" fmla="*/ 214156 h 550871"/>
                  <a:gd name="connsiteX32" fmla="*/ 156278 w 551492"/>
                  <a:gd name="connsiteY32" fmla="*/ 295432 h 550871"/>
                  <a:gd name="connsiteX33" fmla="*/ 135613 w 551492"/>
                  <a:gd name="connsiteY33" fmla="*/ 214156 h 550871"/>
                  <a:gd name="connsiteX34" fmla="*/ 275100 w 551492"/>
                  <a:gd name="connsiteY34" fmla="*/ 16771 h 550871"/>
                  <a:gd name="connsiteX35" fmla="*/ 251852 w 551492"/>
                  <a:gd name="connsiteY35" fmla="*/ 39993 h 550871"/>
                  <a:gd name="connsiteX36" fmla="*/ 275100 w 551492"/>
                  <a:gd name="connsiteY36" fmla="*/ 63215 h 550871"/>
                  <a:gd name="connsiteX37" fmla="*/ 298348 w 551492"/>
                  <a:gd name="connsiteY37" fmla="*/ 39993 h 550871"/>
                  <a:gd name="connsiteX38" fmla="*/ 275100 w 551492"/>
                  <a:gd name="connsiteY38" fmla="*/ 16771 h 550871"/>
                  <a:gd name="connsiteX39" fmla="*/ 275100 w 551492"/>
                  <a:gd name="connsiteY39" fmla="*/ 0 h 550871"/>
                  <a:gd name="connsiteX40" fmla="*/ 551492 w 551492"/>
                  <a:gd name="connsiteY40" fmla="*/ 274790 h 550871"/>
                  <a:gd name="connsiteX41" fmla="*/ 275100 w 551492"/>
                  <a:gd name="connsiteY41" fmla="*/ 550871 h 550871"/>
                  <a:gd name="connsiteX42" fmla="*/ 0 w 551492"/>
                  <a:gd name="connsiteY42" fmla="*/ 274790 h 550871"/>
                  <a:gd name="connsiteX43" fmla="*/ 275100 w 551492"/>
                  <a:gd name="connsiteY43" fmla="*/ 0 h 5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51492" h="550871">
                    <a:moveTo>
                      <a:pt x="297181" y="247685"/>
                    </a:moveTo>
                    <a:lnTo>
                      <a:pt x="311263" y="290346"/>
                    </a:lnTo>
                    <a:lnTo>
                      <a:pt x="282891" y="290346"/>
                    </a:lnTo>
                    <a:close/>
                    <a:moveTo>
                      <a:pt x="340969" y="214156"/>
                    </a:moveTo>
                    <a:lnTo>
                      <a:pt x="386174" y="290272"/>
                    </a:lnTo>
                    <a:lnTo>
                      <a:pt x="386174" y="336715"/>
                    </a:lnTo>
                    <a:lnTo>
                      <a:pt x="418462" y="336715"/>
                    </a:lnTo>
                    <a:lnTo>
                      <a:pt x="418462" y="290272"/>
                    </a:lnTo>
                    <a:lnTo>
                      <a:pt x="463667" y="214156"/>
                    </a:lnTo>
                    <a:lnTo>
                      <a:pt x="426212" y="214156"/>
                    </a:lnTo>
                    <a:lnTo>
                      <a:pt x="401672" y="263180"/>
                    </a:lnTo>
                    <a:lnTo>
                      <a:pt x="378424" y="214156"/>
                    </a:lnTo>
                    <a:close/>
                    <a:moveTo>
                      <a:pt x="280267" y="214156"/>
                    </a:moveTo>
                    <a:lnTo>
                      <a:pt x="235062" y="336715"/>
                    </a:lnTo>
                    <a:lnTo>
                      <a:pt x="267351" y="336715"/>
                    </a:lnTo>
                    <a:lnTo>
                      <a:pt x="275100" y="314783"/>
                    </a:lnTo>
                    <a:lnTo>
                      <a:pt x="317721" y="314783"/>
                    </a:lnTo>
                    <a:lnTo>
                      <a:pt x="325471" y="336715"/>
                    </a:lnTo>
                    <a:lnTo>
                      <a:pt x="359051" y="336715"/>
                    </a:lnTo>
                    <a:lnTo>
                      <a:pt x="313847" y="214156"/>
                    </a:lnTo>
                    <a:close/>
                    <a:moveTo>
                      <a:pt x="87825" y="214156"/>
                    </a:moveTo>
                    <a:lnTo>
                      <a:pt x="87825" y="336715"/>
                    </a:lnTo>
                    <a:lnTo>
                      <a:pt x="117531" y="336715"/>
                    </a:lnTo>
                    <a:lnTo>
                      <a:pt x="117531" y="243828"/>
                    </a:lnTo>
                    <a:lnTo>
                      <a:pt x="118823" y="243828"/>
                    </a:lnTo>
                    <a:lnTo>
                      <a:pt x="144654" y="336715"/>
                    </a:lnTo>
                    <a:lnTo>
                      <a:pt x="169193" y="336715"/>
                    </a:lnTo>
                    <a:lnTo>
                      <a:pt x="195024" y="243828"/>
                    </a:lnTo>
                    <a:lnTo>
                      <a:pt x="195024" y="336715"/>
                    </a:lnTo>
                    <a:lnTo>
                      <a:pt x="224730" y="336715"/>
                    </a:lnTo>
                    <a:lnTo>
                      <a:pt x="224730" y="214156"/>
                    </a:lnTo>
                    <a:lnTo>
                      <a:pt x="178234" y="214156"/>
                    </a:lnTo>
                    <a:lnTo>
                      <a:pt x="156278" y="295432"/>
                    </a:lnTo>
                    <a:lnTo>
                      <a:pt x="135613" y="214156"/>
                    </a:lnTo>
                    <a:close/>
                    <a:moveTo>
                      <a:pt x="275100" y="16771"/>
                    </a:moveTo>
                    <a:cubicBezTo>
                      <a:pt x="262185" y="16771"/>
                      <a:pt x="251852" y="27092"/>
                      <a:pt x="251852" y="39993"/>
                    </a:cubicBezTo>
                    <a:cubicBezTo>
                      <a:pt x="251852" y="52894"/>
                      <a:pt x="262185" y="63215"/>
                      <a:pt x="275100" y="63215"/>
                    </a:cubicBezTo>
                    <a:cubicBezTo>
                      <a:pt x="288016" y="63215"/>
                      <a:pt x="298348" y="52894"/>
                      <a:pt x="298348" y="39993"/>
                    </a:cubicBezTo>
                    <a:cubicBezTo>
                      <a:pt x="298348" y="27092"/>
                      <a:pt x="288016" y="16771"/>
                      <a:pt x="275100" y="16771"/>
                    </a:cubicBezTo>
                    <a:close/>
                    <a:moveTo>
                      <a:pt x="275100" y="0"/>
                    </a:moveTo>
                    <a:cubicBezTo>
                      <a:pt x="427503" y="0"/>
                      <a:pt x="551492" y="123849"/>
                      <a:pt x="551492" y="274790"/>
                    </a:cubicBezTo>
                    <a:cubicBezTo>
                      <a:pt x="551492" y="427022"/>
                      <a:pt x="427503" y="550871"/>
                      <a:pt x="275100" y="550871"/>
                    </a:cubicBezTo>
                    <a:cubicBezTo>
                      <a:pt x="122697" y="550871"/>
                      <a:pt x="0" y="427022"/>
                      <a:pt x="0" y="274790"/>
                    </a:cubicBezTo>
                    <a:cubicBezTo>
                      <a:pt x="0" y="123849"/>
                      <a:pt x="122697" y="0"/>
                      <a:pt x="275100" y="0"/>
                    </a:cubicBezTo>
                    <a:close/>
                  </a:path>
                </a:pathLst>
              </a:custGeom>
              <a:solidFill>
                <a:srgbClr val="2DB2A4"/>
              </a:solidFill>
              <a:ln>
                <a:noFill/>
              </a:ln>
            </p:spPr>
          </p:sp>
          <p:sp>
            <p:nvSpPr>
              <p:cNvPr id="408" name="TextBox 6"/>
              <p:cNvSpPr txBox="1"/>
              <p:nvPr/>
            </p:nvSpPr>
            <p:spPr>
              <a:xfrm>
                <a:off x="5029746" y="5922654"/>
                <a:ext cx="3029948" cy="369308"/>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r>
                  <a:rPr lang="zh-CN" altLang="en-US" sz="1800" b="1" dirty="0">
                    <a:solidFill>
                      <a:schemeClr val="bg1"/>
                    </a:solidFill>
                    <a:latin typeface="微软雅黑" panose="020B0503020204020204" pitchFamily="34" charset="-122"/>
                    <a:ea typeface="微软雅黑" panose="020B0503020204020204" pitchFamily="34" charset="-122"/>
                  </a:rPr>
                  <a:t>答辩日期：</a:t>
                </a:r>
                <a:r>
                  <a:rPr lang="en-US" altLang="zh-CN" sz="1800" b="1" dirty="0">
                    <a:solidFill>
                      <a:schemeClr val="bg1"/>
                    </a:solidFill>
                    <a:latin typeface="微软雅黑" panose="020B0503020204020204" pitchFamily="34" charset="-122"/>
                    <a:ea typeface="微软雅黑" panose="020B0503020204020204" pitchFamily="34" charset="-122"/>
                  </a:rPr>
                  <a:t>2024</a:t>
                </a:r>
                <a:r>
                  <a:rPr lang="zh-CN" altLang="en-US" sz="1800" b="1" dirty="0">
                    <a:solidFill>
                      <a:schemeClr val="bg1"/>
                    </a:solidFill>
                    <a:latin typeface="微软雅黑" panose="020B0503020204020204" pitchFamily="34" charset="-122"/>
                    <a:ea typeface="微软雅黑" panose="020B0503020204020204" pitchFamily="34" charset="-122"/>
                  </a:rPr>
                  <a:t>年</a:t>
                </a:r>
                <a:r>
                  <a:rPr lang="en-US" altLang="zh-CN" sz="1800" b="1" dirty="0">
                    <a:solidFill>
                      <a:schemeClr val="bg1"/>
                    </a:solidFill>
                    <a:latin typeface="微软雅黑" panose="020B0503020204020204" pitchFamily="34" charset="-122"/>
                    <a:ea typeface="微软雅黑" panose="020B0503020204020204" pitchFamily="34" charset="-122"/>
                  </a:rPr>
                  <a:t>5</a:t>
                </a:r>
                <a:r>
                  <a:rPr lang="zh-CN" altLang="en-US" sz="1800" b="1" dirty="0">
                    <a:solidFill>
                      <a:schemeClr val="bg1"/>
                    </a:solidFill>
                    <a:latin typeface="微软雅黑" panose="020B0503020204020204" pitchFamily="34" charset="-122"/>
                    <a:ea typeface="微软雅黑" panose="020B0503020204020204" pitchFamily="34" charset="-122"/>
                  </a:rPr>
                  <a:t>月</a:t>
                </a:r>
                <a:r>
                  <a:rPr lang="en-US" altLang="zh-CN" sz="1800" b="1" dirty="0">
                    <a:solidFill>
                      <a:schemeClr val="bg1"/>
                    </a:solidFill>
                    <a:latin typeface="微软雅黑" panose="020B0503020204020204" pitchFamily="34" charset="-122"/>
                    <a:ea typeface="微软雅黑" panose="020B0503020204020204" pitchFamily="34" charset="-122"/>
                  </a:rPr>
                  <a:t>19</a:t>
                </a:r>
                <a:r>
                  <a:rPr lang="zh-CN" altLang="en-US" sz="1800" b="1" dirty="0">
                    <a:solidFill>
                      <a:schemeClr val="bg1"/>
                    </a:solidFill>
                    <a:latin typeface="微软雅黑" panose="020B0503020204020204" pitchFamily="34" charset="-122"/>
                    <a:ea typeface="微软雅黑" panose="020B0503020204020204" pitchFamily="34" charset="-122"/>
                  </a:rPr>
                  <a:t>日</a:t>
                </a: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10"/>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10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1" name="椭圆 10"/>
          <p:cNvSpPr/>
          <p:nvPr/>
        </p:nvSpPr>
        <p:spPr>
          <a:xfrm>
            <a:off x="793780" y="3022093"/>
            <a:ext cx="2974123" cy="2974123"/>
          </a:xfrm>
          <a:prstGeom prst="ellipse">
            <a:avLst/>
          </a:prstGeom>
          <a:solidFill>
            <a:srgbClr val="0E6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5" name="文本框 4"/>
          <p:cNvSpPr txBox="1"/>
          <p:nvPr/>
        </p:nvSpPr>
        <p:spPr>
          <a:xfrm>
            <a:off x="2672036" y="2608487"/>
            <a:ext cx="258532"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kumimoji="0" lang="en-US" altLang="zh-CN" sz="1400" b="1" i="0" u="none" strike="noStrike" kern="1200" cap="none" spc="0" normalizeH="0" baseline="0" noProof="0" dirty="0">
                <a:ln>
                  <a:noFill/>
                </a:ln>
                <a:solidFill>
                  <a:srgbClr val="003F88"/>
                </a:solidFill>
                <a:effectLst/>
                <a:uLnTx/>
                <a:uFillTx/>
                <a:latin typeface="Arial" panose="020B0604020202020204"/>
                <a:ea typeface="微软雅黑" panose="020B0503020204020204" pitchFamily="34" charset="-122"/>
                <a:cs typeface="+mn-cs"/>
              </a:rPr>
              <a:t>CON</a:t>
            </a:r>
            <a:r>
              <a:rPr kumimoji="0" lang="en-US" altLang="zh-CN" sz="14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TENTS</a:t>
            </a:r>
            <a:endParaRPr kumimoji="0" lang="zh-CN" altLang="en-US" sz="1400" b="1" i="0" u="none" strike="noStrike" kern="120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 name="文本框 5"/>
          <p:cNvSpPr txBox="1"/>
          <p:nvPr/>
        </p:nvSpPr>
        <p:spPr>
          <a:xfrm>
            <a:off x="2881506" y="2608487"/>
            <a:ext cx="886397"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kumimoji="0" lang="zh-CN" altLang="en-US" sz="4800" b="1" i="0" u="none" strike="noStrike" kern="1200" cap="none" spc="0" normalizeH="0" baseline="0" noProof="0" dirty="0">
                <a:ln>
                  <a:noFill/>
                </a:ln>
                <a:solidFill>
                  <a:srgbClr val="3F3F3F"/>
                </a:solidFill>
                <a:effectLst/>
                <a:uLnTx/>
                <a:uFillTx/>
                <a:latin typeface="方正粗雅宋简体" panose="02000000000000000000" pitchFamily="2" charset="-122"/>
                <a:ea typeface="方正粗雅宋简体" panose="02000000000000000000" pitchFamily="2" charset="-122"/>
                <a:cs typeface="+mn-cs"/>
              </a:rPr>
              <a:t>目</a:t>
            </a:r>
            <a:r>
              <a:rPr kumimoji="0" lang="zh-CN" altLang="en-US" sz="4800" b="1" i="0" u="none" strike="noStrike" kern="1200" cap="none" spc="0" normalizeH="0" baseline="0" noProof="0" dirty="0">
                <a:ln>
                  <a:noFill/>
                </a:ln>
                <a:solidFill>
                  <a:srgbClr val="FFFFFF"/>
                </a:solidFill>
                <a:effectLst/>
                <a:uLnTx/>
                <a:uFillTx/>
                <a:latin typeface="方正粗雅宋简体" panose="02000000000000000000" pitchFamily="2" charset="-122"/>
                <a:ea typeface="方正粗雅宋简体" panose="02000000000000000000" pitchFamily="2" charset="-122"/>
                <a:cs typeface="+mn-cs"/>
              </a:rPr>
              <a:t>录</a:t>
            </a:r>
          </a:p>
        </p:txBody>
      </p:sp>
      <p:grpSp>
        <p:nvGrpSpPr>
          <p:cNvPr id="55" name="组合 54"/>
          <p:cNvGrpSpPr/>
          <p:nvPr/>
        </p:nvGrpSpPr>
        <p:grpSpPr>
          <a:xfrm>
            <a:off x="6096000" y="1549400"/>
            <a:ext cx="3240000" cy="4115187"/>
            <a:chOff x="5395536" y="685800"/>
            <a:chExt cx="3240000" cy="4115187"/>
          </a:xfrm>
        </p:grpSpPr>
        <p:sp>
          <p:nvSpPr>
            <p:cNvPr id="56" name="文本框 55"/>
            <p:cNvSpPr txBox="1"/>
            <p:nvPr/>
          </p:nvSpPr>
          <p:spPr>
            <a:xfrm>
              <a:off x="5395536" y="2949258"/>
              <a:ext cx="3240000" cy="720000"/>
            </a:xfrm>
            <a:prstGeom prst="rect">
              <a:avLst/>
            </a:prstGeom>
            <a:noFill/>
          </p:spPr>
          <p:txBody>
            <a:bodyPr wrap="square" lIns="0" tIns="0" rIns="0" bIns="0" rtlCol="0" anchor="ctr">
              <a:noAutofit/>
            </a:bodyPr>
            <a:lstStyle/>
            <a:p>
              <a:pPr marL="0" marR="0" lvl="0" indent="0" algn="dist" defTabSz="914400" rtl="0" eaLnBrk="1" fontAlgn="auto" latinLnBrk="0" hangingPunct="1">
                <a:lnSpc>
                  <a:spcPct val="12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03 </a:t>
              </a:r>
              <a:r>
                <a:rPr lang="zh-CN" altLang="en-US" sz="2800" b="1" dirty="0">
                  <a:solidFill>
                    <a:srgbClr val="3F3F3F"/>
                  </a:solidFill>
                  <a:latin typeface="Arial" panose="020B0604020202020204"/>
                  <a:ea typeface="微软雅黑" panose="020B0503020204020204" pitchFamily="34" charset="-122"/>
                </a:rPr>
                <a:t>研究结果</a:t>
              </a:r>
              <a:r>
                <a:rPr kumimoji="0" lang="zh-CN" altLang="zh-CN" sz="28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与</a:t>
              </a:r>
              <a:r>
                <a:rPr kumimoji="0" lang="zh-CN" altLang="en-US" sz="28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讨论</a:t>
              </a:r>
              <a:r>
                <a:rPr lang="en-US" altLang="zh-CN" sz="1200" b="1" dirty="0">
                  <a:solidFill>
                    <a:srgbClr val="3F3F3F"/>
                  </a:solidFill>
                  <a:latin typeface="Arial" panose="020B0604020202020204"/>
                  <a:ea typeface="微软雅黑" panose="020B0503020204020204" pitchFamily="34" charset="-122"/>
                </a:rPr>
                <a:t>R</a:t>
              </a:r>
              <a:r>
                <a:rPr kumimoji="0" lang="en-US" altLang="zh-CN" sz="1200" b="1" i="0" u="none" strike="noStrike" kern="1200" cap="none" spc="0" normalizeH="0" baseline="0" noProof="0" dirty="0" err="1">
                  <a:ln>
                    <a:noFill/>
                  </a:ln>
                  <a:solidFill>
                    <a:srgbClr val="3F3F3F"/>
                  </a:solidFill>
                  <a:effectLst/>
                  <a:uLnTx/>
                  <a:uFillTx/>
                  <a:latin typeface="Arial" panose="020B0604020202020204"/>
                  <a:ea typeface="微软雅黑" panose="020B0503020204020204" pitchFamily="34" charset="-122"/>
                  <a:cs typeface="+mn-cs"/>
                </a:rPr>
                <a:t>esearch</a:t>
              </a:r>
              <a:r>
                <a:rPr kumimoji="0" lang="en-US" altLang="zh-CN" sz="12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 Results And Discussion</a:t>
              </a:r>
              <a:endParaRPr kumimoji="0" lang="zh-CN" altLang="zh-CN" sz="12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endParaRPr>
            </a:p>
          </p:txBody>
        </p:sp>
        <p:sp>
          <p:nvSpPr>
            <p:cNvPr id="57" name="文本框 56"/>
            <p:cNvSpPr txBox="1"/>
            <p:nvPr/>
          </p:nvSpPr>
          <p:spPr>
            <a:xfrm>
              <a:off x="5395536" y="1817529"/>
              <a:ext cx="3240000" cy="720000"/>
            </a:xfrm>
            <a:prstGeom prst="rect">
              <a:avLst/>
            </a:prstGeom>
            <a:noFill/>
          </p:spPr>
          <p:txBody>
            <a:bodyPr wrap="square" lIns="0" tIns="0" rIns="0" bIns="0" rtlCol="0" anchor="ctr">
              <a:noAutofit/>
            </a:bodyPr>
            <a:lstStyle/>
            <a:p>
              <a:pPr marL="0" marR="0" lvl="0" indent="0" algn="dist" defTabSz="914400" rtl="0" eaLnBrk="1" fontAlgn="auto" latinLnBrk="0" hangingPunct="1">
                <a:lnSpc>
                  <a:spcPct val="12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02 </a:t>
              </a:r>
              <a:r>
                <a:rPr kumimoji="0" lang="zh-CN" altLang="zh-CN" sz="28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研究思路与方法</a:t>
              </a:r>
              <a:endParaRPr kumimoji="0" lang="zh-CN" altLang="zh-CN" sz="2800" b="0"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endParaRPr>
            </a:p>
            <a:p>
              <a:pPr marL="0" marR="0" lvl="0" indent="0" algn="dist" defTabSz="914400" rtl="0" eaLnBrk="1" fontAlgn="auto" latinLnBrk="0" hangingPunct="1">
                <a:lnSpc>
                  <a:spcPct val="12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Research Ideas And Methods</a:t>
              </a:r>
              <a:endParaRPr kumimoji="0" lang="zh-CN" altLang="zh-CN" sz="1200" b="0"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endParaRPr>
            </a:p>
          </p:txBody>
        </p:sp>
        <p:sp>
          <p:nvSpPr>
            <p:cNvPr id="58" name="文本框 57"/>
            <p:cNvSpPr txBox="1"/>
            <p:nvPr/>
          </p:nvSpPr>
          <p:spPr>
            <a:xfrm>
              <a:off x="5395536" y="4080987"/>
              <a:ext cx="3240000" cy="720000"/>
            </a:xfrm>
            <a:prstGeom prst="rect">
              <a:avLst/>
            </a:prstGeom>
            <a:noFill/>
          </p:spPr>
          <p:txBody>
            <a:bodyPr wrap="square" lIns="0" tIns="0" rIns="0" bIns="0" rtlCol="0" anchor="ctr">
              <a:noAutofit/>
            </a:bodyPr>
            <a:lstStyle/>
            <a:p>
              <a:pPr marL="0" marR="0" lvl="0" indent="0" algn="dist" defTabSz="914400" rtl="0" eaLnBrk="1" fontAlgn="auto" latinLnBrk="0" hangingPunct="1">
                <a:lnSpc>
                  <a:spcPct val="12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04 </a:t>
              </a:r>
              <a:r>
                <a:rPr kumimoji="0" lang="zh-CN" altLang="zh-CN" sz="28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研究</a:t>
              </a:r>
              <a:r>
                <a:rPr lang="zh-CN" altLang="en-US" sz="2800" b="1" dirty="0">
                  <a:solidFill>
                    <a:srgbClr val="3F3F3F"/>
                  </a:solidFill>
                  <a:latin typeface="Arial" panose="020B0604020202020204"/>
                  <a:ea typeface="微软雅黑" panose="020B0503020204020204" pitchFamily="34" charset="-122"/>
                </a:rPr>
                <a:t>总结</a:t>
              </a:r>
              <a:r>
                <a:rPr kumimoji="0" lang="zh-CN" altLang="zh-CN" sz="28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与</a:t>
              </a:r>
              <a:r>
                <a:rPr kumimoji="0" lang="zh-CN" altLang="en-US" sz="28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展望</a:t>
              </a:r>
              <a:r>
                <a:rPr kumimoji="0" lang="en-US" altLang="zh-CN" sz="12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Research Conclusion And Outlook</a:t>
              </a:r>
            </a:p>
          </p:txBody>
        </p:sp>
        <p:sp>
          <p:nvSpPr>
            <p:cNvPr id="60" name="文本框 59"/>
            <p:cNvSpPr txBox="1"/>
            <p:nvPr/>
          </p:nvSpPr>
          <p:spPr>
            <a:xfrm>
              <a:off x="5395536" y="685800"/>
              <a:ext cx="3240000" cy="720000"/>
            </a:xfrm>
            <a:prstGeom prst="rect">
              <a:avLst/>
            </a:prstGeom>
            <a:noFill/>
          </p:spPr>
          <p:txBody>
            <a:bodyPr wrap="square" lIns="0" tIns="0" rIns="0" bIns="0" rtlCol="0" anchor="ctr">
              <a:noAutofit/>
            </a:bodyPr>
            <a:lstStyle/>
            <a:p>
              <a:pPr marL="0" marR="0" lvl="0" indent="0" algn="dist" defTabSz="914400" rtl="0" eaLnBrk="1" fontAlgn="auto" latinLnBrk="0" hangingPunct="1">
                <a:lnSpc>
                  <a:spcPct val="12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01 </a:t>
              </a:r>
              <a:r>
                <a:rPr lang="zh-CN" altLang="en-US" sz="2800" b="1" noProof="0" dirty="0">
                  <a:solidFill>
                    <a:srgbClr val="3F3F3F"/>
                  </a:solidFill>
                  <a:latin typeface="Arial" panose="020B0604020202020204"/>
                  <a:ea typeface="微软雅黑" panose="020B0503020204020204" pitchFamily="34" charset="-122"/>
                </a:rPr>
                <a:t>研究</a:t>
              </a:r>
              <a:r>
                <a:rPr kumimoji="0" lang="zh-CN" altLang="zh-CN" sz="28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背景及意义</a:t>
              </a:r>
              <a:endParaRPr kumimoji="0" lang="zh-CN" altLang="zh-CN" sz="2800" b="0"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endParaRPr>
            </a:p>
            <a:p>
              <a:pPr marL="0" marR="0" lvl="0" indent="0" algn="dist" defTabSz="914400" rtl="0" eaLnBrk="1" fontAlgn="auto" latinLnBrk="0" hangingPunct="1">
                <a:lnSpc>
                  <a:spcPct val="12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rPr>
                <a:t>Research Background And Purpose</a:t>
              </a:r>
              <a:endParaRPr kumimoji="0" lang="zh-CN" altLang="zh-CN" sz="1200" b="0" i="0" u="none" strike="noStrike" kern="1200" cap="none" spc="0" normalizeH="0" baseline="0" noProof="0" dirty="0">
                <a:ln>
                  <a:noFill/>
                </a:ln>
                <a:solidFill>
                  <a:srgbClr val="3F3F3F"/>
                </a:solidFill>
                <a:effectLst/>
                <a:uLnTx/>
                <a:uFillTx/>
                <a:latin typeface="Arial" panose="020B0604020202020204"/>
                <a:ea typeface="微软雅黑" panose="020B0503020204020204" pitchFamily="34" charset="-122"/>
                <a:cs typeface="+mn-cs"/>
              </a:endParaRPr>
            </a:p>
          </p:txBody>
        </p:sp>
      </p:grpSp>
      <p:pic>
        <p:nvPicPr>
          <p:cNvPr id="25" name="图片 24"/>
          <p:cNvPicPr>
            <a:picLocks noChangeAspect="1"/>
          </p:cNvPicPr>
          <p:nvPr/>
        </p:nvPicPr>
        <p:blipFill rotWithShape="1">
          <a:blip r:embed="rId4">
            <a:extLst>
              <a:ext uri="{28A0092B-C50C-407E-A947-70E740481C1C}">
                <a14:useLocalDpi xmlns:a14="http://schemas.microsoft.com/office/drawing/2010/main" val="0"/>
              </a:ext>
            </a:extLst>
          </a:blip>
          <a:srcRect l="34530" r="8497" b="25643"/>
          <a:stretch>
            <a:fillRect/>
          </a:stretch>
        </p:blipFill>
        <p:spPr>
          <a:xfrm>
            <a:off x="1083625" y="3646855"/>
            <a:ext cx="1974431" cy="171526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userDrawn="1">
            <p:custDataLst>
              <p:tags r:id="rId1"/>
            </p:custDataLst>
          </p:nvPr>
        </p:nvSpPr>
        <p:spPr>
          <a:xfrm>
            <a:off x="443230" y="972181"/>
            <a:ext cx="11306175" cy="2880999"/>
          </a:xfrm>
          <a:prstGeom prst="rect">
            <a:avLst/>
          </a:prstGeom>
          <a:solidFill>
            <a:srgbClr val="2DB2A4">
              <a:alpha val="22000"/>
            </a:srgb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2DB2A4"/>
              </a:solidFill>
              <a:latin typeface="+mn-ea"/>
              <a:ea typeface="+mn-ea"/>
              <a:cs typeface="阿里巴巴普惠体" panose="00020600040101010101" pitchFamily="18" charset="-122"/>
            </a:endParaRPr>
          </a:p>
        </p:txBody>
      </p:sp>
      <p:sp>
        <p:nvSpPr>
          <p:cNvPr id="53" name="文本占位符 26"/>
          <p:cNvSpPr>
            <a:spLocks noGrp="1"/>
          </p:cNvSpPr>
          <p:nvPr/>
        </p:nvSpPr>
        <p:spPr>
          <a:xfrm>
            <a:off x="2338070" y="1333589"/>
            <a:ext cx="9211945" cy="2519591"/>
          </a:xfrm>
          <a:prstGeom prst="rect">
            <a:avLst/>
          </a:prstGeom>
        </p:spPr>
        <p:txBody>
          <a:bodyPr vert="horz" wrap="square" lIns="91440" tIns="45720" rIns="91440" bIns="45720" anchor="t" anchorCtr="0">
            <a:noAutofit/>
          </a:bodyPr>
          <a:lstStyle>
            <a:lvl1pPr marL="0" marR="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sz="2000" spc="0">
                <a:solidFill>
                  <a:srgbClr val="000000"/>
                </a:solidFill>
                <a:latin typeface="+mn-ea"/>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342000" indent="-285750">
              <a:lnSpc>
                <a:spcPct val="125000"/>
              </a:lnSpc>
              <a:spcAft>
                <a:spcPts val="800"/>
              </a:spcAft>
              <a:buClr>
                <a:srgbClr val="01569D"/>
              </a:buClr>
              <a:buFont typeface="Wingdings" panose="05000000000000000000" pitchFamily="2" charset="2"/>
              <a:buChar char="Ø"/>
            </a:pPr>
            <a:r>
              <a:rPr lang="zh-CN" altLang="en-US" dirty="0">
                <a:solidFill>
                  <a:schemeClr val="tx1"/>
                </a:solidFill>
                <a:sym typeface="+mn-ea"/>
              </a:rPr>
              <a:t>项目型服务是</a:t>
            </a:r>
            <a:r>
              <a:rPr lang="en-US" altLang="zh-CN" dirty="0">
                <a:solidFill>
                  <a:schemeClr val="tx1"/>
                </a:solidFill>
                <a:sym typeface="+mn-ea"/>
              </a:rPr>
              <a:t>IT</a:t>
            </a:r>
            <a:r>
              <a:rPr lang="zh-CN" altLang="en-US" dirty="0">
                <a:solidFill>
                  <a:schemeClr val="tx1"/>
                </a:solidFill>
                <a:sym typeface="+mn-ea"/>
              </a:rPr>
              <a:t>服务的一类常见服务内容，引入多技能</a:t>
            </a:r>
            <a:r>
              <a:rPr lang="en-US" altLang="zh-CN" dirty="0">
                <a:solidFill>
                  <a:schemeClr val="tx1"/>
                </a:solidFill>
                <a:sym typeface="+mn-ea"/>
              </a:rPr>
              <a:t>IT</a:t>
            </a:r>
            <a:r>
              <a:rPr lang="zh-CN" altLang="en-US" dirty="0">
                <a:solidFill>
                  <a:schemeClr val="tx1"/>
                </a:solidFill>
                <a:sym typeface="+mn-ea"/>
              </a:rPr>
              <a:t>服务人员作为服务资源，便形成了</a:t>
            </a:r>
            <a:r>
              <a:rPr lang="zh-CN" altLang="en-US" b="1" dirty="0">
                <a:solidFill>
                  <a:schemeClr val="tx1"/>
                </a:solidFill>
                <a:sym typeface="+mn-ea"/>
              </a:rPr>
              <a:t>多技能</a:t>
            </a:r>
            <a:r>
              <a:rPr lang="zh-CN" altLang="en-US" dirty="0">
                <a:solidFill>
                  <a:schemeClr val="tx1"/>
                </a:solidFill>
                <a:sym typeface="+mn-ea"/>
              </a:rPr>
              <a:t>资源受限项目调度问题。</a:t>
            </a:r>
            <a:endParaRPr lang="en-US" altLang="zh-CN" dirty="0">
              <a:solidFill>
                <a:schemeClr val="tx1"/>
              </a:solidFill>
            </a:endParaRPr>
          </a:p>
          <a:p>
            <a:pPr marL="342900" indent="-342900">
              <a:lnSpc>
                <a:spcPct val="125000"/>
              </a:lnSpc>
              <a:spcAft>
                <a:spcPts val="800"/>
              </a:spcAft>
              <a:buClr>
                <a:srgbClr val="01569D"/>
              </a:buClr>
              <a:buFont typeface="Wingdings" panose="05000000000000000000" charset="0"/>
              <a:buChar char="Ø"/>
            </a:pPr>
            <a:r>
              <a:rPr lang="zh-CN" altLang="en-US" dirty="0">
                <a:solidFill>
                  <a:schemeClr val="tx1"/>
                </a:solidFill>
                <a:sym typeface="+mn-ea"/>
              </a:rPr>
              <a:t>项目型服务往往需求内容结构复杂，因此会形成任务网络，常需要预设</a:t>
            </a:r>
            <a:r>
              <a:rPr lang="zh-CN" altLang="en-US" b="1" dirty="0">
                <a:solidFill>
                  <a:schemeClr val="tx1"/>
                </a:solidFill>
                <a:sym typeface="+mn-ea"/>
              </a:rPr>
              <a:t>里程碑节点</a:t>
            </a:r>
            <a:r>
              <a:rPr lang="zh-CN" altLang="en-US" dirty="0">
                <a:solidFill>
                  <a:schemeClr val="tx1"/>
                </a:solidFill>
                <a:sym typeface="+mn-ea"/>
              </a:rPr>
              <a:t>来协调项目相关方达成对服务水平的共识。</a:t>
            </a:r>
          </a:p>
          <a:p>
            <a:pPr marL="342900" indent="-342900">
              <a:lnSpc>
                <a:spcPct val="125000"/>
              </a:lnSpc>
              <a:spcAft>
                <a:spcPts val="800"/>
              </a:spcAft>
              <a:buClr>
                <a:srgbClr val="01569D"/>
              </a:buClr>
              <a:buFont typeface="Wingdings" panose="05000000000000000000" charset="0"/>
              <a:buChar char="Ø"/>
            </a:pPr>
            <a:r>
              <a:rPr lang="zh-CN" altLang="zh-CN" b="1" dirty="0"/>
              <a:t>资源</a:t>
            </a:r>
            <a:r>
              <a:rPr lang="zh-CN" altLang="zh-CN" dirty="0"/>
              <a:t>经常会在项目和活动之间</a:t>
            </a:r>
            <a:r>
              <a:rPr lang="zh-CN" altLang="zh-CN" b="1" dirty="0">
                <a:solidFill>
                  <a:schemeClr val="tx1"/>
                </a:solidFill>
              </a:rPr>
              <a:t>转移</a:t>
            </a:r>
            <a:r>
              <a:rPr lang="zh-CN" altLang="zh-CN" dirty="0"/>
              <a:t>，而转移在现实中通常需要时间，且活动在执行过程中通常</a:t>
            </a:r>
            <a:r>
              <a:rPr lang="zh-CN" altLang="zh-CN" b="1" dirty="0"/>
              <a:t>可中断</a:t>
            </a:r>
            <a:r>
              <a:rPr lang="zh-CN" altLang="en-US" dirty="0"/>
              <a:t>。</a:t>
            </a:r>
            <a:endParaRPr lang="zh-CN" altLang="en-US" dirty="0">
              <a:solidFill>
                <a:srgbClr val="2DB2A4"/>
              </a:solidFill>
              <a:sym typeface="+mn-ea"/>
            </a:endParaRPr>
          </a:p>
        </p:txBody>
      </p:sp>
      <p:sp>
        <p:nvSpPr>
          <p:cNvPr id="7" name="文本占位符 19"/>
          <p:cNvSpPr>
            <a:spLocks noGrp="1"/>
          </p:cNvSpPr>
          <p:nvPr/>
        </p:nvSpPr>
        <p:spPr>
          <a:xfrm>
            <a:off x="2245970" y="1726768"/>
            <a:ext cx="9212083" cy="1151277"/>
          </a:xfrm>
          <a:prstGeom prst="rect">
            <a:avLst/>
          </a:prstGeom>
        </p:spPr>
        <p:txBody>
          <a:bodyPr vert="horz" wrap="square" lIns="91440" tIns="45720" rIns="91440" bIns="45720" anchor="t" anchorCtr="0">
            <a:spAutoFit/>
          </a:bodyPr>
          <a:lstStyle>
            <a:lvl1pPr marL="0" marR="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sz="2000" kern="1200" spc="0">
                <a:solidFill>
                  <a:srgbClr val="000000"/>
                </a:solidFill>
                <a:latin typeface="+mn-ea"/>
                <a:ea typeface="+mn-ea"/>
                <a:cs typeface="+mn-cs"/>
                <a:sym typeface="阿里巴巴普惠体" panose="00020600040101010101" pitchFamily="18" charset="-122"/>
              </a:defRPr>
            </a:lvl1pPr>
            <a:lvl2pPr marL="4572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lnSpc>
                <a:spcPct val="120000"/>
              </a:lnSpc>
              <a:spcBef>
                <a:spcPct val="0"/>
              </a:spcBef>
            </a:pPr>
            <a:r>
              <a:rPr lang="zh-CN" altLang="zh-CN" dirty="0"/>
              <a:t>随着经济的蓬勃发展和产业结构的转变，服务业对经济增长的推动作用愈发显著</a:t>
            </a:r>
            <a:r>
              <a:rPr lang="zh-CN" altLang="en-US" dirty="0"/>
              <a:t>。</a:t>
            </a:r>
            <a:r>
              <a:rPr lang="zh-CN" altLang="zh-CN" dirty="0"/>
              <a:t>为了高效满足服务需求并减少因服务水平不足而产生的损失，如何优化任务调配与其服务资源配置成为了服务组织迫切待解的难题</a:t>
            </a:r>
            <a:r>
              <a:rPr lang="zh-CN" altLang="en-US" dirty="0"/>
              <a:t>。</a:t>
            </a:r>
            <a:endParaRPr lang="zh-CN" dirty="0"/>
          </a:p>
        </p:txBody>
      </p:sp>
      <p:sp>
        <p:nvSpPr>
          <p:cNvPr id="2" name="标题 1"/>
          <p:cNvSpPr>
            <a:spLocks noGrp="1"/>
          </p:cNvSpPr>
          <p:nvPr>
            <p:ph type="title"/>
          </p:nvPr>
        </p:nvSpPr>
        <p:spPr>
          <a:prstGeom prst="rect">
            <a:avLst/>
          </a:prstGeom>
        </p:spPr>
        <p:txBody>
          <a:bodyPr>
            <a:normAutofit/>
          </a:bodyPr>
          <a:lstStyle/>
          <a:p>
            <a:pPr marL="514350" indent="-514350">
              <a:buFont typeface="+mj-lt"/>
              <a:buAutoNum type="arabicPeriod"/>
            </a:pPr>
            <a:r>
              <a:rPr lang="zh-CN" altLang="en-US" dirty="0"/>
              <a:t>研究背景及意义</a:t>
            </a:r>
          </a:p>
        </p:txBody>
      </p:sp>
      <p:sp>
        <p:nvSpPr>
          <p:cNvPr id="3" name="灯片编号占位符 2"/>
          <p:cNvSpPr>
            <a:spLocks noGrp="1"/>
          </p:cNvSpPr>
          <p:nvPr>
            <p:ph type="sldNum" sz="quarter" idx="12"/>
          </p:nvPr>
        </p:nvSpPr>
        <p:spPr/>
        <p:txBody>
          <a:bodyPr/>
          <a:lstStyle/>
          <a:p>
            <a:fld id="{C33509E8-EDB3-4BFB-9C63-B01D176D4351}" type="slidenum">
              <a:rPr lang="ko-KR" altLang="en-US" smtClean="0"/>
              <a:t>3</a:t>
            </a:fld>
            <a:endParaRPr lang="ko-KR" altLang="en-US" dirty="0"/>
          </a:p>
        </p:txBody>
      </p:sp>
      <p:sp>
        <p:nvSpPr>
          <p:cNvPr id="4" name="Rectangle 2"/>
          <p:cNvSpPr>
            <a:spLocks noChangeArrowheads="1"/>
          </p:cNvSpPr>
          <p:nvPr/>
        </p:nvSpPr>
        <p:spPr bwMode="auto">
          <a:xfrm>
            <a:off x="971550" y="21304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8" name="任意多边形: 形状 47"/>
          <p:cNvSpPr/>
          <p:nvPr userDrawn="1">
            <p:custDataLst>
              <p:tags r:id="rId2"/>
            </p:custDataLst>
          </p:nvPr>
        </p:nvSpPr>
        <p:spPr>
          <a:xfrm>
            <a:off x="718197" y="1506545"/>
            <a:ext cx="1485418" cy="1685107"/>
          </a:xfrm>
          <a:custGeom>
            <a:avLst/>
            <a:gdLst>
              <a:gd name="connsiteX0" fmla="*/ 1281125 w 2812178"/>
              <a:gd name="connsiteY0" fmla="*/ 2724776 h 3190227"/>
              <a:gd name="connsiteX1" fmla="*/ 1274362 w 2812178"/>
              <a:gd name="connsiteY1" fmla="*/ 2725538 h 3190227"/>
              <a:gd name="connsiteX2" fmla="*/ 1227118 w 2812178"/>
              <a:gd name="connsiteY2" fmla="*/ 2740873 h 3190227"/>
              <a:gd name="connsiteX3" fmla="*/ 1182541 w 2812178"/>
              <a:gd name="connsiteY3" fmla="*/ 2735063 h 3190227"/>
              <a:gd name="connsiteX4" fmla="*/ 1163110 w 2812178"/>
              <a:gd name="connsiteY4" fmla="*/ 2744112 h 3190227"/>
              <a:gd name="connsiteX5" fmla="*/ 1156538 w 2812178"/>
              <a:gd name="connsiteY5" fmla="*/ 2749255 h 3190227"/>
              <a:gd name="connsiteX6" fmla="*/ 1151490 w 2812178"/>
              <a:gd name="connsiteY6" fmla="*/ 2742778 h 3190227"/>
              <a:gd name="connsiteX7" fmla="*/ 1146156 w 2812178"/>
              <a:gd name="connsiteY7" fmla="*/ 2730777 h 3190227"/>
              <a:gd name="connsiteX8" fmla="*/ 1111675 w 2812178"/>
              <a:gd name="connsiteY8" fmla="*/ 2741730 h 3190227"/>
              <a:gd name="connsiteX9" fmla="*/ 1093197 w 2812178"/>
              <a:gd name="connsiteY9" fmla="*/ 2746398 h 3190227"/>
              <a:gd name="connsiteX10" fmla="*/ 1070813 w 2812178"/>
              <a:gd name="connsiteY10" fmla="*/ 2777259 h 3190227"/>
              <a:gd name="connsiteX11" fmla="*/ 1059669 w 2812178"/>
              <a:gd name="connsiteY11" fmla="*/ 2804691 h 3190227"/>
              <a:gd name="connsiteX12" fmla="*/ 1101960 w 2812178"/>
              <a:gd name="connsiteY12" fmla="*/ 2813644 h 3190227"/>
              <a:gd name="connsiteX13" fmla="*/ 1135869 w 2812178"/>
              <a:gd name="connsiteY13" fmla="*/ 2755732 h 3190227"/>
              <a:gd name="connsiteX14" fmla="*/ 1137202 w 2812178"/>
              <a:gd name="connsiteY14" fmla="*/ 2775259 h 3190227"/>
              <a:gd name="connsiteX15" fmla="*/ 1156157 w 2812178"/>
              <a:gd name="connsiteY15" fmla="*/ 2771639 h 3190227"/>
              <a:gd name="connsiteX16" fmla="*/ 1181017 w 2812178"/>
              <a:gd name="connsiteY16" fmla="*/ 2763162 h 3190227"/>
              <a:gd name="connsiteX17" fmla="*/ 1273505 w 2812178"/>
              <a:gd name="connsiteY17" fmla="*/ 2732968 h 3190227"/>
              <a:gd name="connsiteX18" fmla="*/ 1281125 w 2812178"/>
              <a:gd name="connsiteY18" fmla="*/ 2724776 h 3190227"/>
              <a:gd name="connsiteX19" fmla="*/ 887457 w 2812178"/>
              <a:gd name="connsiteY19" fmla="*/ 2647339 h 3190227"/>
              <a:gd name="connsiteX20" fmla="*/ 923938 w 2812178"/>
              <a:gd name="connsiteY20" fmla="*/ 2656102 h 3190227"/>
              <a:gd name="connsiteX21" fmla="*/ 927462 w 2812178"/>
              <a:gd name="connsiteY21" fmla="*/ 2724396 h 3190227"/>
              <a:gd name="connsiteX22" fmla="*/ 917175 w 2812178"/>
              <a:gd name="connsiteY22" fmla="*/ 2753923 h 3190227"/>
              <a:gd name="connsiteX23" fmla="*/ 912889 w 2812178"/>
              <a:gd name="connsiteY23" fmla="*/ 2758877 h 3190227"/>
              <a:gd name="connsiteX24" fmla="*/ 914032 w 2812178"/>
              <a:gd name="connsiteY24" fmla="*/ 2751447 h 3190227"/>
              <a:gd name="connsiteX25" fmla="*/ 903936 w 2812178"/>
              <a:gd name="connsiteY25" fmla="*/ 2751352 h 3190227"/>
              <a:gd name="connsiteX26" fmla="*/ 834784 w 2812178"/>
              <a:gd name="connsiteY26" fmla="*/ 2792500 h 3190227"/>
              <a:gd name="connsiteX27" fmla="*/ 805542 w 2812178"/>
              <a:gd name="connsiteY27" fmla="*/ 2821456 h 3190227"/>
              <a:gd name="connsiteX28" fmla="*/ 754679 w 2812178"/>
              <a:gd name="connsiteY28" fmla="*/ 2841553 h 3190227"/>
              <a:gd name="connsiteX29" fmla="*/ 744011 w 2812178"/>
              <a:gd name="connsiteY29" fmla="*/ 2828314 h 3190227"/>
              <a:gd name="connsiteX30" fmla="*/ 736010 w 2812178"/>
              <a:gd name="connsiteY30" fmla="*/ 2812312 h 3190227"/>
              <a:gd name="connsiteX31" fmla="*/ 759060 w 2812178"/>
              <a:gd name="connsiteY31" fmla="*/ 2797262 h 3190227"/>
              <a:gd name="connsiteX32" fmla="*/ 770967 w 2812178"/>
              <a:gd name="connsiteY32" fmla="*/ 2797072 h 3190227"/>
              <a:gd name="connsiteX33" fmla="*/ 783159 w 2812178"/>
              <a:gd name="connsiteY33" fmla="*/ 2798119 h 3190227"/>
              <a:gd name="connsiteX34" fmla="*/ 777729 w 2812178"/>
              <a:gd name="connsiteY34" fmla="*/ 2786309 h 3190227"/>
              <a:gd name="connsiteX35" fmla="*/ 769062 w 2812178"/>
              <a:gd name="connsiteY35" fmla="*/ 2783070 h 3190227"/>
              <a:gd name="connsiteX36" fmla="*/ 791350 w 2812178"/>
              <a:gd name="connsiteY36" fmla="*/ 2772307 h 3190227"/>
              <a:gd name="connsiteX37" fmla="*/ 873075 w 2812178"/>
              <a:gd name="connsiteY37" fmla="*/ 2670675 h 3190227"/>
              <a:gd name="connsiteX38" fmla="*/ 878313 w 2812178"/>
              <a:gd name="connsiteY38" fmla="*/ 2663341 h 3190227"/>
              <a:gd name="connsiteX39" fmla="*/ 887457 w 2812178"/>
              <a:gd name="connsiteY39" fmla="*/ 2647339 h 3190227"/>
              <a:gd name="connsiteX40" fmla="*/ 1017473 w 2812178"/>
              <a:gd name="connsiteY40" fmla="*/ 2539230 h 3190227"/>
              <a:gd name="connsiteX41" fmla="*/ 1039380 w 2812178"/>
              <a:gd name="connsiteY41" fmla="*/ 2556851 h 3190227"/>
              <a:gd name="connsiteX42" fmla="*/ 1066241 w 2812178"/>
              <a:gd name="connsiteY42" fmla="*/ 2607333 h 3190227"/>
              <a:gd name="connsiteX43" fmla="*/ 1039285 w 2812178"/>
              <a:gd name="connsiteY43" fmla="*/ 2610096 h 3190227"/>
              <a:gd name="connsiteX44" fmla="*/ 1008710 w 2812178"/>
              <a:gd name="connsiteY44" fmla="*/ 2601618 h 3190227"/>
              <a:gd name="connsiteX45" fmla="*/ 997280 w 2812178"/>
              <a:gd name="connsiteY45" fmla="*/ 2624574 h 3190227"/>
              <a:gd name="connsiteX46" fmla="*/ 1004233 w 2812178"/>
              <a:gd name="connsiteY46" fmla="*/ 2630956 h 3190227"/>
              <a:gd name="connsiteX47" fmla="*/ 1008138 w 2812178"/>
              <a:gd name="connsiteY47" fmla="*/ 2654101 h 3190227"/>
              <a:gd name="connsiteX48" fmla="*/ 979563 w 2812178"/>
              <a:gd name="connsiteY48" fmla="*/ 2647243 h 3190227"/>
              <a:gd name="connsiteX49" fmla="*/ 974706 w 2812178"/>
              <a:gd name="connsiteY49" fmla="*/ 2623621 h 3190227"/>
              <a:gd name="connsiteX50" fmla="*/ 989184 w 2812178"/>
              <a:gd name="connsiteY50" fmla="*/ 2611715 h 3190227"/>
              <a:gd name="connsiteX51" fmla="*/ 991755 w 2812178"/>
              <a:gd name="connsiteY51" fmla="*/ 2605524 h 3190227"/>
              <a:gd name="connsiteX52" fmla="*/ 1017473 w 2812178"/>
              <a:gd name="connsiteY52" fmla="*/ 2539230 h 3190227"/>
              <a:gd name="connsiteX53" fmla="*/ 1597355 w 2812178"/>
              <a:gd name="connsiteY53" fmla="*/ 2388734 h 3190227"/>
              <a:gd name="connsiteX54" fmla="*/ 1604785 w 2812178"/>
              <a:gd name="connsiteY54" fmla="*/ 2390353 h 3190227"/>
              <a:gd name="connsiteX55" fmla="*/ 1644790 w 2812178"/>
              <a:gd name="connsiteY55" fmla="*/ 2427882 h 3190227"/>
              <a:gd name="connsiteX56" fmla="*/ 1657363 w 2812178"/>
              <a:gd name="connsiteY56" fmla="*/ 2429311 h 3190227"/>
              <a:gd name="connsiteX57" fmla="*/ 1683747 w 2812178"/>
              <a:gd name="connsiteY57" fmla="*/ 2425405 h 3190227"/>
              <a:gd name="connsiteX58" fmla="*/ 1720037 w 2812178"/>
              <a:gd name="connsiteY58" fmla="*/ 2439026 h 3190227"/>
              <a:gd name="connsiteX59" fmla="*/ 1765376 w 2812178"/>
              <a:gd name="connsiteY59" fmla="*/ 2443312 h 3190227"/>
              <a:gd name="connsiteX60" fmla="*/ 1787188 w 2812178"/>
              <a:gd name="connsiteY60" fmla="*/ 2445122 h 3190227"/>
              <a:gd name="connsiteX61" fmla="*/ 1801857 w 2812178"/>
              <a:gd name="connsiteY61" fmla="*/ 2436359 h 3190227"/>
              <a:gd name="connsiteX62" fmla="*/ 1820526 w 2812178"/>
              <a:gd name="connsiteY62" fmla="*/ 2427406 h 3190227"/>
              <a:gd name="connsiteX63" fmla="*/ 1828622 w 2812178"/>
              <a:gd name="connsiteY63" fmla="*/ 2441026 h 3190227"/>
              <a:gd name="connsiteX64" fmla="*/ 1853006 w 2812178"/>
              <a:gd name="connsiteY64" fmla="*/ 2461600 h 3190227"/>
              <a:gd name="connsiteX65" fmla="*/ 1858721 w 2812178"/>
              <a:gd name="connsiteY65" fmla="*/ 2450361 h 3190227"/>
              <a:gd name="connsiteX66" fmla="*/ 1861674 w 2812178"/>
              <a:gd name="connsiteY66" fmla="*/ 2433502 h 3190227"/>
              <a:gd name="connsiteX67" fmla="*/ 1871294 w 2812178"/>
              <a:gd name="connsiteY67" fmla="*/ 2428263 h 3190227"/>
              <a:gd name="connsiteX68" fmla="*/ 1873485 w 2812178"/>
              <a:gd name="connsiteY68" fmla="*/ 2437026 h 3190227"/>
              <a:gd name="connsiteX69" fmla="*/ 1891106 w 2812178"/>
              <a:gd name="connsiteY69" fmla="*/ 2465220 h 3190227"/>
              <a:gd name="connsiteX70" fmla="*/ 1891201 w 2812178"/>
              <a:gd name="connsiteY70" fmla="*/ 2470744 h 3190227"/>
              <a:gd name="connsiteX71" fmla="*/ 1910156 w 2812178"/>
              <a:gd name="connsiteY71" fmla="*/ 2504368 h 3190227"/>
              <a:gd name="connsiteX72" fmla="*/ 1920348 w 2812178"/>
              <a:gd name="connsiteY72" fmla="*/ 2510940 h 3190227"/>
              <a:gd name="connsiteX73" fmla="*/ 1921110 w 2812178"/>
              <a:gd name="connsiteY73" fmla="*/ 2484079 h 3190227"/>
              <a:gd name="connsiteX74" fmla="*/ 1925682 w 2812178"/>
              <a:gd name="connsiteY74" fmla="*/ 2474364 h 3190227"/>
              <a:gd name="connsiteX75" fmla="*/ 1935397 w 2812178"/>
              <a:gd name="connsiteY75" fmla="*/ 2482269 h 3190227"/>
              <a:gd name="connsiteX76" fmla="*/ 1935302 w 2812178"/>
              <a:gd name="connsiteY76" fmla="*/ 2497986 h 3190227"/>
              <a:gd name="connsiteX77" fmla="*/ 1950828 w 2812178"/>
              <a:gd name="connsiteY77" fmla="*/ 2532371 h 3190227"/>
              <a:gd name="connsiteX78" fmla="*/ 1957019 w 2812178"/>
              <a:gd name="connsiteY78" fmla="*/ 2554945 h 3190227"/>
              <a:gd name="connsiteX79" fmla="*/ 1931016 w 2812178"/>
              <a:gd name="connsiteY79" fmla="*/ 2615524 h 3190227"/>
              <a:gd name="connsiteX80" fmla="*/ 1905203 w 2812178"/>
              <a:gd name="connsiteY80" fmla="*/ 2626764 h 3190227"/>
              <a:gd name="connsiteX81" fmla="*/ 1828717 w 2812178"/>
              <a:gd name="connsiteY81" fmla="*/ 2601808 h 3190227"/>
              <a:gd name="connsiteX82" fmla="*/ 1708988 w 2812178"/>
              <a:gd name="connsiteY82" fmla="*/ 2573233 h 3190227"/>
              <a:gd name="connsiteX83" fmla="*/ 1604499 w 2812178"/>
              <a:gd name="connsiteY83" fmla="*/ 2558374 h 3190227"/>
              <a:gd name="connsiteX84" fmla="*/ 1638217 w 2812178"/>
              <a:gd name="connsiteY84" fmla="*/ 2591617 h 3190227"/>
              <a:gd name="connsiteX85" fmla="*/ 1698415 w 2812178"/>
              <a:gd name="connsiteY85" fmla="*/ 2647338 h 3190227"/>
              <a:gd name="connsiteX86" fmla="*/ 1697272 w 2812178"/>
              <a:gd name="connsiteY86" fmla="*/ 2670484 h 3190227"/>
              <a:gd name="connsiteX87" fmla="*/ 1632026 w 2812178"/>
              <a:gd name="connsiteY87" fmla="*/ 2622954 h 3190227"/>
              <a:gd name="connsiteX88" fmla="*/ 1646790 w 2812178"/>
              <a:gd name="connsiteY88" fmla="*/ 2647052 h 3190227"/>
              <a:gd name="connsiteX89" fmla="*/ 1611452 w 2812178"/>
              <a:gd name="connsiteY89" fmla="*/ 2643433 h 3190227"/>
              <a:gd name="connsiteX90" fmla="*/ 1567256 w 2812178"/>
              <a:gd name="connsiteY90" fmla="*/ 2636098 h 3190227"/>
              <a:gd name="connsiteX91" fmla="*/ 1510297 w 2812178"/>
              <a:gd name="connsiteY91" fmla="*/ 2672198 h 3190227"/>
              <a:gd name="connsiteX92" fmla="*/ 1503439 w 2812178"/>
              <a:gd name="connsiteY92" fmla="*/ 2682390 h 3190227"/>
              <a:gd name="connsiteX93" fmla="*/ 1499724 w 2812178"/>
              <a:gd name="connsiteY93" fmla="*/ 2704869 h 3190227"/>
              <a:gd name="connsiteX94" fmla="*/ 1509725 w 2812178"/>
              <a:gd name="connsiteY94" fmla="*/ 2706869 h 3190227"/>
              <a:gd name="connsiteX95" fmla="*/ 1522679 w 2812178"/>
              <a:gd name="connsiteY95" fmla="*/ 2688391 h 3190227"/>
              <a:gd name="connsiteX96" fmla="*/ 1532109 w 2812178"/>
              <a:gd name="connsiteY96" fmla="*/ 2677246 h 3190227"/>
              <a:gd name="connsiteX97" fmla="*/ 1548968 w 2812178"/>
              <a:gd name="connsiteY97" fmla="*/ 2663721 h 3190227"/>
              <a:gd name="connsiteX98" fmla="*/ 1561922 w 2812178"/>
              <a:gd name="connsiteY98" fmla="*/ 2652481 h 3190227"/>
              <a:gd name="connsiteX99" fmla="*/ 1653838 w 2812178"/>
              <a:gd name="connsiteY99" fmla="*/ 2681533 h 3190227"/>
              <a:gd name="connsiteX100" fmla="*/ 1676413 w 2812178"/>
              <a:gd name="connsiteY100" fmla="*/ 2681628 h 3190227"/>
              <a:gd name="connsiteX101" fmla="*/ 1685842 w 2812178"/>
              <a:gd name="connsiteY101" fmla="*/ 2683152 h 3190227"/>
              <a:gd name="connsiteX102" fmla="*/ 1710607 w 2812178"/>
              <a:gd name="connsiteY102" fmla="*/ 2702773 h 3190227"/>
              <a:gd name="connsiteX103" fmla="*/ 1716227 w 2812178"/>
              <a:gd name="connsiteY103" fmla="*/ 2706202 h 3190227"/>
              <a:gd name="connsiteX104" fmla="*/ 1749184 w 2812178"/>
              <a:gd name="connsiteY104" fmla="*/ 2716680 h 3190227"/>
              <a:gd name="connsiteX105" fmla="*/ 1755184 w 2812178"/>
              <a:gd name="connsiteY105" fmla="*/ 2716203 h 3190227"/>
              <a:gd name="connsiteX106" fmla="*/ 1769948 w 2812178"/>
              <a:gd name="connsiteY106" fmla="*/ 2716680 h 3190227"/>
              <a:gd name="connsiteX107" fmla="*/ 1780426 w 2812178"/>
              <a:gd name="connsiteY107" fmla="*/ 2717823 h 3190227"/>
              <a:gd name="connsiteX108" fmla="*/ 1791760 w 2812178"/>
              <a:gd name="connsiteY108" fmla="*/ 2687057 h 3190227"/>
              <a:gd name="connsiteX109" fmla="*/ 1797475 w 2812178"/>
              <a:gd name="connsiteY109" fmla="*/ 2678389 h 3190227"/>
              <a:gd name="connsiteX110" fmla="*/ 1825669 w 2812178"/>
              <a:gd name="connsiteY110" fmla="*/ 2683533 h 3190227"/>
              <a:gd name="connsiteX111" fmla="*/ 1857197 w 2812178"/>
              <a:gd name="connsiteY111" fmla="*/ 2711727 h 3190227"/>
              <a:gd name="connsiteX112" fmla="*/ 1867103 w 2812178"/>
              <a:gd name="connsiteY112" fmla="*/ 2724871 h 3190227"/>
              <a:gd name="connsiteX113" fmla="*/ 1877962 w 2812178"/>
              <a:gd name="connsiteY113" fmla="*/ 2711155 h 3190227"/>
              <a:gd name="connsiteX114" fmla="*/ 1873104 w 2812178"/>
              <a:gd name="connsiteY114" fmla="*/ 2693534 h 3190227"/>
              <a:gd name="connsiteX115" fmla="*/ 1857007 w 2812178"/>
              <a:gd name="connsiteY115" fmla="*/ 2680961 h 3190227"/>
              <a:gd name="connsiteX116" fmla="*/ 1853959 w 2812178"/>
              <a:gd name="connsiteY116" fmla="*/ 2673532 h 3190227"/>
              <a:gd name="connsiteX117" fmla="*/ 1862055 w 2812178"/>
              <a:gd name="connsiteY117" fmla="*/ 2670388 h 3190227"/>
              <a:gd name="connsiteX118" fmla="*/ 1927968 w 2812178"/>
              <a:gd name="connsiteY118" fmla="*/ 2739635 h 3190227"/>
              <a:gd name="connsiteX119" fmla="*/ 1914728 w 2812178"/>
              <a:gd name="connsiteY119" fmla="*/ 2788308 h 3190227"/>
              <a:gd name="connsiteX120" fmla="*/ 1908727 w 2812178"/>
              <a:gd name="connsiteY120" fmla="*/ 2816978 h 3190227"/>
              <a:gd name="connsiteX121" fmla="*/ 1875580 w 2812178"/>
              <a:gd name="connsiteY121" fmla="*/ 2840124 h 3190227"/>
              <a:gd name="connsiteX122" fmla="*/ 1704130 w 2812178"/>
              <a:gd name="connsiteY122" fmla="*/ 2838409 h 3190227"/>
              <a:gd name="connsiteX123" fmla="*/ 1657553 w 2812178"/>
              <a:gd name="connsiteY123" fmla="*/ 2838886 h 3190227"/>
              <a:gd name="connsiteX124" fmla="*/ 1639551 w 2812178"/>
              <a:gd name="connsiteY124" fmla="*/ 2851935 h 3190227"/>
              <a:gd name="connsiteX125" fmla="*/ 1646218 w 2812178"/>
              <a:gd name="connsiteY125" fmla="*/ 2862888 h 3190227"/>
              <a:gd name="connsiteX126" fmla="*/ 1644790 w 2812178"/>
              <a:gd name="connsiteY126" fmla="*/ 2882224 h 3190227"/>
              <a:gd name="connsiteX127" fmla="*/ 1648314 w 2812178"/>
              <a:gd name="connsiteY127" fmla="*/ 2913466 h 3190227"/>
              <a:gd name="connsiteX128" fmla="*/ 1657839 w 2812178"/>
              <a:gd name="connsiteY128" fmla="*/ 2920896 h 3190227"/>
              <a:gd name="connsiteX129" fmla="*/ 1672317 w 2812178"/>
              <a:gd name="connsiteY129" fmla="*/ 2910133 h 3190227"/>
              <a:gd name="connsiteX130" fmla="*/ 1690795 w 2812178"/>
              <a:gd name="connsiteY130" fmla="*/ 2910990 h 3190227"/>
              <a:gd name="connsiteX131" fmla="*/ 1707464 w 2812178"/>
              <a:gd name="connsiteY131" fmla="*/ 2920705 h 3190227"/>
              <a:gd name="connsiteX132" fmla="*/ 1741564 w 2812178"/>
              <a:gd name="connsiteY132" fmla="*/ 2933278 h 3190227"/>
              <a:gd name="connsiteX133" fmla="*/ 1755946 w 2812178"/>
              <a:gd name="connsiteY133" fmla="*/ 2931087 h 3190227"/>
              <a:gd name="connsiteX134" fmla="*/ 1793094 w 2812178"/>
              <a:gd name="connsiteY134" fmla="*/ 2928611 h 3190227"/>
              <a:gd name="connsiteX135" fmla="*/ 1826146 w 2812178"/>
              <a:gd name="connsiteY135" fmla="*/ 2942613 h 3190227"/>
              <a:gd name="connsiteX136" fmla="*/ 1837099 w 2812178"/>
              <a:gd name="connsiteY136" fmla="*/ 2930992 h 3190227"/>
              <a:gd name="connsiteX137" fmla="*/ 1850244 w 2812178"/>
              <a:gd name="connsiteY137" fmla="*/ 2929754 h 3190227"/>
              <a:gd name="connsiteX138" fmla="*/ 1857197 w 2812178"/>
              <a:gd name="connsiteY138" fmla="*/ 2926039 h 3190227"/>
              <a:gd name="connsiteX139" fmla="*/ 1855864 w 2812178"/>
              <a:gd name="connsiteY139" fmla="*/ 2915276 h 3190227"/>
              <a:gd name="connsiteX140" fmla="*/ 1857483 w 2812178"/>
              <a:gd name="connsiteY140" fmla="*/ 2901179 h 3190227"/>
              <a:gd name="connsiteX141" fmla="*/ 1896726 w 2812178"/>
              <a:gd name="connsiteY141" fmla="*/ 2882129 h 3190227"/>
              <a:gd name="connsiteX142" fmla="*/ 1903679 w 2812178"/>
              <a:gd name="connsiteY142" fmla="*/ 2890892 h 3190227"/>
              <a:gd name="connsiteX143" fmla="*/ 1906632 w 2812178"/>
              <a:gd name="connsiteY143" fmla="*/ 2927563 h 3190227"/>
              <a:gd name="connsiteX144" fmla="*/ 1854149 w 2812178"/>
              <a:gd name="connsiteY144" fmla="*/ 3034529 h 3190227"/>
              <a:gd name="connsiteX145" fmla="*/ 1818430 w 2812178"/>
              <a:gd name="connsiteY145" fmla="*/ 3061199 h 3190227"/>
              <a:gd name="connsiteX146" fmla="*/ 1783378 w 2812178"/>
              <a:gd name="connsiteY146" fmla="*/ 3119206 h 3190227"/>
              <a:gd name="connsiteX147" fmla="*/ 1803571 w 2812178"/>
              <a:gd name="connsiteY147" fmla="*/ 3147019 h 3190227"/>
              <a:gd name="connsiteX148" fmla="*/ 1644409 w 2812178"/>
              <a:gd name="connsiteY148" fmla="*/ 3152353 h 3190227"/>
              <a:gd name="connsiteX149" fmla="*/ 1487341 w 2812178"/>
              <a:gd name="connsiteY149" fmla="*/ 3158735 h 3190227"/>
              <a:gd name="connsiteX150" fmla="*/ 1416571 w 2812178"/>
              <a:gd name="connsiteY150" fmla="*/ 3161402 h 3190227"/>
              <a:gd name="connsiteX151" fmla="*/ 1257313 w 2812178"/>
              <a:gd name="connsiteY151" fmla="*/ 3166450 h 3190227"/>
              <a:gd name="connsiteX152" fmla="*/ 1176160 w 2812178"/>
              <a:gd name="connsiteY152" fmla="*/ 3171403 h 3190227"/>
              <a:gd name="connsiteX153" fmla="*/ 1040143 w 2812178"/>
              <a:gd name="connsiteY153" fmla="*/ 3176261 h 3190227"/>
              <a:gd name="connsiteX154" fmla="*/ 905840 w 2812178"/>
              <a:gd name="connsiteY154" fmla="*/ 3182167 h 3190227"/>
              <a:gd name="connsiteX155" fmla="*/ 883266 w 2812178"/>
              <a:gd name="connsiteY155" fmla="*/ 3178928 h 3190227"/>
              <a:gd name="connsiteX156" fmla="*/ 906602 w 2812178"/>
              <a:gd name="connsiteY156" fmla="*/ 3172832 h 3190227"/>
              <a:gd name="connsiteX157" fmla="*/ 869740 w 2812178"/>
              <a:gd name="connsiteY157" fmla="*/ 3175785 h 3190227"/>
              <a:gd name="connsiteX158" fmla="*/ 853929 w 2812178"/>
              <a:gd name="connsiteY158" fmla="*/ 3181976 h 3190227"/>
              <a:gd name="connsiteX159" fmla="*/ 728675 w 2812178"/>
              <a:gd name="connsiteY159" fmla="*/ 3189977 h 3190227"/>
              <a:gd name="connsiteX160" fmla="*/ 710197 w 2812178"/>
              <a:gd name="connsiteY160" fmla="*/ 3183405 h 3190227"/>
              <a:gd name="connsiteX161" fmla="*/ 708482 w 2812178"/>
              <a:gd name="connsiteY161" fmla="*/ 3172070 h 3190227"/>
              <a:gd name="connsiteX162" fmla="*/ 716864 w 2812178"/>
              <a:gd name="connsiteY162" fmla="*/ 3177499 h 3190227"/>
              <a:gd name="connsiteX163" fmla="*/ 733247 w 2812178"/>
              <a:gd name="connsiteY163" fmla="*/ 3182357 h 3190227"/>
              <a:gd name="connsiteX164" fmla="*/ 855072 w 2812178"/>
              <a:gd name="connsiteY164" fmla="*/ 3173689 h 3190227"/>
              <a:gd name="connsiteX165" fmla="*/ 811638 w 2812178"/>
              <a:gd name="connsiteY165" fmla="*/ 3158163 h 3190227"/>
              <a:gd name="connsiteX166" fmla="*/ 829164 w 2812178"/>
              <a:gd name="connsiteY166" fmla="*/ 3141685 h 3190227"/>
              <a:gd name="connsiteX167" fmla="*/ 814686 w 2812178"/>
              <a:gd name="connsiteY167" fmla="*/ 3144352 h 3190227"/>
              <a:gd name="connsiteX168" fmla="*/ 822592 w 2812178"/>
              <a:gd name="connsiteY168" fmla="*/ 3105109 h 3190227"/>
              <a:gd name="connsiteX169" fmla="*/ 776395 w 2812178"/>
              <a:gd name="connsiteY169" fmla="*/ 3101966 h 3190227"/>
              <a:gd name="connsiteX170" fmla="*/ 768871 w 2812178"/>
              <a:gd name="connsiteY170" fmla="*/ 3088250 h 3190227"/>
              <a:gd name="connsiteX171" fmla="*/ 761346 w 2812178"/>
              <a:gd name="connsiteY171" fmla="*/ 3071105 h 3190227"/>
              <a:gd name="connsiteX172" fmla="*/ 745249 w 2812178"/>
              <a:gd name="connsiteY172" fmla="*/ 3060818 h 3190227"/>
              <a:gd name="connsiteX173" fmla="*/ 742963 w 2812178"/>
              <a:gd name="connsiteY173" fmla="*/ 3024623 h 3190227"/>
              <a:gd name="connsiteX174" fmla="*/ 746582 w 2812178"/>
              <a:gd name="connsiteY174" fmla="*/ 3010526 h 3190227"/>
              <a:gd name="connsiteX175" fmla="*/ 724008 w 2812178"/>
              <a:gd name="connsiteY175" fmla="*/ 2984713 h 3190227"/>
              <a:gd name="connsiteX176" fmla="*/ 680860 w 2812178"/>
              <a:gd name="connsiteY176" fmla="*/ 2980808 h 3190227"/>
              <a:gd name="connsiteX177" fmla="*/ 665524 w 2812178"/>
              <a:gd name="connsiteY177" fmla="*/ 2974617 h 3190227"/>
              <a:gd name="connsiteX178" fmla="*/ 675430 w 2812178"/>
              <a:gd name="connsiteY178" fmla="*/ 2965568 h 3190227"/>
              <a:gd name="connsiteX179" fmla="*/ 688099 w 2812178"/>
              <a:gd name="connsiteY179" fmla="*/ 2937564 h 3190227"/>
              <a:gd name="connsiteX180" fmla="*/ 699243 w 2812178"/>
              <a:gd name="connsiteY180" fmla="*/ 2933564 h 3190227"/>
              <a:gd name="connsiteX181" fmla="*/ 709625 w 2812178"/>
              <a:gd name="connsiteY181" fmla="*/ 2932040 h 3190227"/>
              <a:gd name="connsiteX182" fmla="*/ 749821 w 2812178"/>
              <a:gd name="connsiteY182" fmla="*/ 2910609 h 3190227"/>
              <a:gd name="connsiteX183" fmla="*/ 768204 w 2812178"/>
              <a:gd name="connsiteY183" fmla="*/ 2902512 h 3190227"/>
              <a:gd name="connsiteX184" fmla="*/ 804018 w 2812178"/>
              <a:gd name="connsiteY184" fmla="*/ 2880986 h 3190227"/>
              <a:gd name="connsiteX185" fmla="*/ 814305 w 2812178"/>
              <a:gd name="connsiteY185" fmla="*/ 2869461 h 3190227"/>
              <a:gd name="connsiteX186" fmla="*/ 874884 w 2812178"/>
              <a:gd name="connsiteY186" fmla="*/ 2849077 h 3190227"/>
              <a:gd name="connsiteX187" fmla="*/ 929938 w 2812178"/>
              <a:gd name="connsiteY187" fmla="*/ 2842124 h 3190227"/>
              <a:gd name="connsiteX188" fmla="*/ 942797 w 2812178"/>
              <a:gd name="connsiteY188" fmla="*/ 2843553 h 3190227"/>
              <a:gd name="connsiteX189" fmla="*/ 965848 w 2812178"/>
              <a:gd name="connsiteY189" fmla="*/ 2849553 h 3190227"/>
              <a:gd name="connsiteX190" fmla="*/ 973277 w 2812178"/>
              <a:gd name="connsiteY190" fmla="*/ 2846125 h 3190227"/>
              <a:gd name="connsiteX191" fmla="*/ 998995 w 2812178"/>
              <a:gd name="connsiteY191" fmla="*/ 2804595 h 3190227"/>
              <a:gd name="connsiteX192" fmla="*/ 1003090 w 2812178"/>
              <a:gd name="connsiteY192" fmla="*/ 2795833 h 3190227"/>
              <a:gd name="connsiteX193" fmla="*/ 992899 w 2812178"/>
              <a:gd name="connsiteY193" fmla="*/ 2794023 h 3190227"/>
              <a:gd name="connsiteX194" fmla="*/ 927557 w 2812178"/>
              <a:gd name="connsiteY194" fmla="*/ 2797833 h 3190227"/>
              <a:gd name="connsiteX195" fmla="*/ 957847 w 2812178"/>
              <a:gd name="connsiteY195" fmla="*/ 2777544 h 3190227"/>
              <a:gd name="connsiteX196" fmla="*/ 973753 w 2812178"/>
              <a:gd name="connsiteY196" fmla="*/ 2762114 h 3190227"/>
              <a:gd name="connsiteX197" fmla="*/ 976516 w 2812178"/>
              <a:gd name="connsiteY197" fmla="*/ 2756589 h 3190227"/>
              <a:gd name="connsiteX198" fmla="*/ 980230 w 2812178"/>
              <a:gd name="connsiteY198" fmla="*/ 2743636 h 3190227"/>
              <a:gd name="connsiteX199" fmla="*/ 1057478 w 2812178"/>
              <a:gd name="connsiteY199" fmla="*/ 2701440 h 3190227"/>
              <a:gd name="connsiteX200" fmla="*/ 1110628 w 2812178"/>
              <a:gd name="connsiteY200" fmla="*/ 2666483 h 3190227"/>
              <a:gd name="connsiteX201" fmla="*/ 1133583 w 2812178"/>
              <a:gd name="connsiteY201" fmla="*/ 2659053 h 3190227"/>
              <a:gd name="connsiteX202" fmla="*/ 1142917 w 2812178"/>
              <a:gd name="connsiteY202" fmla="*/ 2675532 h 3190227"/>
              <a:gd name="connsiteX203" fmla="*/ 1187971 w 2812178"/>
              <a:gd name="connsiteY203" fmla="*/ 2628097 h 3190227"/>
              <a:gd name="connsiteX204" fmla="*/ 1174255 w 2812178"/>
              <a:gd name="connsiteY204" fmla="*/ 2618572 h 3190227"/>
              <a:gd name="connsiteX205" fmla="*/ 1186256 w 2812178"/>
              <a:gd name="connsiteY205" fmla="*/ 2610667 h 3190227"/>
              <a:gd name="connsiteX206" fmla="*/ 1217593 w 2812178"/>
              <a:gd name="connsiteY206" fmla="*/ 2591236 h 3190227"/>
              <a:gd name="connsiteX207" fmla="*/ 1246454 w 2812178"/>
              <a:gd name="connsiteY207" fmla="*/ 2570661 h 3190227"/>
              <a:gd name="connsiteX208" fmla="*/ 1323607 w 2812178"/>
              <a:gd name="connsiteY208" fmla="*/ 2522370 h 3190227"/>
              <a:gd name="connsiteX209" fmla="*/ 1345609 w 2812178"/>
              <a:gd name="connsiteY209" fmla="*/ 2513893 h 3190227"/>
              <a:gd name="connsiteX210" fmla="*/ 1385805 w 2812178"/>
              <a:gd name="connsiteY210" fmla="*/ 2507701 h 3190227"/>
              <a:gd name="connsiteX211" fmla="*/ 1416856 w 2812178"/>
              <a:gd name="connsiteY211" fmla="*/ 2470268 h 3190227"/>
              <a:gd name="connsiteX212" fmla="*/ 1421143 w 2812178"/>
              <a:gd name="connsiteY212" fmla="*/ 2463696 h 3190227"/>
              <a:gd name="connsiteX213" fmla="*/ 1426953 w 2812178"/>
              <a:gd name="connsiteY213" fmla="*/ 2469506 h 3190227"/>
              <a:gd name="connsiteX214" fmla="*/ 1439812 w 2812178"/>
              <a:gd name="connsiteY214" fmla="*/ 2482555 h 3190227"/>
              <a:gd name="connsiteX215" fmla="*/ 1443717 w 2812178"/>
              <a:gd name="connsiteY215" fmla="*/ 2489223 h 3190227"/>
              <a:gd name="connsiteX216" fmla="*/ 1443241 w 2812178"/>
              <a:gd name="connsiteY216" fmla="*/ 2501891 h 3190227"/>
              <a:gd name="connsiteX217" fmla="*/ 1459433 w 2812178"/>
              <a:gd name="connsiteY217" fmla="*/ 2499891 h 3190227"/>
              <a:gd name="connsiteX218" fmla="*/ 1497438 w 2812178"/>
              <a:gd name="connsiteY218" fmla="*/ 2475507 h 3190227"/>
              <a:gd name="connsiteX219" fmla="*/ 1546492 w 2812178"/>
              <a:gd name="connsiteY219" fmla="*/ 2473983 h 3190227"/>
              <a:gd name="connsiteX220" fmla="*/ 1532014 w 2812178"/>
              <a:gd name="connsiteY220" fmla="*/ 2462172 h 3190227"/>
              <a:gd name="connsiteX221" fmla="*/ 1490675 w 2812178"/>
              <a:gd name="connsiteY221" fmla="*/ 2432930 h 3190227"/>
              <a:gd name="connsiteX222" fmla="*/ 1465243 w 2812178"/>
              <a:gd name="connsiteY222" fmla="*/ 2461124 h 3190227"/>
              <a:gd name="connsiteX223" fmla="*/ 1459814 w 2812178"/>
              <a:gd name="connsiteY223" fmla="*/ 2448551 h 3190227"/>
              <a:gd name="connsiteX224" fmla="*/ 1544872 w 2812178"/>
              <a:gd name="connsiteY224" fmla="*/ 2400736 h 3190227"/>
              <a:gd name="connsiteX225" fmla="*/ 1597355 w 2812178"/>
              <a:gd name="connsiteY225" fmla="*/ 2388734 h 3190227"/>
              <a:gd name="connsiteX226" fmla="*/ 1304176 w 2812178"/>
              <a:gd name="connsiteY226" fmla="*/ 2355707 h 3190227"/>
              <a:gd name="connsiteX227" fmla="*/ 1312367 w 2812178"/>
              <a:gd name="connsiteY227" fmla="*/ 2357017 h 3190227"/>
              <a:gd name="connsiteX228" fmla="*/ 1308176 w 2812178"/>
              <a:gd name="connsiteY228" fmla="*/ 2384734 h 3190227"/>
              <a:gd name="connsiteX229" fmla="*/ 1301318 w 2812178"/>
              <a:gd name="connsiteY229" fmla="*/ 2401117 h 3190227"/>
              <a:gd name="connsiteX230" fmla="*/ 1283411 w 2812178"/>
              <a:gd name="connsiteY230" fmla="*/ 2422263 h 3190227"/>
              <a:gd name="connsiteX231" fmla="*/ 1281602 w 2812178"/>
              <a:gd name="connsiteY231" fmla="*/ 2441408 h 3190227"/>
              <a:gd name="connsiteX232" fmla="*/ 1286745 w 2812178"/>
              <a:gd name="connsiteY232" fmla="*/ 2445790 h 3190227"/>
              <a:gd name="connsiteX233" fmla="*/ 1309891 w 2812178"/>
              <a:gd name="connsiteY233" fmla="*/ 2464363 h 3190227"/>
              <a:gd name="connsiteX234" fmla="*/ 1288174 w 2812178"/>
              <a:gd name="connsiteY234" fmla="*/ 2482080 h 3190227"/>
              <a:gd name="connsiteX235" fmla="*/ 1276839 w 2812178"/>
              <a:gd name="connsiteY235" fmla="*/ 2513608 h 3190227"/>
              <a:gd name="connsiteX236" fmla="*/ 1266457 w 2812178"/>
              <a:gd name="connsiteY236" fmla="*/ 2528943 h 3190227"/>
              <a:gd name="connsiteX237" fmla="*/ 1197210 w 2812178"/>
              <a:gd name="connsiteY237" fmla="*/ 2564376 h 3190227"/>
              <a:gd name="connsiteX238" fmla="*/ 1178065 w 2812178"/>
              <a:gd name="connsiteY238" fmla="*/ 2587807 h 3190227"/>
              <a:gd name="connsiteX239" fmla="*/ 1169873 w 2812178"/>
              <a:gd name="connsiteY239" fmla="*/ 2593141 h 3190227"/>
              <a:gd name="connsiteX240" fmla="*/ 1162349 w 2812178"/>
              <a:gd name="connsiteY240" fmla="*/ 2599904 h 3190227"/>
              <a:gd name="connsiteX241" fmla="*/ 1154348 w 2812178"/>
              <a:gd name="connsiteY241" fmla="*/ 2610667 h 3190227"/>
              <a:gd name="connsiteX242" fmla="*/ 1147585 w 2812178"/>
              <a:gd name="connsiteY242" fmla="*/ 2598761 h 3190227"/>
              <a:gd name="connsiteX243" fmla="*/ 1156538 w 2812178"/>
              <a:gd name="connsiteY243" fmla="*/ 2557994 h 3190227"/>
              <a:gd name="connsiteX244" fmla="*/ 1161301 w 2812178"/>
              <a:gd name="connsiteY244" fmla="*/ 2518275 h 3190227"/>
              <a:gd name="connsiteX245" fmla="*/ 1210355 w 2812178"/>
              <a:gd name="connsiteY245" fmla="*/ 2520751 h 3190227"/>
              <a:gd name="connsiteX246" fmla="*/ 1218260 w 2812178"/>
              <a:gd name="connsiteY246" fmla="*/ 2513893 h 3190227"/>
              <a:gd name="connsiteX247" fmla="*/ 1231310 w 2812178"/>
              <a:gd name="connsiteY247" fmla="*/ 2493510 h 3190227"/>
              <a:gd name="connsiteX248" fmla="*/ 1234167 w 2812178"/>
              <a:gd name="connsiteY248" fmla="*/ 2469031 h 3190227"/>
              <a:gd name="connsiteX249" fmla="*/ 1237025 w 2812178"/>
              <a:gd name="connsiteY249" fmla="*/ 2457315 h 3190227"/>
              <a:gd name="connsiteX250" fmla="*/ 1258932 w 2812178"/>
              <a:gd name="connsiteY250" fmla="*/ 2422644 h 3190227"/>
              <a:gd name="connsiteX251" fmla="*/ 1273029 w 2812178"/>
              <a:gd name="connsiteY251" fmla="*/ 2377400 h 3190227"/>
              <a:gd name="connsiteX252" fmla="*/ 1293698 w 2812178"/>
              <a:gd name="connsiteY252" fmla="*/ 2357683 h 3190227"/>
              <a:gd name="connsiteX253" fmla="*/ 1304176 w 2812178"/>
              <a:gd name="connsiteY253" fmla="*/ 2355707 h 3190227"/>
              <a:gd name="connsiteX254" fmla="*/ 1255312 w 2812178"/>
              <a:gd name="connsiteY254" fmla="*/ 2320441 h 3190227"/>
              <a:gd name="connsiteX255" fmla="*/ 1264075 w 2812178"/>
              <a:gd name="connsiteY255" fmla="*/ 2324727 h 3190227"/>
              <a:gd name="connsiteX256" fmla="*/ 1259789 w 2812178"/>
              <a:gd name="connsiteY256" fmla="*/ 2333204 h 3190227"/>
              <a:gd name="connsiteX257" fmla="*/ 1213212 w 2812178"/>
              <a:gd name="connsiteY257" fmla="*/ 2388354 h 3190227"/>
              <a:gd name="connsiteX258" fmla="*/ 1191304 w 2812178"/>
              <a:gd name="connsiteY258" fmla="*/ 2422358 h 3190227"/>
              <a:gd name="connsiteX259" fmla="*/ 1162634 w 2812178"/>
              <a:gd name="connsiteY259" fmla="*/ 2415500 h 3190227"/>
              <a:gd name="connsiteX260" fmla="*/ 1195495 w 2812178"/>
              <a:gd name="connsiteY260" fmla="*/ 2358255 h 3190227"/>
              <a:gd name="connsiteX261" fmla="*/ 1193495 w 2812178"/>
              <a:gd name="connsiteY261" fmla="*/ 2350349 h 3190227"/>
              <a:gd name="connsiteX262" fmla="*/ 1211021 w 2812178"/>
              <a:gd name="connsiteY262" fmla="*/ 2330061 h 3190227"/>
              <a:gd name="connsiteX263" fmla="*/ 1232928 w 2812178"/>
              <a:gd name="connsiteY263" fmla="*/ 2323584 h 3190227"/>
              <a:gd name="connsiteX264" fmla="*/ 1255312 w 2812178"/>
              <a:gd name="connsiteY264" fmla="*/ 2320441 h 3190227"/>
              <a:gd name="connsiteX265" fmla="*/ 1875390 w 2812178"/>
              <a:gd name="connsiteY265" fmla="*/ 2194139 h 3190227"/>
              <a:gd name="connsiteX266" fmla="*/ 1885677 w 2812178"/>
              <a:gd name="connsiteY266" fmla="*/ 2200711 h 3190227"/>
              <a:gd name="connsiteX267" fmla="*/ 1898059 w 2812178"/>
              <a:gd name="connsiteY267" fmla="*/ 2216904 h 3190227"/>
              <a:gd name="connsiteX268" fmla="*/ 1918633 w 2812178"/>
              <a:gd name="connsiteY268" fmla="*/ 2220809 h 3190227"/>
              <a:gd name="connsiteX269" fmla="*/ 1943589 w 2812178"/>
              <a:gd name="connsiteY269" fmla="*/ 2235763 h 3190227"/>
              <a:gd name="connsiteX270" fmla="*/ 1946256 w 2812178"/>
              <a:gd name="connsiteY270" fmla="*/ 2317202 h 3190227"/>
              <a:gd name="connsiteX271" fmla="*/ 1938445 w 2812178"/>
              <a:gd name="connsiteY271" fmla="*/ 2372256 h 3190227"/>
              <a:gd name="connsiteX272" fmla="*/ 1947304 w 2812178"/>
              <a:gd name="connsiteY272" fmla="*/ 2365970 h 3190227"/>
              <a:gd name="connsiteX273" fmla="*/ 1958829 w 2812178"/>
              <a:gd name="connsiteY273" fmla="*/ 2364160 h 3190227"/>
              <a:gd name="connsiteX274" fmla="*/ 1953781 w 2812178"/>
              <a:gd name="connsiteY274" fmla="*/ 2374257 h 3190227"/>
              <a:gd name="connsiteX275" fmla="*/ 1921491 w 2812178"/>
              <a:gd name="connsiteY275" fmla="*/ 2379210 h 3190227"/>
              <a:gd name="connsiteX276" fmla="*/ 1781378 w 2812178"/>
              <a:gd name="connsiteY276" fmla="*/ 2340729 h 3190227"/>
              <a:gd name="connsiteX277" fmla="*/ 1615453 w 2812178"/>
              <a:gd name="connsiteY277" fmla="*/ 2299676 h 3190227"/>
              <a:gd name="connsiteX278" fmla="*/ 1578972 w 2812178"/>
              <a:gd name="connsiteY278" fmla="*/ 2277102 h 3190227"/>
              <a:gd name="connsiteX279" fmla="*/ 1576210 w 2812178"/>
              <a:gd name="connsiteY279" fmla="*/ 2263481 h 3190227"/>
              <a:gd name="connsiteX280" fmla="*/ 1589545 w 2812178"/>
              <a:gd name="connsiteY280" fmla="*/ 2264624 h 3190227"/>
              <a:gd name="connsiteX281" fmla="*/ 1604689 w 2812178"/>
              <a:gd name="connsiteY281" fmla="*/ 2269482 h 3190227"/>
              <a:gd name="connsiteX282" fmla="*/ 1650600 w 2812178"/>
              <a:gd name="connsiteY282" fmla="*/ 2254527 h 3190227"/>
              <a:gd name="connsiteX283" fmla="*/ 1680032 w 2812178"/>
              <a:gd name="connsiteY283" fmla="*/ 2229858 h 3190227"/>
              <a:gd name="connsiteX284" fmla="*/ 1689462 w 2812178"/>
              <a:gd name="connsiteY284" fmla="*/ 2215951 h 3190227"/>
              <a:gd name="connsiteX285" fmla="*/ 1695082 w 2812178"/>
              <a:gd name="connsiteY285" fmla="*/ 2262147 h 3190227"/>
              <a:gd name="connsiteX286" fmla="*/ 1697844 w 2812178"/>
              <a:gd name="connsiteY286" fmla="*/ 2272339 h 3190227"/>
              <a:gd name="connsiteX287" fmla="*/ 1709655 w 2812178"/>
              <a:gd name="connsiteY287" fmla="*/ 2266529 h 3190227"/>
              <a:gd name="connsiteX288" fmla="*/ 1718704 w 2812178"/>
              <a:gd name="connsiteY288" fmla="*/ 2233763 h 3190227"/>
              <a:gd name="connsiteX289" fmla="*/ 1741278 w 2812178"/>
              <a:gd name="connsiteY289" fmla="*/ 2214141 h 3190227"/>
              <a:gd name="connsiteX290" fmla="*/ 1774901 w 2812178"/>
              <a:gd name="connsiteY290" fmla="*/ 2213284 h 3190227"/>
              <a:gd name="connsiteX291" fmla="*/ 1796523 w 2812178"/>
              <a:gd name="connsiteY291" fmla="*/ 2218047 h 3190227"/>
              <a:gd name="connsiteX292" fmla="*/ 1813763 w 2812178"/>
              <a:gd name="connsiteY292" fmla="*/ 2213094 h 3190227"/>
              <a:gd name="connsiteX293" fmla="*/ 1845862 w 2812178"/>
              <a:gd name="connsiteY293" fmla="*/ 2212522 h 3190227"/>
              <a:gd name="connsiteX294" fmla="*/ 1868913 w 2812178"/>
              <a:gd name="connsiteY294" fmla="*/ 2202616 h 3190227"/>
              <a:gd name="connsiteX295" fmla="*/ 1875390 w 2812178"/>
              <a:gd name="connsiteY295" fmla="*/ 2194139 h 3190227"/>
              <a:gd name="connsiteX296" fmla="*/ 1718508 w 2812178"/>
              <a:gd name="connsiteY296" fmla="*/ 2011518 h 3190227"/>
              <a:gd name="connsiteX297" fmla="*/ 1708702 w 2812178"/>
              <a:gd name="connsiteY297" fmla="*/ 2013926 h 3190227"/>
              <a:gd name="connsiteX298" fmla="*/ 1685747 w 2812178"/>
              <a:gd name="connsiteY298" fmla="*/ 2018498 h 3190227"/>
              <a:gd name="connsiteX299" fmla="*/ 1694415 w 2812178"/>
              <a:gd name="connsiteY299" fmla="*/ 2045263 h 3190227"/>
              <a:gd name="connsiteX300" fmla="*/ 1713274 w 2812178"/>
              <a:gd name="connsiteY300" fmla="*/ 2061170 h 3190227"/>
              <a:gd name="connsiteX301" fmla="*/ 1741944 w 2812178"/>
              <a:gd name="connsiteY301" fmla="*/ 2047550 h 3190227"/>
              <a:gd name="connsiteX302" fmla="*/ 1739658 w 2812178"/>
              <a:gd name="connsiteY302" fmla="*/ 2028690 h 3190227"/>
              <a:gd name="connsiteX303" fmla="*/ 1718508 w 2812178"/>
              <a:gd name="connsiteY303" fmla="*/ 2011518 h 3190227"/>
              <a:gd name="connsiteX304" fmla="*/ 1397806 w 2812178"/>
              <a:gd name="connsiteY304" fmla="*/ 1996781 h 3190227"/>
              <a:gd name="connsiteX305" fmla="*/ 1400950 w 2812178"/>
              <a:gd name="connsiteY305" fmla="*/ 2008497 h 3190227"/>
              <a:gd name="connsiteX306" fmla="*/ 1419714 w 2812178"/>
              <a:gd name="connsiteY306" fmla="*/ 2042978 h 3190227"/>
              <a:gd name="connsiteX307" fmla="*/ 1439335 w 2812178"/>
              <a:gd name="connsiteY307" fmla="*/ 2050312 h 3190227"/>
              <a:gd name="connsiteX308" fmla="*/ 1449337 w 2812178"/>
              <a:gd name="connsiteY308" fmla="*/ 2053741 h 3190227"/>
              <a:gd name="connsiteX309" fmla="*/ 1439335 w 2812178"/>
              <a:gd name="connsiteY309" fmla="*/ 2063456 h 3190227"/>
              <a:gd name="connsiteX310" fmla="*/ 1407808 w 2812178"/>
              <a:gd name="connsiteY310" fmla="*/ 2065647 h 3190227"/>
              <a:gd name="connsiteX311" fmla="*/ 1393520 w 2812178"/>
              <a:gd name="connsiteY311" fmla="*/ 2054503 h 3190227"/>
              <a:gd name="connsiteX312" fmla="*/ 1376089 w 2812178"/>
              <a:gd name="connsiteY312" fmla="*/ 2026690 h 3190227"/>
              <a:gd name="connsiteX313" fmla="*/ 1376470 w 2812178"/>
              <a:gd name="connsiteY313" fmla="*/ 2015736 h 3190227"/>
              <a:gd name="connsiteX314" fmla="*/ 1388377 w 2812178"/>
              <a:gd name="connsiteY314" fmla="*/ 2006878 h 3190227"/>
              <a:gd name="connsiteX315" fmla="*/ 1397806 w 2812178"/>
              <a:gd name="connsiteY315" fmla="*/ 1996781 h 3190227"/>
              <a:gd name="connsiteX316" fmla="*/ 1185090 w 2812178"/>
              <a:gd name="connsiteY316" fmla="*/ 1920259 h 3190227"/>
              <a:gd name="connsiteX317" fmla="*/ 1194353 w 2812178"/>
              <a:gd name="connsiteY317" fmla="*/ 1931534 h 3190227"/>
              <a:gd name="connsiteX318" fmla="*/ 1193877 w 2812178"/>
              <a:gd name="connsiteY318" fmla="*/ 1967634 h 3190227"/>
              <a:gd name="connsiteX319" fmla="*/ 1180065 w 2812178"/>
              <a:gd name="connsiteY319" fmla="*/ 2044405 h 3190227"/>
              <a:gd name="connsiteX320" fmla="*/ 1223880 w 2812178"/>
              <a:gd name="connsiteY320" fmla="*/ 2073171 h 3190227"/>
              <a:gd name="connsiteX321" fmla="*/ 1242073 w 2812178"/>
              <a:gd name="connsiteY321" fmla="*/ 2080600 h 3190227"/>
              <a:gd name="connsiteX322" fmla="*/ 1229405 w 2812178"/>
              <a:gd name="connsiteY322" fmla="*/ 2095269 h 3190227"/>
              <a:gd name="connsiteX323" fmla="*/ 1094817 w 2812178"/>
              <a:gd name="connsiteY323" fmla="*/ 2164516 h 3190227"/>
              <a:gd name="connsiteX324" fmla="*/ 1057002 w 2812178"/>
              <a:gd name="connsiteY324" fmla="*/ 2176803 h 3190227"/>
              <a:gd name="connsiteX325" fmla="*/ 1010235 w 2812178"/>
              <a:gd name="connsiteY325" fmla="*/ 2176993 h 3190227"/>
              <a:gd name="connsiteX326" fmla="*/ 997471 w 2812178"/>
              <a:gd name="connsiteY326" fmla="*/ 2185185 h 3190227"/>
              <a:gd name="connsiteX327" fmla="*/ 986327 w 2812178"/>
              <a:gd name="connsiteY327" fmla="*/ 2192138 h 3190227"/>
              <a:gd name="connsiteX328" fmla="*/ 967086 w 2812178"/>
              <a:gd name="connsiteY328" fmla="*/ 2216522 h 3190227"/>
              <a:gd name="connsiteX329" fmla="*/ 968896 w 2812178"/>
              <a:gd name="connsiteY329" fmla="*/ 2239287 h 3190227"/>
              <a:gd name="connsiteX330" fmla="*/ 953561 w 2812178"/>
              <a:gd name="connsiteY330" fmla="*/ 2251574 h 3190227"/>
              <a:gd name="connsiteX331" fmla="*/ 952037 w 2812178"/>
              <a:gd name="connsiteY331" fmla="*/ 2238144 h 3190227"/>
              <a:gd name="connsiteX332" fmla="*/ 933749 w 2812178"/>
              <a:gd name="connsiteY332" fmla="*/ 2182899 h 3190227"/>
              <a:gd name="connsiteX333" fmla="*/ 897840 w 2812178"/>
              <a:gd name="connsiteY333" fmla="*/ 2153848 h 3190227"/>
              <a:gd name="connsiteX334" fmla="*/ 886695 w 2812178"/>
              <a:gd name="connsiteY334" fmla="*/ 2147180 h 3190227"/>
              <a:gd name="connsiteX335" fmla="*/ 884981 w 2812178"/>
              <a:gd name="connsiteY335" fmla="*/ 2157658 h 3190227"/>
              <a:gd name="connsiteX336" fmla="*/ 863835 w 2812178"/>
              <a:gd name="connsiteY336" fmla="*/ 2171564 h 3190227"/>
              <a:gd name="connsiteX337" fmla="*/ 856882 w 2812178"/>
              <a:gd name="connsiteY337" fmla="*/ 2163278 h 3190227"/>
              <a:gd name="connsiteX338" fmla="*/ 852596 w 2812178"/>
              <a:gd name="connsiteY338" fmla="*/ 2160039 h 3190227"/>
              <a:gd name="connsiteX339" fmla="*/ 835832 w 2812178"/>
              <a:gd name="connsiteY339" fmla="*/ 2137274 h 3190227"/>
              <a:gd name="connsiteX340" fmla="*/ 820497 w 2812178"/>
              <a:gd name="connsiteY340" fmla="*/ 2139179 h 3190227"/>
              <a:gd name="connsiteX341" fmla="*/ 825831 w 2812178"/>
              <a:gd name="connsiteY341" fmla="*/ 2119272 h 3190227"/>
              <a:gd name="connsiteX342" fmla="*/ 843738 w 2812178"/>
              <a:gd name="connsiteY342" fmla="*/ 2087554 h 3190227"/>
              <a:gd name="connsiteX343" fmla="*/ 845547 w 2812178"/>
              <a:gd name="connsiteY343" fmla="*/ 2113843 h 3190227"/>
              <a:gd name="connsiteX344" fmla="*/ 856406 w 2812178"/>
              <a:gd name="connsiteY344" fmla="*/ 2134703 h 3190227"/>
              <a:gd name="connsiteX345" fmla="*/ 871455 w 2812178"/>
              <a:gd name="connsiteY345" fmla="*/ 2136322 h 3190227"/>
              <a:gd name="connsiteX346" fmla="*/ 874027 w 2812178"/>
              <a:gd name="connsiteY346" fmla="*/ 2123749 h 3190227"/>
              <a:gd name="connsiteX347" fmla="*/ 873646 w 2812178"/>
              <a:gd name="connsiteY347" fmla="*/ 2092412 h 3190227"/>
              <a:gd name="connsiteX348" fmla="*/ 885171 w 2812178"/>
              <a:gd name="connsiteY348" fmla="*/ 2118891 h 3190227"/>
              <a:gd name="connsiteX349" fmla="*/ 890505 w 2812178"/>
              <a:gd name="connsiteY349" fmla="*/ 2105270 h 3190227"/>
              <a:gd name="connsiteX350" fmla="*/ 906603 w 2812178"/>
              <a:gd name="connsiteY350" fmla="*/ 2112319 h 3190227"/>
              <a:gd name="connsiteX351" fmla="*/ 925748 w 2812178"/>
              <a:gd name="connsiteY351" fmla="*/ 2116891 h 3190227"/>
              <a:gd name="connsiteX352" fmla="*/ 932892 w 2812178"/>
              <a:gd name="connsiteY352" fmla="*/ 2100793 h 3190227"/>
              <a:gd name="connsiteX353" fmla="*/ 928224 w 2812178"/>
              <a:gd name="connsiteY353" fmla="*/ 2021831 h 3190227"/>
              <a:gd name="connsiteX354" fmla="*/ 940321 w 2812178"/>
              <a:gd name="connsiteY354" fmla="*/ 1994685 h 3190227"/>
              <a:gd name="connsiteX355" fmla="*/ 967372 w 2812178"/>
              <a:gd name="connsiteY355" fmla="*/ 2110890 h 3190227"/>
              <a:gd name="connsiteX356" fmla="*/ 971944 w 2812178"/>
              <a:gd name="connsiteY356" fmla="*/ 2121177 h 3190227"/>
              <a:gd name="connsiteX357" fmla="*/ 977469 w 2812178"/>
              <a:gd name="connsiteY357" fmla="*/ 2123939 h 3190227"/>
              <a:gd name="connsiteX358" fmla="*/ 979755 w 2812178"/>
              <a:gd name="connsiteY358" fmla="*/ 2116700 h 3190227"/>
              <a:gd name="connsiteX359" fmla="*/ 971849 w 2812178"/>
              <a:gd name="connsiteY359" fmla="*/ 2093078 h 3190227"/>
              <a:gd name="connsiteX360" fmla="*/ 975183 w 2812178"/>
              <a:gd name="connsiteY360" fmla="*/ 2058883 h 3190227"/>
              <a:gd name="connsiteX361" fmla="*/ 996138 w 2812178"/>
              <a:gd name="connsiteY361" fmla="*/ 2095555 h 3190227"/>
              <a:gd name="connsiteX362" fmla="*/ 1006234 w 2812178"/>
              <a:gd name="connsiteY362" fmla="*/ 2098793 h 3190227"/>
              <a:gd name="connsiteX363" fmla="*/ 1006901 w 2812178"/>
              <a:gd name="connsiteY363" fmla="*/ 2088697 h 3190227"/>
              <a:gd name="connsiteX364" fmla="*/ 1009282 w 2812178"/>
              <a:gd name="connsiteY364" fmla="*/ 2069933 h 3190227"/>
              <a:gd name="connsiteX365" fmla="*/ 1024808 w 2812178"/>
              <a:gd name="connsiteY365" fmla="*/ 2038500 h 3190227"/>
              <a:gd name="connsiteX366" fmla="*/ 1032618 w 2812178"/>
              <a:gd name="connsiteY366" fmla="*/ 2099079 h 3190227"/>
              <a:gd name="connsiteX367" fmla="*/ 1030428 w 2812178"/>
              <a:gd name="connsiteY367" fmla="*/ 2112414 h 3190227"/>
              <a:gd name="connsiteX368" fmla="*/ 1044620 w 2812178"/>
              <a:gd name="connsiteY368" fmla="*/ 2124225 h 3190227"/>
              <a:gd name="connsiteX369" fmla="*/ 1050430 w 2812178"/>
              <a:gd name="connsiteY369" fmla="*/ 2111842 h 3190227"/>
              <a:gd name="connsiteX370" fmla="*/ 1048716 w 2812178"/>
              <a:gd name="connsiteY370" fmla="*/ 2096031 h 3190227"/>
              <a:gd name="connsiteX371" fmla="*/ 1051859 w 2812178"/>
              <a:gd name="connsiteY371" fmla="*/ 2038214 h 3190227"/>
              <a:gd name="connsiteX372" fmla="*/ 1049573 w 2812178"/>
              <a:gd name="connsiteY372" fmla="*/ 2012116 h 3190227"/>
              <a:gd name="connsiteX373" fmla="*/ 1049478 w 2812178"/>
              <a:gd name="connsiteY373" fmla="*/ 1980969 h 3190227"/>
              <a:gd name="connsiteX374" fmla="*/ 1056621 w 2812178"/>
              <a:gd name="connsiteY374" fmla="*/ 1973921 h 3190227"/>
              <a:gd name="connsiteX375" fmla="*/ 1074624 w 2812178"/>
              <a:gd name="connsiteY375" fmla="*/ 1958776 h 3190227"/>
              <a:gd name="connsiteX376" fmla="*/ 1091769 w 2812178"/>
              <a:gd name="connsiteY376" fmla="*/ 1920485 h 3190227"/>
              <a:gd name="connsiteX377" fmla="*/ 1096150 w 2812178"/>
              <a:gd name="connsiteY377" fmla="*/ 1941726 h 3190227"/>
              <a:gd name="connsiteX378" fmla="*/ 1085196 w 2812178"/>
              <a:gd name="connsiteY378" fmla="*/ 2036024 h 3190227"/>
              <a:gd name="connsiteX379" fmla="*/ 1084720 w 2812178"/>
              <a:gd name="connsiteY379" fmla="*/ 2040596 h 3190227"/>
              <a:gd name="connsiteX380" fmla="*/ 1100151 w 2812178"/>
              <a:gd name="connsiteY380" fmla="*/ 2063551 h 3190227"/>
              <a:gd name="connsiteX381" fmla="*/ 1111295 w 2812178"/>
              <a:gd name="connsiteY381" fmla="*/ 2085554 h 3190227"/>
              <a:gd name="connsiteX382" fmla="*/ 1119486 w 2812178"/>
              <a:gd name="connsiteY382" fmla="*/ 2095745 h 3190227"/>
              <a:gd name="connsiteX383" fmla="*/ 1119772 w 2812178"/>
              <a:gd name="connsiteY383" fmla="*/ 2081839 h 3190227"/>
              <a:gd name="connsiteX384" fmla="*/ 1123392 w 2812178"/>
              <a:gd name="connsiteY384" fmla="*/ 2030975 h 3190227"/>
              <a:gd name="connsiteX385" fmla="*/ 1123392 w 2812178"/>
              <a:gd name="connsiteY385" fmla="*/ 1999733 h 3190227"/>
              <a:gd name="connsiteX386" fmla="*/ 1122725 w 2812178"/>
              <a:gd name="connsiteY386" fmla="*/ 1993161 h 3190227"/>
              <a:gd name="connsiteX387" fmla="*/ 1169397 w 2812178"/>
              <a:gd name="connsiteY387" fmla="*/ 1923057 h 3190227"/>
              <a:gd name="connsiteX388" fmla="*/ 1185090 w 2812178"/>
              <a:gd name="connsiteY388" fmla="*/ 1920259 h 3190227"/>
              <a:gd name="connsiteX389" fmla="*/ 1249693 w 2812178"/>
              <a:gd name="connsiteY389" fmla="*/ 1886386 h 3190227"/>
              <a:gd name="connsiteX390" fmla="*/ 1268457 w 2812178"/>
              <a:gd name="connsiteY390" fmla="*/ 1896387 h 3190227"/>
              <a:gd name="connsiteX391" fmla="*/ 1279411 w 2812178"/>
              <a:gd name="connsiteY391" fmla="*/ 1942488 h 3190227"/>
              <a:gd name="connsiteX392" fmla="*/ 1284840 w 2812178"/>
              <a:gd name="connsiteY392" fmla="*/ 1952965 h 3190227"/>
              <a:gd name="connsiteX393" fmla="*/ 1290841 w 2812178"/>
              <a:gd name="connsiteY393" fmla="*/ 1944393 h 3190227"/>
              <a:gd name="connsiteX394" fmla="*/ 1298080 w 2812178"/>
              <a:gd name="connsiteY394" fmla="*/ 1926390 h 3190227"/>
              <a:gd name="connsiteX395" fmla="*/ 1310463 w 2812178"/>
              <a:gd name="connsiteY395" fmla="*/ 1946298 h 3190227"/>
              <a:gd name="connsiteX396" fmla="*/ 1301985 w 2812178"/>
              <a:gd name="connsiteY396" fmla="*/ 1983636 h 3190227"/>
              <a:gd name="connsiteX397" fmla="*/ 1302652 w 2812178"/>
              <a:gd name="connsiteY397" fmla="*/ 1991161 h 3190227"/>
              <a:gd name="connsiteX398" fmla="*/ 1309891 w 2812178"/>
              <a:gd name="connsiteY398" fmla="*/ 2018021 h 3190227"/>
              <a:gd name="connsiteX399" fmla="*/ 1306843 w 2812178"/>
              <a:gd name="connsiteY399" fmla="*/ 2023355 h 3190227"/>
              <a:gd name="connsiteX400" fmla="*/ 1302652 w 2812178"/>
              <a:gd name="connsiteY400" fmla="*/ 2023641 h 3190227"/>
              <a:gd name="connsiteX401" fmla="*/ 1286460 w 2812178"/>
              <a:gd name="connsiteY401" fmla="*/ 2012306 h 3190227"/>
              <a:gd name="connsiteX402" fmla="*/ 1286555 w 2812178"/>
              <a:gd name="connsiteY402" fmla="*/ 1965443 h 3190227"/>
              <a:gd name="connsiteX403" fmla="*/ 1272553 w 2812178"/>
              <a:gd name="connsiteY403" fmla="*/ 1987636 h 3190227"/>
              <a:gd name="connsiteX404" fmla="*/ 1246455 w 2812178"/>
              <a:gd name="connsiteY404" fmla="*/ 1970491 h 3190227"/>
              <a:gd name="connsiteX405" fmla="*/ 1269505 w 2812178"/>
              <a:gd name="connsiteY405" fmla="*/ 1931153 h 3190227"/>
              <a:gd name="connsiteX406" fmla="*/ 1264266 w 2812178"/>
              <a:gd name="connsiteY406" fmla="*/ 1918104 h 3190227"/>
              <a:gd name="connsiteX407" fmla="*/ 1252170 w 2812178"/>
              <a:gd name="connsiteY407" fmla="*/ 1922961 h 3190227"/>
              <a:gd name="connsiteX408" fmla="*/ 1245216 w 2812178"/>
              <a:gd name="connsiteY408" fmla="*/ 1942011 h 3190227"/>
              <a:gd name="connsiteX409" fmla="*/ 1241787 w 2812178"/>
              <a:gd name="connsiteY409" fmla="*/ 1917913 h 3190227"/>
              <a:gd name="connsiteX410" fmla="*/ 1245026 w 2812178"/>
              <a:gd name="connsiteY410" fmla="*/ 1902578 h 3190227"/>
              <a:gd name="connsiteX411" fmla="*/ 1249693 w 2812178"/>
              <a:gd name="connsiteY411" fmla="*/ 1886386 h 3190227"/>
              <a:gd name="connsiteX412" fmla="*/ 2406742 w 2812178"/>
              <a:gd name="connsiteY412" fmla="*/ 1866372 h 3190227"/>
              <a:gd name="connsiteX413" fmla="*/ 2401170 w 2812178"/>
              <a:gd name="connsiteY413" fmla="*/ 1868956 h 3190227"/>
              <a:gd name="connsiteX414" fmla="*/ 2408599 w 2812178"/>
              <a:gd name="connsiteY414" fmla="*/ 1878671 h 3190227"/>
              <a:gd name="connsiteX415" fmla="*/ 2421553 w 2812178"/>
              <a:gd name="connsiteY415" fmla="*/ 1882767 h 3190227"/>
              <a:gd name="connsiteX416" fmla="*/ 2472321 w 2812178"/>
              <a:gd name="connsiteY416" fmla="*/ 1925344 h 3190227"/>
              <a:gd name="connsiteX417" fmla="*/ 2471750 w 2812178"/>
              <a:gd name="connsiteY417" fmla="*/ 1938107 h 3190227"/>
              <a:gd name="connsiteX418" fmla="*/ 2481275 w 2812178"/>
              <a:gd name="connsiteY418" fmla="*/ 2009354 h 3190227"/>
              <a:gd name="connsiteX419" fmla="*/ 2512803 w 2812178"/>
              <a:gd name="connsiteY419" fmla="*/ 2031452 h 3190227"/>
              <a:gd name="connsiteX420" fmla="*/ 2513565 w 2812178"/>
              <a:gd name="connsiteY420" fmla="*/ 2026118 h 3190227"/>
              <a:gd name="connsiteX421" fmla="*/ 2529186 w 2812178"/>
              <a:gd name="connsiteY421" fmla="*/ 1983923 h 3190227"/>
              <a:gd name="connsiteX422" fmla="*/ 2531948 w 2812178"/>
              <a:gd name="connsiteY422" fmla="*/ 1971731 h 3190227"/>
              <a:gd name="connsiteX423" fmla="*/ 2522042 w 2812178"/>
              <a:gd name="connsiteY423" fmla="*/ 1964873 h 3190227"/>
              <a:gd name="connsiteX424" fmla="*/ 2509183 w 2812178"/>
              <a:gd name="connsiteY424" fmla="*/ 1969445 h 3190227"/>
              <a:gd name="connsiteX425" fmla="*/ 2494610 w 2812178"/>
              <a:gd name="connsiteY425" fmla="*/ 1967540 h 3190227"/>
              <a:gd name="connsiteX426" fmla="*/ 2502420 w 2812178"/>
              <a:gd name="connsiteY426" fmla="*/ 1956681 h 3190227"/>
              <a:gd name="connsiteX427" fmla="*/ 2508612 w 2812178"/>
              <a:gd name="connsiteY427" fmla="*/ 1946489 h 3190227"/>
              <a:gd name="connsiteX428" fmla="*/ 2497182 w 2812178"/>
              <a:gd name="connsiteY428" fmla="*/ 1945061 h 3190227"/>
              <a:gd name="connsiteX429" fmla="*/ 2489847 w 2812178"/>
              <a:gd name="connsiteY429" fmla="*/ 1943251 h 3190227"/>
              <a:gd name="connsiteX430" fmla="*/ 2475370 w 2812178"/>
              <a:gd name="connsiteY430" fmla="*/ 1909342 h 3190227"/>
              <a:gd name="connsiteX431" fmla="*/ 2520518 w 2812178"/>
              <a:gd name="connsiteY431" fmla="*/ 1917438 h 3190227"/>
              <a:gd name="connsiteX432" fmla="*/ 2566428 w 2812178"/>
              <a:gd name="connsiteY432" fmla="*/ 1931345 h 3190227"/>
              <a:gd name="connsiteX433" fmla="*/ 2585383 w 2812178"/>
              <a:gd name="connsiteY433" fmla="*/ 1930868 h 3190227"/>
              <a:gd name="connsiteX434" fmla="*/ 2593861 w 2812178"/>
              <a:gd name="connsiteY434" fmla="*/ 1908770 h 3190227"/>
              <a:gd name="connsiteX435" fmla="*/ 2577573 w 2812178"/>
              <a:gd name="connsiteY435" fmla="*/ 1898674 h 3190227"/>
              <a:gd name="connsiteX436" fmla="*/ 2546045 w 2812178"/>
              <a:gd name="connsiteY436" fmla="*/ 1902198 h 3190227"/>
              <a:gd name="connsiteX437" fmla="*/ 2500706 w 2812178"/>
              <a:gd name="connsiteY437" fmla="*/ 1896769 h 3190227"/>
              <a:gd name="connsiteX438" fmla="*/ 2436984 w 2812178"/>
              <a:gd name="connsiteY438" fmla="*/ 1873433 h 3190227"/>
              <a:gd name="connsiteX439" fmla="*/ 2412600 w 2812178"/>
              <a:gd name="connsiteY439" fmla="*/ 1870004 h 3190227"/>
              <a:gd name="connsiteX440" fmla="*/ 2406742 w 2812178"/>
              <a:gd name="connsiteY440" fmla="*/ 1866372 h 3190227"/>
              <a:gd name="connsiteX441" fmla="*/ 657560 w 2812178"/>
              <a:gd name="connsiteY441" fmla="*/ 1833022 h 3190227"/>
              <a:gd name="connsiteX442" fmla="*/ 662286 w 2812178"/>
              <a:gd name="connsiteY442" fmla="*/ 1837713 h 3190227"/>
              <a:gd name="connsiteX443" fmla="*/ 689051 w 2812178"/>
              <a:gd name="connsiteY443" fmla="*/ 1843523 h 3190227"/>
              <a:gd name="connsiteX444" fmla="*/ 735914 w 2812178"/>
              <a:gd name="connsiteY444" fmla="*/ 1838666 h 3190227"/>
              <a:gd name="connsiteX445" fmla="*/ 750964 w 2812178"/>
              <a:gd name="connsiteY445" fmla="*/ 1875527 h 3190227"/>
              <a:gd name="connsiteX446" fmla="*/ 762394 w 2812178"/>
              <a:gd name="connsiteY446" fmla="*/ 1903245 h 3190227"/>
              <a:gd name="connsiteX447" fmla="*/ 769442 w 2812178"/>
              <a:gd name="connsiteY447" fmla="*/ 1916009 h 3190227"/>
              <a:gd name="connsiteX448" fmla="*/ 753917 w 2812178"/>
              <a:gd name="connsiteY448" fmla="*/ 1923152 h 3190227"/>
              <a:gd name="connsiteX449" fmla="*/ 748106 w 2812178"/>
              <a:gd name="connsiteY449" fmla="*/ 1914104 h 3190227"/>
              <a:gd name="connsiteX450" fmla="*/ 706387 w 2812178"/>
              <a:gd name="connsiteY450" fmla="*/ 1881052 h 3190227"/>
              <a:gd name="connsiteX451" fmla="*/ 650856 w 2812178"/>
              <a:gd name="connsiteY451" fmla="*/ 1855430 h 3190227"/>
              <a:gd name="connsiteX452" fmla="*/ 640950 w 2812178"/>
              <a:gd name="connsiteY452" fmla="*/ 1847809 h 3190227"/>
              <a:gd name="connsiteX453" fmla="*/ 650761 w 2812178"/>
              <a:gd name="connsiteY453" fmla="*/ 1833331 h 3190227"/>
              <a:gd name="connsiteX454" fmla="*/ 657560 w 2812178"/>
              <a:gd name="connsiteY454" fmla="*/ 1833022 h 3190227"/>
              <a:gd name="connsiteX455" fmla="*/ 1027950 w 2812178"/>
              <a:gd name="connsiteY455" fmla="*/ 1803233 h 3190227"/>
              <a:gd name="connsiteX456" fmla="*/ 1028903 w 2812178"/>
              <a:gd name="connsiteY456" fmla="*/ 1804376 h 3190227"/>
              <a:gd name="connsiteX457" fmla="*/ 1027900 w 2812178"/>
              <a:gd name="connsiteY457" fmla="*/ 1803426 h 3190227"/>
              <a:gd name="connsiteX458" fmla="*/ 1008710 w 2812178"/>
              <a:gd name="connsiteY458" fmla="*/ 1612543 h 3190227"/>
              <a:gd name="connsiteX459" fmla="*/ 998233 w 2812178"/>
              <a:gd name="connsiteY459" fmla="*/ 1679980 h 3190227"/>
              <a:gd name="connsiteX460" fmla="*/ 996708 w 2812178"/>
              <a:gd name="connsiteY460" fmla="*/ 1754846 h 3190227"/>
              <a:gd name="connsiteX461" fmla="*/ 1006912 w 2812178"/>
              <a:gd name="connsiteY461" fmla="*/ 1783540 h 3190227"/>
              <a:gd name="connsiteX462" fmla="*/ 1027900 w 2812178"/>
              <a:gd name="connsiteY462" fmla="*/ 1803426 h 3190227"/>
              <a:gd name="connsiteX463" fmla="*/ 1020831 w 2812178"/>
              <a:gd name="connsiteY463" fmla="*/ 1830487 h 3190227"/>
              <a:gd name="connsiteX464" fmla="*/ 1000709 w 2812178"/>
              <a:gd name="connsiteY464" fmla="*/ 1849811 h 3190227"/>
              <a:gd name="connsiteX465" fmla="*/ 969277 w 2812178"/>
              <a:gd name="connsiteY465" fmla="*/ 1868289 h 3190227"/>
              <a:gd name="connsiteX466" fmla="*/ 848881 w 2812178"/>
              <a:gd name="connsiteY466" fmla="*/ 1958015 h 3190227"/>
              <a:gd name="connsiteX467" fmla="*/ 820115 w 2812178"/>
              <a:gd name="connsiteY467" fmla="*/ 2014783 h 3190227"/>
              <a:gd name="connsiteX468" fmla="*/ 834879 w 2812178"/>
              <a:gd name="connsiteY468" fmla="*/ 1899341 h 3190227"/>
              <a:gd name="connsiteX469" fmla="*/ 957180 w 2812178"/>
              <a:gd name="connsiteY469" fmla="*/ 1715508 h 3190227"/>
              <a:gd name="connsiteX470" fmla="*/ 962800 w 2812178"/>
              <a:gd name="connsiteY470" fmla="*/ 1703221 h 3190227"/>
              <a:gd name="connsiteX471" fmla="*/ 1008710 w 2812178"/>
              <a:gd name="connsiteY471" fmla="*/ 1612543 h 3190227"/>
              <a:gd name="connsiteX472" fmla="*/ 1319034 w 2812178"/>
              <a:gd name="connsiteY472" fmla="*/ 1556250 h 3190227"/>
              <a:gd name="connsiteX473" fmla="*/ 1305604 w 2812178"/>
              <a:gd name="connsiteY473" fmla="*/ 1573586 h 3190227"/>
              <a:gd name="connsiteX474" fmla="*/ 1327893 w 2812178"/>
              <a:gd name="connsiteY474" fmla="*/ 1607780 h 3190227"/>
              <a:gd name="connsiteX475" fmla="*/ 1348848 w 2812178"/>
              <a:gd name="connsiteY475" fmla="*/ 1622830 h 3190227"/>
              <a:gd name="connsiteX476" fmla="*/ 1355515 w 2812178"/>
              <a:gd name="connsiteY476" fmla="*/ 1600732 h 3190227"/>
              <a:gd name="connsiteX477" fmla="*/ 1359706 w 2812178"/>
              <a:gd name="connsiteY477" fmla="*/ 1596731 h 3190227"/>
              <a:gd name="connsiteX478" fmla="*/ 1385709 w 2812178"/>
              <a:gd name="connsiteY478" fmla="*/ 1640546 h 3190227"/>
              <a:gd name="connsiteX479" fmla="*/ 1392663 w 2812178"/>
              <a:gd name="connsiteY479" fmla="*/ 1675217 h 3190227"/>
              <a:gd name="connsiteX480" fmla="*/ 1393139 w 2812178"/>
              <a:gd name="connsiteY480" fmla="*/ 1704459 h 3190227"/>
              <a:gd name="connsiteX481" fmla="*/ 1403997 w 2812178"/>
              <a:gd name="connsiteY481" fmla="*/ 1713984 h 3190227"/>
              <a:gd name="connsiteX482" fmla="*/ 1406664 w 2812178"/>
              <a:gd name="connsiteY482" fmla="*/ 1700268 h 3190227"/>
              <a:gd name="connsiteX483" fmla="*/ 1405236 w 2812178"/>
              <a:gd name="connsiteY483" fmla="*/ 1660549 h 3190227"/>
              <a:gd name="connsiteX484" fmla="*/ 1419999 w 2812178"/>
              <a:gd name="connsiteY484" fmla="*/ 1689314 h 3190227"/>
              <a:gd name="connsiteX485" fmla="*/ 1394663 w 2812178"/>
              <a:gd name="connsiteY485" fmla="*/ 1611209 h 3190227"/>
              <a:gd name="connsiteX486" fmla="*/ 1330179 w 2812178"/>
              <a:gd name="connsiteY486" fmla="*/ 1558346 h 3190227"/>
              <a:gd name="connsiteX487" fmla="*/ 1319034 w 2812178"/>
              <a:gd name="connsiteY487" fmla="*/ 1556250 h 3190227"/>
              <a:gd name="connsiteX488" fmla="*/ 1412760 w 2812178"/>
              <a:gd name="connsiteY488" fmla="*/ 1507387 h 3190227"/>
              <a:gd name="connsiteX489" fmla="*/ 1401426 w 2812178"/>
              <a:gd name="connsiteY489" fmla="*/ 1516150 h 3190227"/>
              <a:gd name="connsiteX490" fmla="*/ 1405712 w 2812178"/>
              <a:gd name="connsiteY490" fmla="*/ 1538915 h 3190227"/>
              <a:gd name="connsiteX491" fmla="*/ 1410474 w 2812178"/>
              <a:gd name="connsiteY491" fmla="*/ 1536152 h 3190227"/>
              <a:gd name="connsiteX492" fmla="*/ 1417428 w 2812178"/>
              <a:gd name="connsiteY492" fmla="*/ 1529390 h 3190227"/>
              <a:gd name="connsiteX493" fmla="*/ 1418094 w 2812178"/>
              <a:gd name="connsiteY493" fmla="*/ 1540629 h 3190227"/>
              <a:gd name="connsiteX494" fmla="*/ 1411141 w 2812178"/>
              <a:gd name="connsiteY494" fmla="*/ 1567204 h 3190227"/>
              <a:gd name="connsiteX495" fmla="*/ 1433620 w 2812178"/>
              <a:gd name="connsiteY495" fmla="*/ 1592445 h 3190227"/>
              <a:gd name="connsiteX496" fmla="*/ 1456194 w 2812178"/>
              <a:gd name="connsiteY496" fmla="*/ 1600732 h 3190227"/>
              <a:gd name="connsiteX497" fmla="*/ 1518774 w 2812178"/>
              <a:gd name="connsiteY497" fmla="*/ 1618925 h 3190227"/>
              <a:gd name="connsiteX498" fmla="*/ 1585544 w 2812178"/>
              <a:gd name="connsiteY498" fmla="*/ 1651310 h 3190227"/>
              <a:gd name="connsiteX499" fmla="*/ 1589640 w 2812178"/>
              <a:gd name="connsiteY499" fmla="*/ 1650357 h 3190227"/>
              <a:gd name="connsiteX500" fmla="*/ 1604403 w 2812178"/>
              <a:gd name="connsiteY500" fmla="*/ 1656453 h 3190227"/>
              <a:gd name="connsiteX501" fmla="*/ 1642789 w 2812178"/>
              <a:gd name="connsiteY501" fmla="*/ 1692743 h 3190227"/>
              <a:gd name="connsiteX502" fmla="*/ 1664411 w 2812178"/>
              <a:gd name="connsiteY502" fmla="*/ 1723414 h 3190227"/>
              <a:gd name="connsiteX503" fmla="*/ 1682127 w 2812178"/>
              <a:gd name="connsiteY503" fmla="*/ 1758561 h 3190227"/>
              <a:gd name="connsiteX504" fmla="*/ 1706797 w 2812178"/>
              <a:gd name="connsiteY504" fmla="*/ 1752560 h 3190227"/>
              <a:gd name="connsiteX505" fmla="*/ 1731372 w 2812178"/>
              <a:gd name="connsiteY505" fmla="*/ 1718842 h 3190227"/>
              <a:gd name="connsiteX506" fmla="*/ 1706416 w 2812178"/>
              <a:gd name="connsiteY506" fmla="*/ 1685219 h 3190227"/>
              <a:gd name="connsiteX507" fmla="*/ 1698606 w 2812178"/>
              <a:gd name="connsiteY507" fmla="*/ 1678741 h 3190227"/>
              <a:gd name="connsiteX508" fmla="*/ 1704416 w 2812178"/>
              <a:gd name="connsiteY508" fmla="*/ 1669598 h 3190227"/>
              <a:gd name="connsiteX509" fmla="*/ 1728800 w 2812178"/>
              <a:gd name="connsiteY509" fmla="*/ 1667312 h 3190227"/>
              <a:gd name="connsiteX510" fmla="*/ 1756899 w 2812178"/>
              <a:gd name="connsiteY510" fmla="*/ 1666835 h 3190227"/>
              <a:gd name="connsiteX511" fmla="*/ 1748612 w 2812178"/>
              <a:gd name="connsiteY511" fmla="*/ 1662454 h 3190227"/>
              <a:gd name="connsiteX512" fmla="*/ 1688700 w 2812178"/>
              <a:gd name="connsiteY512" fmla="*/ 1640165 h 3190227"/>
              <a:gd name="connsiteX513" fmla="*/ 1642884 w 2812178"/>
              <a:gd name="connsiteY513" fmla="*/ 1624258 h 3190227"/>
              <a:gd name="connsiteX514" fmla="*/ 1621834 w 2812178"/>
              <a:gd name="connsiteY514" fmla="*/ 1606161 h 3190227"/>
              <a:gd name="connsiteX515" fmla="*/ 1601260 w 2812178"/>
              <a:gd name="connsiteY515" fmla="*/ 1577015 h 3190227"/>
              <a:gd name="connsiteX516" fmla="*/ 1596783 w 2812178"/>
              <a:gd name="connsiteY516" fmla="*/ 1577586 h 3190227"/>
              <a:gd name="connsiteX517" fmla="*/ 1562398 w 2812178"/>
              <a:gd name="connsiteY517" fmla="*/ 1571395 h 3190227"/>
              <a:gd name="connsiteX518" fmla="*/ 1519631 w 2812178"/>
              <a:gd name="connsiteY518" fmla="*/ 1557869 h 3190227"/>
              <a:gd name="connsiteX519" fmla="*/ 1525536 w 2812178"/>
              <a:gd name="connsiteY519" fmla="*/ 1565204 h 3190227"/>
              <a:gd name="connsiteX520" fmla="*/ 1537443 w 2812178"/>
              <a:gd name="connsiteY520" fmla="*/ 1574729 h 3190227"/>
              <a:gd name="connsiteX521" fmla="*/ 1531823 w 2812178"/>
              <a:gd name="connsiteY521" fmla="*/ 1580253 h 3190227"/>
              <a:gd name="connsiteX522" fmla="*/ 1511820 w 2812178"/>
              <a:gd name="connsiteY522" fmla="*/ 1574348 h 3190227"/>
              <a:gd name="connsiteX523" fmla="*/ 1507248 w 2812178"/>
              <a:gd name="connsiteY523" fmla="*/ 1559298 h 3190227"/>
              <a:gd name="connsiteX524" fmla="*/ 1496199 w 2812178"/>
              <a:gd name="connsiteY524" fmla="*/ 1550249 h 3190227"/>
              <a:gd name="connsiteX525" fmla="*/ 1473720 w 2812178"/>
              <a:gd name="connsiteY525" fmla="*/ 1543201 h 3190227"/>
              <a:gd name="connsiteX526" fmla="*/ 1451051 w 2812178"/>
              <a:gd name="connsiteY526" fmla="*/ 1529485 h 3190227"/>
              <a:gd name="connsiteX527" fmla="*/ 1412760 w 2812178"/>
              <a:gd name="connsiteY527" fmla="*/ 1507387 h 3190227"/>
              <a:gd name="connsiteX528" fmla="*/ 2325601 w 2812178"/>
              <a:gd name="connsiteY528" fmla="*/ 1440200 h 3190227"/>
              <a:gd name="connsiteX529" fmla="*/ 2317445 w 2812178"/>
              <a:gd name="connsiteY529" fmla="*/ 1442331 h 3190227"/>
              <a:gd name="connsiteX530" fmla="*/ 2316969 w 2812178"/>
              <a:gd name="connsiteY530" fmla="*/ 1459762 h 3190227"/>
              <a:gd name="connsiteX531" fmla="*/ 2336114 w 2812178"/>
              <a:gd name="connsiteY531" fmla="*/ 1490242 h 3190227"/>
              <a:gd name="connsiteX532" fmla="*/ 2347353 w 2812178"/>
              <a:gd name="connsiteY532" fmla="*/ 1505101 h 3190227"/>
              <a:gd name="connsiteX533" fmla="*/ 2360879 w 2812178"/>
              <a:gd name="connsiteY533" fmla="*/ 1485956 h 3190227"/>
              <a:gd name="connsiteX534" fmla="*/ 2362212 w 2812178"/>
              <a:gd name="connsiteY534" fmla="*/ 1475764 h 3190227"/>
              <a:gd name="connsiteX535" fmla="*/ 2333542 w 2812178"/>
              <a:gd name="connsiteY535" fmla="*/ 1444141 h 3190227"/>
              <a:gd name="connsiteX536" fmla="*/ 2325601 w 2812178"/>
              <a:gd name="connsiteY536" fmla="*/ 1440200 h 3190227"/>
              <a:gd name="connsiteX537" fmla="*/ 2161711 w 2812178"/>
              <a:gd name="connsiteY537" fmla="*/ 1376704 h 3190227"/>
              <a:gd name="connsiteX538" fmla="*/ 2119801 w 2812178"/>
              <a:gd name="connsiteY538" fmla="*/ 1385753 h 3190227"/>
              <a:gd name="connsiteX539" fmla="*/ 2140280 w 2812178"/>
              <a:gd name="connsiteY539" fmla="*/ 1410327 h 3190227"/>
              <a:gd name="connsiteX540" fmla="*/ 2157520 w 2812178"/>
              <a:gd name="connsiteY540" fmla="*/ 1431282 h 3190227"/>
              <a:gd name="connsiteX541" fmla="*/ 2164854 w 2812178"/>
              <a:gd name="connsiteY541" fmla="*/ 1441569 h 3190227"/>
              <a:gd name="connsiteX542" fmla="*/ 2170760 w 2812178"/>
              <a:gd name="connsiteY542" fmla="*/ 1434235 h 3190227"/>
              <a:gd name="connsiteX543" fmla="*/ 2180380 w 2812178"/>
              <a:gd name="connsiteY543" fmla="*/ 1433758 h 3190227"/>
              <a:gd name="connsiteX544" fmla="*/ 2206288 w 2812178"/>
              <a:gd name="connsiteY544" fmla="*/ 1431282 h 3190227"/>
              <a:gd name="connsiteX545" fmla="*/ 2220004 w 2812178"/>
              <a:gd name="connsiteY545" fmla="*/ 1413185 h 3190227"/>
              <a:gd name="connsiteX546" fmla="*/ 2211432 w 2812178"/>
              <a:gd name="connsiteY546" fmla="*/ 1391944 h 3190227"/>
              <a:gd name="connsiteX547" fmla="*/ 2171903 w 2812178"/>
              <a:gd name="connsiteY547" fmla="*/ 1377275 h 3190227"/>
              <a:gd name="connsiteX548" fmla="*/ 2161711 w 2812178"/>
              <a:gd name="connsiteY548" fmla="*/ 1376704 h 3190227"/>
              <a:gd name="connsiteX549" fmla="*/ 1371220 w 2812178"/>
              <a:gd name="connsiteY549" fmla="*/ 1330543 h 3190227"/>
              <a:gd name="connsiteX550" fmla="*/ 1352181 w 2812178"/>
              <a:gd name="connsiteY550" fmla="*/ 1331079 h 3190227"/>
              <a:gd name="connsiteX551" fmla="*/ 1323511 w 2812178"/>
              <a:gd name="connsiteY551" fmla="*/ 1334794 h 3190227"/>
              <a:gd name="connsiteX552" fmla="*/ 1307223 w 2812178"/>
              <a:gd name="connsiteY552" fmla="*/ 1334699 h 3190227"/>
              <a:gd name="connsiteX553" fmla="*/ 1308652 w 2812178"/>
              <a:gd name="connsiteY553" fmla="*/ 1355654 h 3190227"/>
              <a:gd name="connsiteX554" fmla="*/ 1311414 w 2812178"/>
              <a:gd name="connsiteY554" fmla="*/ 1372894 h 3190227"/>
              <a:gd name="connsiteX555" fmla="*/ 1318177 w 2812178"/>
              <a:gd name="connsiteY555" fmla="*/ 1384610 h 3190227"/>
              <a:gd name="connsiteX556" fmla="*/ 1353991 w 2812178"/>
              <a:gd name="connsiteY556" fmla="*/ 1415375 h 3190227"/>
              <a:gd name="connsiteX557" fmla="*/ 1381137 w 2812178"/>
              <a:gd name="connsiteY557" fmla="*/ 1456809 h 3190227"/>
              <a:gd name="connsiteX558" fmla="*/ 1394949 w 2812178"/>
              <a:gd name="connsiteY558" fmla="*/ 1459762 h 3190227"/>
              <a:gd name="connsiteX559" fmla="*/ 1416189 w 2812178"/>
              <a:gd name="connsiteY559" fmla="*/ 1480526 h 3190227"/>
              <a:gd name="connsiteX560" fmla="*/ 1414856 w 2812178"/>
              <a:gd name="connsiteY560" fmla="*/ 1493004 h 3190227"/>
              <a:gd name="connsiteX561" fmla="*/ 1423143 w 2812178"/>
              <a:gd name="connsiteY561" fmla="*/ 1492718 h 3190227"/>
              <a:gd name="connsiteX562" fmla="*/ 1432287 w 2812178"/>
              <a:gd name="connsiteY562" fmla="*/ 1473097 h 3190227"/>
              <a:gd name="connsiteX563" fmla="*/ 1445907 w 2812178"/>
              <a:gd name="connsiteY563" fmla="*/ 1461000 h 3190227"/>
              <a:gd name="connsiteX564" fmla="*/ 1457814 w 2812178"/>
              <a:gd name="connsiteY564" fmla="*/ 1450618 h 3190227"/>
              <a:gd name="connsiteX565" fmla="*/ 1446288 w 2812178"/>
              <a:gd name="connsiteY565" fmla="*/ 1432044 h 3190227"/>
              <a:gd name="connsiteX566" fmla="*/ 1447146 w 2812178"/>
              <a:gd name="connsiteY566" fmla="*/ 1430044 h 3190227"/>
              <a:gd name="connsiteX567" fmla="*/ 1445336 w 2812178"/>
              <a:gd name="connsiteY567" fmla="*/ 1398897 h 3190227"/>
              <a:gd name="connsiteX568" fmla="*/ 1426762 w 2812178"/>
              <a:gd name="connsiteY568" fmla="*/ 1374132 h 3190227"/>
              <a:gd name="connsiteX569" fmla="*/ 1427905 w 2812178"/>
              <a:gd name="connsiteY569" fmla="*/ 1369846 h 3190227"/>
              <a:gd name="connsiteX570" fmla="*/ 1407141 w 2812178"/>
              <a:gd name="connsiteY570" fmla="*/ 1349367 h 3190227"/>
              <a:gd name="connsiteX571" fmla="*/ 1386186 w 2812178"/>
              <a:gd name="connsiteY571" fmla="*/ 1341937 h 3190227"/>
              <a:gd name="connsiteX572" fmla="*/ 1371220 w 2812178"/>
              <a:gd name="connsiteY572" fmla="*/ 1330543 h 3190227"/>
              <a:gd name="connsiteX573" fmla="*/ 1483722 w 2812178"/>
              <a:gd name="connsiteY573" fmla="*/ 1297361 h 3190227"/>
              <a:gd name="connsiteX574" fmla="*/ 1477626 w 2812178"/>
              <a:gd name="connsiteY574" fmla="*/ 1299551 h 3190227"/>
              <a:gd name="connsiteX575" fmla="*/ 1678603 w 2812178"/>
              <a:gd name="connsiteY575" fmla="*/ 1298027 h 3190227"/>
              <a:gd name="connsiteX576" fmla="*/ 1587735 w 2812178"/>
              <a:gd name="connsiteY576" fmla="*/ 1304314 h 3190227"/>
              <a:gd name="connsiteX577" fmla="*/ 1483722 w 2812178"/>
              <a:gd name="connsiteY577" fmla="*/ 1297361 h 3190227"/>
              <a:gd name="connsiteX578" fmla="*/ 108039 w 2812178"/>
              <a:gd name="connsiteY578" fmla="*/ 1182989 h 3190227"/>
              <a:gd name="connsiteX579" fmla="*/ 113837 w 2812178"/>
              <a:gd name="connsiteY579" fmla="*/ 1185060 h 3190227"/>
              <a:gd name="connsiteX580" fmla="*/ 115075 w 2812178"/>
              <a:gd name="connsiteY580" fmla="*/ 1197729 h 3190227"/>
              <a:gd name="connsiteX581" fmla="*/ 69831 w 2812178"/>
              <a:gd name="connsiteY581" fmla="*/ 1234305 h 3190227"/>
              <a:gd name="connsiteX582" fmla="*/ 61640 w 2812178"/>
              <a:gd name="connsiteY582" fmla="*/ 1234305 h 3190227"/>
              <a:gd name="connsiteX583" fmla="*/ 33255 w 2812178"/>
              <a:gd name="connsiteY583" fmla="*/ 1229256 h 3190227"/>
              <a:gd name="connsiteX584" fmla="*/ 27921 w 2812178"/>
              <a:gd name="connsiteY584" fmla="*/ 1223160 h 3190227"/>
              <a:gd name="connsiteX585" fmla="*/ 32970 w 2812178"/>
              <a:gd name="connsiteY585" fmla="*/ 1217636 h 3190227"/>
              <a:gd name="connsiteX586" fmla="*/ 37351 w 2812178"/>
              <a:gd name="connsiteY586" fmla="*/ 1217350 h 3190227"/>
              <a:gd name="connsiteX587" fmla="*/ 102312 w 2812178"/>
              <a:gd name="connsiteY587" fmla="*/ 1185918 h 3190227"/>
              <a:gd name="connsiteX588" fmla="*/ 108039 w 2812178"/>
              <a:gd name="connsiteY588" fmla="*/ 1182989 h 3190227"/>
              <a:gd name="connsiteX589" fmla="*/ 1148633 w 2812178"/>
              <a:gd name="connsiteY589" fmla="*/ 750530 h 3190227"/>
              <a:gd name="connsiteX590" fmla="*/ 1156253 w 2812178"/>
              <a:gd name="connsiteY590" fmla="*/ 758245 h 3190227"/>
              <a:gd name="connsiteX591" fmla="*/ 1170731 w 2812178"/>
              <a:gd name="connsiteY591" fmla="*/ 767008 h 3190227"/>
              <a:gd name="connsiteX592" fmla="*/ 1175684 w 2812178"/>
              <a:gd name="connsiteY592" fmla="*/ 773485 h 3190227"/>
              <a:gd name="connsiteX593" fmla="*/ 1202830 w 2812178"/>
              <a:gd name="connsiteY593" fmla="*/ 781582 h 3190227"/>
              <a:gd name="connsiteX594" fmla="*/ 1226357 w 2812178"/>
              <a:gd name="connsiteY594" fmla="*/ 774724 h 3190227"/>
              <a:gd name="connsiteX595" fmla="*/ 1235977 w 2812178"/>
              <a:gd name="connsiteY595" fmla="*/ 778248 h 3190227"/>
              <a:gd name="connsiteX596" fmla="*/ 1230833 w 2812178"/>
              <a:gd name="connsiteY596" fmla="*/ 789202 h 3190227"/>
              <a:gd name="connsiteX597" fmla="*/ 1208069 w 2812178"/>
              <a:gd name="connsiteY597" fmla="*/ 817777 h 3190227"/>
              <a:gd name="connsiteX598" fmla="*/ 1183113 w 2812178"/>
              <a:gd name="connsiteY598" fmla="*/ 851495 h 3190227"/>
              <a:gd name="connsiteX599" fmla="*/ 1186352 w 2812178"/>
              <a:gd name="connsiteY599" fmla="*/ 882070 h 3190227"/>
              <a:gd name="connsiteX600" fmla="*/ 1188162 w 2812178"/>
              <a:gd name="connsiteY600" fmla="*/ 888547 h 3190227"/>
              <a:gd name="connsiteX601" fmla="*/ 1183399 w 2812178"/>
              <a:gd name="connsiteY601" fmla="*/ 917980 h 3190227"/>
              <a:gd name="connsiteX602" fmla="*/ 1161587 w 2812178"/>
              <a:gd name="connsiteY602" fmla="*/ 867878 h 3190227"/>
              <a:gd name="connsiteX603" fmla="*/ 1136822 w 2812178"/>
              <a:gd name="connsiteY603" fmla="*/ 805680 h 3190227"/>
              <a:gd name="connsiteX604" fmla="*/ 1119867 w 2812178"/>
              <a:gd name="connsiteY604" fmla="*/ 849876 h 3190227"/>
              <a:gd name="connsiteX605" fmla="*/ 1089768 w 2812178"/>
              <a:gd name="connsiteY605" fmla="*/ 870450 h 3190227"/>
              <a:gd name="connsiteX606" fmla="*/ 1086054 w 2812178"/>
              <a:gd name="connsiteY606" fmla="*/ 868354 h 3190227"/>
              <a:gd name="connsiteX607" fmla="*/ 1087387 w 2812178"/>
              <a:gd name="connsiteY607" fmla="*/ 862258 h 3190227"/>
              <a:gd name="connsiteX608" fmla="*/ 1107104 w 2812178"/>
              <a:gd name="connsiteY608" fmla="*/ 846923 h 3190227"/>
              <a:gd name="connsiteX609" fmla="*/ 1100532 w 2812178"/>
              <a:gd name="connsiteY609" fmla="*/ 817967 h 3190227"/>
              <a:gd name="connsiteX610" fmla="*/ 1069956 w 2812178"/>
              <a:gd name="connsiteY610" fmla="*/ 811871 h 3190227"/>
              <a:gd name="connsiteX611" fmla="*/ 1053764 w 2812178"/>
              <a:gd name="connsiteY611" fmla="*/ 805680 h 3190227"/>
              <a:gd name="connsiteX612" fmla="*/ 1053383 w 2812178"/>
              <a:gd name="connsiteY612" fmla="*/ 800155 h 3190227"/>
              <a:gd name="connsiteX613" fmla="*/ 1095388 w 2812178"/>
              <a:gd name="connsiteY613" fmla="*/ 771104 h 3190227"/>
              <a:gd name="connsiteX614" fmla="*/ 1135965 w 2812178"/>
              <a:gd name="connsiteY614" fmla="*/ 765580 h 3190227"/>
              <a:gd name="connsiteX615" fmla="*/ 1145775 w 2812178"/>
              <a:gd name="connsiteY615" fmla="*/ 759007 h 3190227"/>
              <a:gd name="connsiteX616" fmla="*/ 1148633 w 2812178"/>
              <a:gd name="connsiteY616" fmla="*/ 750530 h 3190227"/>
              <a:gd name="connsiteX617" fmla="*/ 842690 w 2812178"/>
              <a:gd name="connsiteY617" fmla="*/ 649565 h 3190227"/>
              <a:gd name="connsiteX618" fmla="*/ 848595 w 2812178"/>
              <a:gd name="connsiteY618" fmla="*/ 658518 h 3190227"/>
              <a:gd name="connsiteX619" fmla="*/ 870312 w 2812178"/>
              <a:gd name="connsiteY619" fmla="*/ 670805 h 3190227"/>
              <a:gd name="connsiteX620" fmla="*/ 884505 w 2812178"/>
              <a:gd name="connsiteY620" fmla="*/ 673282 h 3190227"/>
              <a:gd name="connsiteX621" fmla="*/ 881457 w 2812178"/>
              <a:gd name="connsiteY621" fmla="*/ 698904 h 3190227"/>
              <a:gd name="connsiteX622" fmla="*/ 870408 w 2812178"/>
              <a:gd name="connsiteY622" fmla="*/ 701285 h 3190227"/>
              <a:gd name="connsiteX623" fmla="*/ 804209 w 2812178"/>
              <a:gd name="connsiteY623" fmla="*/ 729670 h 3190227"/>
              <a:gd name="connsiteX624" fmla="*/ 757441 w 2812178"/>
              <a:gd name="connsiteY624" fmla="*/ 750530 h 3190227"/>
              <a:gd name="connsiteX625" fmla="*/ 743439 w 2812178"/>
              <a:gd name="connsiteY625" fmla="*/ 747196 h 3190227"/>
              <a:gd name="connsiteX626" fmla="*/ 735819 w 2812178"/>
              <a:gd name="connsiteY626" fmla="*/ 740243 h 3190227"/>
              <a:gd name="connsiteX627" fmla="*/ 744582 w 2812178"/>
              <a:gd name="connsiteY627" fmla="*/ 731670 h 3190227"/>
              <a:gd name="connsiteX628" fmla="*/ 829545 w 2812178"/>
              <a:gd name="connsiteY628" fmla="*/ 696142 h 3190227"/>
              <a:gd name="connsiteX629" fmla="*/ 837546 w 2812178"/>
              <a:gd name="connsiteY629" fmla="*/ 679187 h 3190227"/>
              <a:gd name="connsiteX630" fmla="*/ 834784 w 2812178"/>
              <a:gd name="connsiteY630" fmla="*/ 658994 h 3190227"/>
              <a:gd name="connsiteX631" fmla="*/ 842690 w 2812178"/>
              <a:gd name="connsiteY631" fmla="*/ 649565 h 3190227"/>
              <a:gd name="connsiteX632" fmla="*/ 1290745 w 2812178"/>
              <a:gd name="connsiteY632" fmla="*/ 572794 h 3190227"/>
              <a:gd name="connsiteX633" fmla="*/ 1276458 w 2812178"/>
              <a:gd name="connsiteY633" fmla="*/ 585176 h 3190227"/>
              <a:gd name="connsiteX634" fmla="*/ 1277791 w 2812178"/>
              <a:gd name="connsiteY634" fmla="*/ 615275 h 3190227"/>
              <a:gd name="connsiteX635" fmla="*/ 1293412 w 2812178"/>
              <a:gd name="connsiteY635" fmla="*/ 650803 h 3190227"/>
              <a:gd name="connsiteX636" fmla="*/ 1275886 w 2812178"/>
              <a:gd name="connsiteY636" fmla="*/ 694904 h 3190227"/>
              <a:gd name="connsiteX637" fmla="*/ 1272743 w 2812178"/>
              <a:gd name="connsiteY637" fmla="*/ 700810 h 3190227"/>
              <a:gd name="connsiteX638" fmla="*/ 1179874 w 2812178"/>
              <a:gd name="connsiteY638" fmla="*/ 732242 h 3190227"/>
              <a:gd name="connsiteX639" fmla="*/ 1171778 w 2812178"/>
              <a:gd name="connsiteY639" fmla="*/ 716907 h 3190227"/>
              <a:gd name="connsiteX640" fmla="*/ 1187589 w 2812178"/>
              <a:gd name="connsiteY640" fmla="*/ 705668 h 3190227"/>
              <a:gd name="connsiteX641" fmla="*/ 1204258 w 2812178"/>
              <a:gd name="connsiteY641" fmla="*/ 675949 h 3190227"/>
              <a:gd name="connsiteX642" fmla="*/ 1186732 w 2812178"/>
              <a:gd name="connsiteY642" fmla="*/ 664138 h 3190227"/>
              <a:gd name="connsiteX643" fmla="*/ 1182351 w 2812178"/>
              <a:gd name="connsiteY643" fmla="*/ 673759 h 3190227"/>
              <a:gd name="connsiteX644" fmla="*/ 1176826 w 2812178"/>
              <a:gd name="connsiteY644" fmla="*/ 691570 h 3190227"/>
              <a:gd name="connsiteX645" fmla="*/ 1165206 w 2812178"/>
              <a:gd name="connsiteY645" fmla="*/ 674140 h 3190227"/>
              <a:gd name="connsiteX646" fmla="*/ 1161491 w 2812178"/>
              <a:gd name="connsiteY646" fmla="*/ 709763 h 3190227"/>
              <a:gd name="connsiteX647" fmla="*/ 1144822 w 2812178"/>
              <a:gd name="connsiteY647" fmla="*/ 739100 h 3190227"/>
              <a:gd name="connsiteX648" fmla="*/ 1150442 w 2812178"/>
              <a:gd name="connsiteY648" fmla="*/ 710525 h 3190227"/>
              <a:gd name="connsiteX649" fmla="*/ 1148918 w 2812178"/>
              <a:gd name="connsiteY649" fmla="*/ 664424 h 3190227"/>
              <a:gd name="connsiteX650" fmla="*/ 1067670 w 2812178"/>
              <a:gd name="connsiteY650" fmla="*/ 671759 h 3190227"/>
              <a:gd name="connsiteX651" fmla="*/ 1040904 w 2812178"/>
              <a:gd name="connsiteY651" fmla="*/ 676521 h 3190227"/>
              <a:gd name="connsiteX652" fmla="*/ 1032808 w 2812178"/>
              <a:gd name="connsiteY652" fmla="*/ 684998 h 3190227"/>
              <a:gd name="connsiteX653" fmla="*/ 1041476 w 2812178"/>
              <a:gd name="connsiteY653" fmla="*/ 717669 h 3190227"/>
              <a:gd name="connsiteX654" fmla="*/ 1055001 w 2812178"/>
              <a:gd name="connsiteY654" fmla="*/ 722146 h 3190227"/>
              <a:gd name="connsiteX655" fmla="*/ 1082719 w 2812178"/>
              <a:gd name="connsiteY655" fmla="*/ 727099 h 3190227"/>
              <a:gd name="connsiteX656" fmla="*/ 1068051 w 2812178"/>
              <a:gd name="connsiteY656" fmla="*/ 746625 h 3190227"/>
              <a:gd name="connsiteX657" fmla="*/ 1064050 w 2812178"/>
              <a:gd name="connsiteY657" fmla="*/ 748816 h 3190227"/>
              <a:gd name="connsiteX658" fmla="*/ 1047762 w 2812178"/>
              <a:gd name="connsiteY658" fmla="*/ 776057 h 3190227"/>
              <a:gd name="connsiteX659" fmla="*/ 1038142 w 2812178"/>
              <a:gd name="connsiteY659" fmla="*/ 862639 h 3190227"/>
              <a:gd name="connsiteX660" fmla="*/ 1049858 w 2812178"/>
              <a:gd name="connsiteY660" fmla="*/ 916265 h 3190227"/>
              <a:gd name="connsiteX661" fmla="*/ 1062240 w 2812178"/>
              <a:gd name="connsiteY661" fmla="*/ 919694 h 3190227"/>
              <a:gd name="connsiteX662" fmla="*/ 1086815 w 2812178"/>
              <a:gd name="connsiteY662" fmla="*/ 922076 h 3190227"/>
              <a:gd name="connsiteX663" fmla="*/ 1129106 w 2812178"/>
              <a:gd name="connsiteY663" fmla="*/ 957223 h 3190227"/>
              <a:gd name="connsiteX664" fmla="*/ 1134154 w 2812178"/>
              <a:gd name="connsiteY664" fmla="*/ 956556 h 3190227"/>
              <a:gd name="connsiteX665" fmla="*/ 1146918 w 2812178"/>
              <a:gd name="connsiteY665" fmla="*/ 962747 h 3190227"/>
              <a:gd name="connsiteX666" fmla="*/ 1150156 w 2812178"/>
              <a:gd name="connsiteY666" fmla="*/ 946364 h 3190227"/>
              <a:gd name="connsiteX667" fmla="*/ 1153204 w 2812178"/>
              <a:gd name="connsiteY667" fmla="*/ 930648 h 3190227"/>
              <a:gd name="connsiteX668" fmla="*/ 1157395 w 2812178"/>
              <a:gd name="connsiteY668" fmla="*/ 921313 h 3190227"/>
              <a:gd name="connsiteX669" fmla="*/ 1164825 w 2812178"/>
              <a:gd name="connsiteY669" fmla="*/ 928362 h 3190227"/>
              <a:gd name="connsiteX670" fmla="*/ 1199305 w 2812178"/>
              <a:gd name="connsiteY670" fmla="*/ 934172 h 3190227"/>
              <a:gd name="connsiteX671" fmla="*/ 1215688 w 2812178"/>
              <a:gd name="connsiteY671" fmla="*/ 908074 h 3190227"/>
              <a:gd name="connsiteX672" fmla="*/ 1234071 w 2812178"/>
              <a:gd name="connsiteY672" fmla="*/ 899311 h 3190227"/>
              <a:gd name="connsiteX673" fmla="*/ 1275410 w 2812178"/>
              <a:gd name="connsiteY673" fmla="*/ 899692 h 3190227"/>
              <a:gd name="connsiteX674" fmla="*/ 1251121 w 2812178"/>
              <a:gd name="connsiteY674" fmla="*/ 889595 h 3190227"/>
              <a:gd name="connsiteX675" fmla="*/ 1259217 w 2812178"/>
              <a:gd name="connsiteY675" fmla="*/ 881213 h 3190227"/>
              <a:gd name="connsiteX676" fmla="*/ 1298365 w 2812178"/>
              <a:gd name="connsiteY676" fmla="*/ 872069 h 3190227"/>
              <a:gd name="connsiteX677" fmla="*/ 1327416 w 2812178"/>
              <a:gd name="connsiteY677" fmla="*/ 848447 h 3190227"/>
              <a:gd name="connsiteX678" fmla="*/ 1336560 w 2812178"/>
              <a:gd name="connsiteY678" fmla="*/ 837589 h 3190227"/>
              <a:gd name="connsiteX679" fmla="*/ 1347514 w 2812178"/>
              <a:gd name="connsiteY679" fmla="*/ 847685 h 3190227"/>
              <a:gd name="connsiteX680" fmla="*/ 1356087 w 2812178"/>
              <a:gd name="connsiteY680" fmla="*/ 872164 h 3190227"/>
              <a:gd name="connsiteX681" fmla="*/ 1370279 w 2812178"/>
              <a:gd name="connsiteY681" fmla="*/ 845971 h 3190227"/>
              <a:gd name="connsiteX682" fmla="*/ 1373517 w 2812178"/>
              <a:gd name="connsiteY682" fmla="*/ 837493 h 3190227"/>
              <a:gd name="connsiteX683" fmla="*/ 1379899 w 2812178"/>
              <a:gd name="connsiteY683" fmla="*/ 798822 h 3190227"/>
              <a:gd name="connsiteX684" fmla="*/ 1382947 w 2812178"/>
              <a:gd name="connsiteY684" fmla="*/ 765103 h 3190227"/>
              <a:gd name="connsiteX685" fmla="*/ 1387614 w 2812178"/>
              <a:gd name="connsiteY685" fmla="*/ 745863 h 3190227"/>
              <a:gd name="connsiteX686" fmla="*/ 1416666 w 2812178"/>
              <a:gd name="connsiteY686" fmla="*/ 766818 h 3190227"/>
              <a:gd name="connsiteX687" fmla="*/ 1421619 w 2812178"/>
              <a:gd name="connsiteY687" fmla="*/ 742910 h 3190227"/>
              <a:gd name="connsiteX688" fmla="*/ 1414570 w 2812178"/>
              <a:gd name="connsiteY688" fmla="*/ 731004 h 3190227"/>
              <a:gd name="connsiteX689" fmla="*/ 1388757 w 2812178"/>
              <a:gd name="connsiteY689" fmla="*/ 729575 h 3190227"/>
              <a:gd name="connsiteX690" fmla="*/ 1379613 w 2812178"/>
              <a:gd name="connsiteY690" fmla="*/ 720431 h 3190227"/>
              <a:gd name="connsiteX691" fmla="*/ 1391043 w 2812178"/>
              <a:gd name="connsiteY691" fmla="*/ 716621 h 3190227"/>
              <a:gd name="connsiteX692" fmla="*/ 1408474 w 2812178"/>
              <a:gd name="connsiteY692" fmla="*/ 721955 h 3190227"/>
              <a:gd name="connsiteX693" fmla="*/ 1424952 w 2812178"/>
              <a:gd name="connsiteY693" fmla="*/ 717859 h 3190227"/>
              <a:gd name="connsiteX694" fmla="*/ 1451908 w 2812178"/>
              <a:gd name="connsiteY694" fmla="*/ 726051 h 3190227"/>
              <a:gd name="connsiteX695" fmla="*/ 1463148 w 2812178"/>
              <a:gd name="connsiteY695" fmla="*/ 738529 h 3190227"/>
              <a:gd name="connsiteX696" fmla="*/ 1474101 w 2812178"/>
              <a:gd name="connsiteY696" fmla="*/ 717669 h 3190227"/>
              <a:gd name="connsiteX697" fmla="*/ 1448765 w 2812178"/>
              <a:gd name="connsiteY697" fmla="*/ 701667 h 3190227"/>
              <a:gd name="connsiteX698" fmla="*/ 1361421 w 2812178"/>
              <a:gd name="connsiteY698" fmla="*/ 704810 h 3190227"/>
              <a:gd name="connsiteX699" fmla="*/ 1393139 w 2812178"/>
              <a:gd name="connsiteY699" fmla="*/ 688618 h 3190227"/>
              <a:gd name="connsiteX700" fmla="*/ 1404474 w 2812178"/>
              <a:gd name="connsiteY700" fmla="*/ 680331 h 3190227"/>
              <a:gd name="connsiteX701" fmla="*/ 1390948 w 2812178"/>
              <a:gd name="connsiteY701" fmla="*/ 670997 h 3190227"/>
              <a:gd name="connsiteX702" fmla="*/ 1379613 w 2812178"/>
              <a:gd name="connsiteY702" fmla="*/ 672330 h 3190227"/>
              <a:gd name="connsiteX703" fmla="*/ 1341704 w 2812178"/>
              <a:gd name="connsiteY703" fmla="*/ 675283 h 3190227"/>
              <a:gd name="connsiteX704" fmla="*/ 1393139 w 2812178"/>
              <a:gd name="connsiteY704" fmla="*/ 640802 h 3190227"/>
              <a:gd name="connsiteX705" fmla="*/ 1401807 w 2812178"/>
              <a:gd name="connsiteY705" fmla="*/ 630706 h 3190227"/>
              <a:gd name="connsiteX706" fmla="*/ 1396568 w 2812178"/>
              <a:gd name="connsiteY706" fmla="*/ 622895 h 3190227"/>
              <a:gd name="connsiteX707" fmla="*/ 1355325 w 2812178"/>
              <a:gd name="connsiteY707" fmla="*/ 632611 h 3190227"/>
              <a:gd name="connsiteX708" fmla="*/ 1347705 w 2812178"/>
              <a:gd name="connsiteY708" fmla="*/ 643374 h 3190227"/>
              <a:gd name="connsiteX709" fmla="*/ 1338275 w 2812178"/>
              <a:gd name="connsiteY709" fmla="*/ 656233 h 3190227"/>
              <a:gd name="connsiteX710" fmla="*/ 1312176 w 2812178"/>
              <a:gd name="connsiteY710" fmla="*/ 660138 h 3190227"/>
              <a:gd name="connsiteX711" fmla="*/ 1322178 w 2812178"/>
              <a:gd name="connsiteY711" fmla="*/ 646422 h 3190227"/>
              <a:gd name="connsiteX712" fmla="*/ 1335894 w 2812178"/>
              <a:gd name="connsiteY712" fmla="*/ 638993 h 3190227"/>
              <a:gd name="connsiteX713" fmla="*/ 1321130 w 2812178"/>
              <a:gd name="connsiteY713" fmla="*/ 632706 h 3190227"/>
              <a:gd name="connsiteX714" fmla="*/ 1310081 w 2812178"/>
              <a:gd name="connsiteY714" fmla="*/ 625562 h 3190227"/>
              <a:gd name="connsiteX715" fmla="*/ 1290745 w 2812178"/>
              <a:gd name="connsiteY715" fmla="*/ 572794 h 3190227"/>
              <a:gd name="connsiteX716" fmla="*/ 843976 w 2812178"/>
              <a:gd name="connsiteY716" fmla="*/ 534074 h 3190227"/>
              <a:gd name="connsiteX717" fmla="*/ 851357 w 2812178"/>
              <a:gd name="connsiteY717" fmla="*/ 542599 h 3190227"/>
              <a:gd name="connsiteX718" fmla="*/ 857644 w 2812178"/>
              <a:gd name="connsiteY718" fmla="*/ 561840 h 3190227"/>
              <a:gd name="connsiteX719" fmla="*/ 865740 w 2812178"/>
              <a:gd name="connsiteY719" fmla="*/ 575461 h 3190227"/>
              <a:gd name="connsiteX720" fmla="*/ 871550 w 2812178"/>
              <a:gd name="connsiteY720" fmla="*/ 593177 h 3190227"/>
              <a:gd name="connsiteX721" fmla="*/ 824687 w 2812178"/>
              <a:gd name="connsiteY721" fmla="*/ 621276 h 3190227"/>
              <a:gd name="connsiteX722" fmla="*/ 774490 w 2812178"/>
              <a:gd name="connsiteY722" fmla="*/ 635754 h 3190227"/>
              <a:gd name="connsiteX723" fmla="*/ 754202 w 2812178"/>
              <a:gd name="connsiteY723" fmla="*/ 636802 h 3190227"/>
              <a:gd name="connsiteX724" fmla="*/ 747630 w 2812178"/>
              <a:gd name="connsiteY724" fmla="*/ 629086 h 3190227"/>
              <a:gd name="connsiteX725" fmla="*/ 786301 w 2812178"/>
              <a:gd name="connsiteY725" fmla="*/ 596225 h 3190227"/>
              <a:gd name="connsiteX726" fmla="*/ 814781 w 2812178"/>
              <a:gd name="connsiteY726" fmla="*/ 579842 h 3190227"/>
              <a:gd name="connsiteX727" fmla="*/ 837736 w 2812178"/>
              <a:gd name="connsiteY727" fmla="*/ 543266 h 3190227"/>
              <a:gd name="connsiteX728" fmla="*/ 843976 w 2812178"/>
              <a:gd name="connsiteY728" fmla="*/ 534074 h 3190227"/>
              <a:gd name="connsiteX729" fmla="*/ 1675043 w 2812178"/>
              <a:gd name="connsiteY729" fmla="*/ 287187 h 3190227"/>
              <a:gd name="connsiteX730" fmla="*/ 1654695 w 2812178"/>
              <a:gd name="connsiteY730" fmla="*/ 302855 h 3190227"/>
              <a:gd name="connsiteX731" fmla="*/ 1659839 w 2812178"/>
              <a:gd name="connsiteY731" fmla="*/ 318286 h 3190227"/>
              <a:gd name="connsiteX732" fmla="*/ 1685271 w 2812178"/>
              <a:gd name="connsiteY732" fmla="*/ 325239 h 3190227"/>
              <a:gd name="connsiteX733" fmla="*/ 1722037 w 2812178"/>
              <a:gd name="connsiteY733" fmla="*/ 303236 h 3190227"/>
              <a:gd name="connsiteX734" fmla="*/ 1723466 w 2812178"/>
              <a:gd name="connsiteY734" fmla="*/ 295045 h 3190227"/>
              <a:gd name="connsiteX735" fmla="*/ 1715655 w 2812178"/>
              <a:gd name="connsiteY735" fmla="*/ 293902 h 3190227"/>
              <a:gd name="connsiteX736" fmla="*/ 1699749 w 2812178"/>
              <a:gd name="connsiteY736" fmla="*/ 292378 h 3190227"/>
              <a:gd name="connsiteX737" fmla="*/ 1675043 w 2812178"/>
              <a:gd name="connsiteY737" fmla="*/ 287187 h 3190227"/>
              <a:gd name="connsiteX738" fmla="*/ 798017 w 2812178"/>
              <a:gd name="connsiteY738" fmla="*/ 281614 h 3190227"/>
              <a:gd name="connsiteX739" fmla="*/ 810305 w 2812178"/>
              <a:gd name="connsiteY739" fmla="*/ 289329 h 3190227"/>
              <a:gd name="connsiteX740" fmla="*/ 789635 w 2812178"/>
              <a:gd name="connsiteY740" fmla="*/ 331239 h 3190227"/>
              <a:gd name="connsiteX741" fmla="*/ 773252 w 2812178"/>
              <a:gd name="connsiteY741" fmla="*/ 343050 h 3190227"/>
              <a:gd name="connsiteX742" fmla="*/ 748297 w 2812178"/>
              <a:gd name="connsiteY742" fmla="*/ 346289 h 3190227"/>
              <a:gd name="connsiteX743" fmla="*/ 737153 w 2812178"/>
              <a:gd name="connsiteY743" fmla="*/ 333716 h 3190227"/>
              <a:gd name="connsiteX744" fmla="*/ 747916 w 2812178"/>
              <a:gd name="connsiteY744" fmla="*/ 320476 h 3190227"/>
              <a:gd name="connsiteX745" fmla="*/ 762775 w 2812178"/>
              <a:gd name="connsiteY745" fmla="*/ 315999 h 3190227"/>
              <a:gd name="connsiteX746" fmla="*/ 773443 w 2812178"/>
              <a:gd name="connsiteY746" fmla="*/ 308379 h 3190227"/>
              <a:gd name="connsiteX747" fmla="*/ 798017 w 2812178"/>
              <a:gd name="connsiteY747" fmla="*/ 281614 h 3190227"/>
              <a:gd name="connsiteX748" fmla="*/ 893267 w 2812178"/>
              <a:gd name="connsiteY748" fmla="*/ 164837 h 3190227"/>
              <a:gd name="connsiteX749" fmla="*/ 905174 w 2812178"/>
              <a:gd name="connsiteY749" fmla="*/ 173981 h 3190227"/>
              <a:gd name="connsiteX750" fmla="*/ 925176 w 2812178"/>
              <a:gd name="connsiteY750" fmla="*/ 217796 h 3190227"/>
              <a:gd name="connsiteX751" fmla="*/ 926986 w 2812178"/>
              <a:gd name="connsiteY751" fmla="*/ 226559 h 3190227"/>
              <a:gd name="connsiteX752" fmla="*/ 911841 w 2812178"/>
              <a:gd name="connsiteY752" fmla="*/ 329143 h 3190227"/>
              <a:gd name="connsiteX753" fmla="*/ 897268 w 2812178"/>
              <a:gd name="connsiteY753" fmla="*/ 330572 h 3190227"/>
              <a:gd name="connsiteX754" fmla="*/ 901173 w 2812178"/>
              <a:gd name="connsiteY754" fmla="*/ 314856 h 3190227"/>
              <a:gd name="connsiteX755" fmla="*/ 906221 w 2812178"/>
              <a:gd name="connsiteY755" fmla="*/ 306569 h 3190227"/>
              <a:gd name="connsiteX756" fmla="*/ 895934 w 2812178"/>
              <a:gd name="connsiteY756" fmla="*/ 307807 h 3190227"/>
              <a:gd name="connsiteX757" fmla="*/ 888124 w 2812178"/>
              <a:gd name="connsiteY757" fmla="*/ 315618 h 3190227"/>
              <a:gd name="connsiteX758" fmla="*/ 878694 w 2812178"/>
              <a:gd name="connsiteY758" fmla="*/ 316285 h 3190227"/>
              <a:gd name="connsiteX759" fmla="*/ 848786 w 2812178"/>
              <a:gd name="connsiteY759" fmla="*/ 276661 h 3190227"/>
              <a:gd name="connsiteX760" fmla="*/ 862406 w 2812178"/>
              <a:gd name="connsiteY760" fmla="*/ 256944 h 3190227"/>
              <a:gd name="connsiteX761" fmla="*/ 880885 w 2812178"/>
              <a:gd name="connsiteY761" fmla="*/ 254848 h 3190227"/>
              <a:gd name="connsiteX762" fmla="*/ 819353 w 2812178"/>
              <a:gd name="connsiteY762" fmla="*/ 248657 h 3190227"/>
              <a:gd name="connsiteX763" fmla="*/ 758108 w 2812178"/>
              <a:gd name="connsiteY763" fmla="*/ 275232 h 3190227"/>
              <a:gd name="connsiteX764" fmla="*/ 717912 w 2812178"/>
              <a:gd name="connsiteY764" fmla="*/ 311713 h 3190227"/>
              <a:gd name="connsiteX765" fmla="*/ 698195 w 2812178"/>
              <a:gd name="connsiteY765" fmla="*/ 341812 h 3190227"/>
              <a:gd name="connsiteX766" fmla="*/ 684098 w 2812178"/>
              <a:gd name="connsiteY766" fmla="*/ 345336 h 3190227"/>
              <a:gd name="connsiteX767" fmla="*/ 683717 w 2812178"/>
              <a:gd name="connsiteY767" fmla="*/ 333144 h 3190227"/>
              <a:gd name="connsiteX768" fmla="*/ 692004 w 2812178"/>
              <a:gd name="connsiteY768" fmla="*/ 293996 h 3190227"/>
              <a:gd name="connsiteX769" fmla="*/ 710292 w 2812178"/>
              <a:gd name="connsiteY769" fmla="*/ 285043 h 3190227"/>
              <a:gd name="connsiteX770" fmla="*/ 718007 w 2812178"/>
              <a:gd name="connsiteY770" fmla="*/ 279804 h 3190227"/>
              <a:gd name="connsiteX771" fmla="*/ 716102 w 2812178"/>
              <a:gd name="connsiteY771" fmla="*/ 265612 h 3190227"/>
              <a:gd name="connsiteX772" fmla="*/ 724770 w 2812178"/>
              <a:gd name="connsiteY772" fmla="*/ 224178 h 3190227"/>
              <a:gd name="connsiteX773" fmla="*/ 753821 w 2812178"/>
              <a:gd name="connsiteY773" fmla="*/ 253801 h 3190227"/>
              <a:gd name="connsiteX774" fmla="*/ 771443 w 2812178"/>
              <a:gd name="connsiteY774" fmla="*/ 236751 h 3190227"/>
              <a:gd name="connsiteX775" fmla="*/ 778205 w 2812178"/>
              <a:gd name="connsiteY775" fmla="*/ 209224 h 3190227"/>
              <a:gd name="connsiteX776" fmla="*/ 779348 w 2812178"/>
              <a:gd name="connsiteY776" fmla="*/ 197127 h 3190227"/>
              <a:gd name="connsiteX777" fmla="*/ 802875 w 2812178"/>
              <a:gd name="connsiteY777" fmla="*/ 196079 h 3190227"/>
              <a:gd name="connsiteX778" fmla="*/ 871646 w 2812178"/>
              <a:gd name="connsiteY778" fmla="*/ 201794 h 3190227"/>
              <a:gd name="connsiteX779" fmla="*/ 883838 w 2812178"/>
              <a:gd name="connsiteY779" fmla="*/ 178744 h 3190227"/>
              <a:gd name="connsiteX780" fmla="*/ 893267 w 2812178"/>
              <a:gd name="connsiteY780" fmla="*/ 164837 h 3190227"/>
              <a:gd name="connsiteX781" fmla="*/ 1142346 w 2812178"/>
              <a:gd name="connsiteY781" fmla="*/ 109973 h 3190227"/>
              <a:gd name="connsiteX782" fmla="*/ 1153015 w 2812178"/>
              <a:gd name="connsiteY782" fmla="*/ 119498 h 3190227"/>
              <a:gd name="connsiteX783" fmla="*/ 1146728 w 2812178"/>
              <a:gd name="connsiteY783" fmla="*/ 193793 h 3190227"/>
              <a:gd name="connsiteX784" fmla="*/ 1104532 w 2812178"/>
              <a:gd name="connsiteY784" fmla="*/ 252563 h 3190227"/>
              <a:gd name="connsiteX785" fmla="*/ 1096246 w 2812178"/>
              <a:gd name="connsiteY785" fmla="*/ 253325 h 3190227"/>
              <a:gd name="connsiteX786" fmla="*/ 1085958 w 2812178"/>
              <a:gd name="connsiteY786" fmla="*/ 262373 h 3190227"/>
              <a:gd name="connsiteX787" fmla="*/ 1059288 w 2812178"/>
              <a:gd name="connsiteY787" fmla="*/ 286472 h 3190227"/>
              <a:gd name="connsiteX788" fmla="*/ 1004234 w 2812178"/>
              <a:gd name="connsiteY788" fmla="*/ 299997 h 3190227"/>
              <a:gd name="connsiteX789" fmla="*/ 990613 w 2812178"/>
              <a:gd name="connsiteY789" fmla="*/ 290758 h 3190227"/>
              <a:gd name="connsiteX790" fmla="*/ 985470 w 2812178"/>
              <a:gd name="connsiteY790" fmla="*/ 210938 h 3190227"/>
              <a:gd name="connsiteX791" fmla="*/ 1016807 w 2812178"/>
              <a:gd name="connsiteY791" fmla="*/ 137501 h 3190227"/>
              <a:gd name="connsiteX792" fmla="*/ 1088054 w 2812178"/>
              <a:gd name="connsiteY792" fmla="*/ 111021 h 3190227"/>
              <a:gd name="connsiteX793" fmla="*/ 1142346 w 2812178"/>
              <a:gd name="connsiteY793" fmla="*/ 109973 h 3190227"/>
              <a:gd name="connsiteX794" fmla="*/ 1324940 w 2812178"/>
              <a:gd name="connsiteY794" fmla="*/ 115 h 3190227"/>
              <a:gd name="connsiteX795" fmla="*/ 1336370 w 2812178"/>
              <a:gd name="connsiteY795" fmla="*/ 4437 h 3190227"/>
              <a:gd name="connsiteX796" fmla="*/ 1389138 w 2812178"/>
              <a:gd name="connsiteY796" fmla="*/ 50157 h 3190227"/>
              <a:gd name="connsiteX797" fmla="*/ 1419999 w 2812178"/>
              <a:gd name="connsiteY797" fmla="*/ 57777 h 3190227"/>
              <a:gd name="connsiteX798" fmla="*/ 1465434 w 2812178"/>
              <a:gd name="connsiteY798" fmla="*/ 43013 h 3190227"/>
              <a:gd name="connsiteX799" fmla="*/ 1487341 w 2812178"/>
              <a:gd name="connsiteY799" fmla="*/ 40441 h 3190227"/>
              <a:gd name="connsiteX800" fmla="*/ 1510582 w 2812178"/>
              <a:gd name="connsiteY800" fmla="*/ 35393 h 3190227"/>
              <a:gd name="connsiteX801" fmla="*/ 1529346 w 2812178"/>
              <a:gd name="connsiteY801" fmla="*/ 32917 h 3190227"/>
              <a:gd name="connsiteX802" fmla="*/ 1541919 w 2812178"/>
              <a:gd name="connsiteY802" fmla="*/ 43108 h 3190227"/>
              <a:gd name="connsiteX803" fmla="*/ 1528299 w 2812178"/>
              <a:gd name="connsiteY803" fmla="*/ 48347 h 3190227"/>
              <a:gd name="connsiteX804" fmla="*/ 1509725 w 2812178"/>
              <a:gd name="connsiteY804" fmla="*/ 63873 h 3190227"/>
              <a:gd name="connsiteX805" fmla="*/ 1508963 w 2812178"/>
              <a:gd name="connsiteY805" fmla="*/ 65968 h 3190227"/>
              <a:gd name="connsiteX806" fmla="*/ 1451622 w 2812178"/>
              <a:gd name="connsiteY806" fmla="*/ 128738 h 3190227"/>
              <a:gd name="connsiteX807" fmla="*/ 1416856 w 2812178"/>
              <a:gd name="connsiteY807" fmla="*/ 135025 h 3190227"/>
              <a:gd name="connsiteX808" fmla="*/ 1459719 w 2812178"/>
              <a:gd name="connsiteY808" fmla="*/ 175506 h 3190227"/>
              <a:gd name="connsiteX809" fmla="*/ 1466005 w 2812178"/>
              <a:gd name="connsiteY809" fmla="*/ 175696 h 3190227"/>
              <a:gd name="connsiteX810" fmla="*/ 1492675 w 2812178"/>
              <a:gd name="connsiteY810" fmla="*/ 172458 h 3190227"/>
              <a:gd name="connsiteX811" fmla="*/ 1498390 w 2812178"/>
              <a:gd name="connsiteY811" fmla="*/ 171029 h 3190227"/>
              <a:gd name="connsiteX812" fmla="*/ 1495914 w 2812178"/>
              <a:gd name="connsiteY812" fmla="*/ 162838 h 3190227"/>
              <a:gd name="connsiteX813" fmla="*/ 1502486 w 2812178"/>
              <a:gd name="connsiteY813" fmla="*/ 146550 h 3190227"/>
              <a:gd name="connsiteX814" fmla="*/ 1518964 w 2812178"/>
              <a:gd name="connsiteY814" fmla="*/ 135215 h 3190227"/>
              <a:gd name="connsiteX815" fmla="*/ 1501248 w 2812178"/>
              <a:gd name="connsiteY815" fmla="*/ 130167 h 3190227"/>
              <a:gd name="connsiteX816" fmla="*/ 1490580 w 2812178"/>
              <a:gd name="connsiteY816" fmla="*/ 126262 h 3190227"/>
              <a:gd name="connsiteX817" fmla="*/ 1516011 w 2812178"/>
              <a:gd name="connsiteY817" fmla="*/ 109402 h 3190227"/>
              <a:gd name="connsiteX818" fmla="*/ 1530299 w 2812178"/>
              <a:gd name="connsiteY818" fmla="*/ 112641 h 3190227"/>
              <a:gd name="connsiteX819" fmla="*/ 1539443 w 2812178"/>
              <a:gd name="connsiteY819" fmla="*/ 122833 h 3190227"/>
              <a:gd name="connsiteX820" fmla="*/ 1568304 w 2812178"/>
              <a:gd name="connsiteY820" fmla="*/ 131977 h 3190227"/>
              <a:gd name="connsiteX821" fmla="*/ 1566208 w 2812178"/>
              <a:gd name="connsiteY821" fmla="*/ 109593 h 3190227"/>
              <a:gd name="connsiteX822" fmla="*/ 1565922 w 2812178"/>
              <a:gd name="connsiteY822" fmla="*/ 71398 h 3190227"/>
              <a:gd name="connsiteX823" fmla="*/ 1563732 w 2812178"/>
              <a:gd name="connsiteY823" fmla="*/ 53872 h 3190227"/>
              <a:gd name="connsiteX824" fmla="*/ 1560493 w 2812178"/>
              <a:gd name="connsiteY824" fmla="*/ 37584 h 3190227"/>
              <a:gd name="connsiteX825" fmla="*/ 1577352 w 2812178"/>
              <a:gd name="connsiteY825" fmla="*/ 40727 h 3190227"/>
              <a:gd name="connsiteX826" fmla="*/ 1607737 w 2812178"/>
              <a:gd name="connsiteY826" fmla="*/ 78827 h 3190227"/>
              <a:gd name="connsiteX827" fmla="*/ 1618786 w 2812178"/>
              <a:gd name="connsiteY827" fmla="*/ 104449 h 3190227"/>
              <a:gd name="connsiteX828" fmla="*/ 1627644 w 2812178"/>
              <a:gd name="connsiteY828" fmla="*/ 119880 h 3190227"/>
              <a:gd name="connsiteX829" fmla="*/ 1677174 w 2812178"/>
              <a:gd name="connsiteY829" fmla="*/ 204271 h 3190227"/>
              <a:gd name="connsiteX830" fmla="*/ 1699844 w 2812178"/>
              <a:gd name="connsiteY830" fmla="*/ 232846 h 3190227"/>
              <a:gd name="connsiteX831" fmla="*/ 1783378 w 2812178"/>
              <a:gd name="connsiteY831" fmla="*/ 252373 h 3190227"/>
              <a:gd name="connsiteX832" fmla="*/ 1800809 w 2812178"/>
              <a:gd name="connsiteY832" fmla="*/ 256183 h 3190227"/>
              <a:gd name="connsiteX833" fmla="*/ 1858721 w 2812178"/>
              <a:gd name="connsiteY833" fmla="*/ 246658 h 3190227"/>
              <a:gd name="connsiteX834" fmla="*/ 1894725 w 2812178"/>
              <a:gd name="connsiteY834" fmla="*/ 229132 h 3190227"/>
              <a:gd name="connsiteX835" fmla="*/ 1892725 w 2812178"/>
              <a:gd name="connsiteY835" fmla="*/ 254182 h 3190227"/>
              <a:gd name="connsiteX836" fmla="*/ 1922824 w 2812178"/>
              <a:gd name="connsiteY836" fmla="*/ 251515 h 3190227"/>
              <a:gd name="connsiteX837" fmla="*/ 1942446 w 2812178"/>
              <a:gd name="connsiteY837" fmla="*/ 236752 h 3190227"/>
              <a:gd name="connsiteX838" fmla="*/ 1966925 w 2812178"/>
              <a:gd name="connsiteY838" fmla="*/ 239133 h 3190227"/>
              <a:gd name="connsiteX839" fmla="*/ 2012359 w 2812178"/>
              <a:gd name="connsiteY839" fmla="*/ 237514 h 3190227"/>
              <a:gd name="connsiteX840" fmla="*/ 2057317 w 2812178"/>
              <a:gd name="connsiteY840" fmla="*/ 258278 h 3190227"/>
              <a:gd name="connsiteX841" fmla="*/ 2069033 w 2812178"/>
              <a:gd name="connsiteY841" fmla="*/ 292187 h 3190227"/>
              <a:gd name="connsiteX842" fmla="*/ 2079225 w 2812178"/>
              <a:gd name="connsiteY842" fmla="*/ 322000 h 3190227"/>
              <a:gd name="connsiteX843" fmla="*/ 2112943 w 2812178"/>
              <a:gd name="connsiteY843" fmla="*/ 343908 h 3190227"/>
              <a:gd name="connsiteX844" fmla="*/ 2151900 w 2812178"/>
              <a:gd name="connsiteY844" fmla="*/ 355528 h 3190227"/>
              <a:gd name="connsiteX845" fmla="*/ 2173046 w 2812178"/>
              <a:gd name="connsiteY845" fmla="*/ 367530 h 3190227"/>
              <a:gd name="connsiteX846" fmla="*/ 2199525 w 2812178"/>
              <a:gd name="connsiteY846" fmla="*/ 400201 h 3190227"/>
              <a:gd name="connsiteX847" fmla="*/ 2199430 w 2812178"/>
              <a:gd name="connsiteY847" fmla="*/ 411535 h 3190227"/>
              <a:gd name="connsiteX848" fmla="*/ 2205145 w 2812178"/>
              <a:gd name="connsiteY848" fmla="*/ 417441 h 3190227"/>
              <a:gd name="connsiteX849" fmla="*/ 2211051 w 2812178"/>
              <a:gd name="connsiteY849" fmla="*/ 411726 h 3190227"/>
              <a:gd name="connsiteX850" fmla="*/ 2211622 w 2812178"/>
              <a:gd name="connsiteY850" fmla="*/ 384389 h 3190227"/>
              <a:gd name="connsiteX851" fmla="*/ 2229910 w 2812178"/>
              <a:gd name="connsiteY851" fmla="*/ 371721 h 3190227"/>
              <a:gd name="connsiteX852" fmla="*/ 2241626 w 2812178"/>
              <a:gd name="connsiteY852" fmla="*/ 378769 h 3190227"/>
              <a:gd name="connsiteX853" fmla="*/ 2309253 w 2812178"/>
              <a:gd name="connsiteY853" fmla="*/ 436015 h 3190227"/>
              <a:gd name="connsiteX854" fmla="*/ 2337924 w 2812178"/>
              <a:gd name="connsiteY854" fmla="*/ 458398 h 3190227"/>
              <a:gd name="connsiteX855" fmla="*/ 2374404 w 2812178"/>
              <a:gd name="connsiteY855" fmla="*/ 506119 h 3190227"/>
              <a:gd name="connsiteX856" fmla="*/ 2381643 w 2812178"/>
              <a:gd name="connsiteY856" fmla="*/ 514501 h 3190227"/>
              <a:gd name="connsiteX857" fmla="*/ 2390121 w 2812178"/>
              <a:gd name="connsiteY857" fmla="*/ 537837 h 3190227"/>
              <a:gd name="connsiteX858" fmla="*/ 2378310 w 2812178"/>
              <a:gd name="connsiteY858" fmla="*/ 584319 h 3190227"/>
              <a:gd name="connsiteX859" fmla="*/ 2334876 w 2812178"/>
              <a:gd name="connsiteY859" fmla="*/ 635182 h 3190227"/>
              <a:gd name="connsiteX860" fmla="*/ 2316492 w 2812178"/>
              <a:gd name="connsiteY860" fmla="*/ 666424 h 3190227"/>
              <a:gd name="connsiteX861" fmla="*/ 2276678 w 2812178"/>
              <a:gd name="connsiteY861" fmla="*/ 724718 h 3190227"/>
              <a:gd name="connsiteX862" fmla="*/ 2264010 w 2812178"/>
              <a:gd name="connsiteY862" fmla="*/ 734052 h 3190227"/>
              <a:gd name="connsiteX863" fmla="*/ 2240673 w 2812178"/>
              <a:gd name="connsiteY863" fmla="*/ 825111 h 3190227"/>
              <a:gd name="connsiteX864" fmla="*/ 2254770 w 2812178"/>
              <a:gd name="connsiteY864" fmla="*/ 841684 h 3190227"/>
              <a:gd name="connsiteX865" fmla="*/ 2347353 w 2812178"/>
              <a:gd name="connsiteY865" fmla="*/ 885690 h 3190227"/>
              <a:gd name="connsiteX866" fmla="*/ 2365546 w 2812178"/>
              <a:gd name="connsiteY866" fmla="*/ 913503 h 3190227"/>
              <a:gd name="connsiteX867" fmla="*/ 2381262 w 2812178"/>
              <a:gd name="connsiteY867" fmla="*/ 926647 h 3190227"/>
              <a:gd name="connsiteX868" fmla="*/ 2389930 w 2812178"/>
              <a:gd name="connsiteY868" fmla="*/ 934934 h 3190227"/>
              <a:gd name="connsiteX869" fmla="*/ 2407551 w 2812178"/>
              <a:gd name="connsiteY869" fmla="*/ 1005514 h 3190227"/>
              <a:gd name="connsiteX870" fmla="*/ 2419362 w 2812178"/>
              <a:gd name="connsiteY870" fmla="*/ 1036757 h 3190227"/>
              <a:gd name="connsiteX871" fmla="*/ 2442794 w 2812178"/>
              <a:gd name="connsiteY871" fmla="*/ 1076952 h 3190227"/>
              <a:gd name="connsiteX872" fmla="*/ 2456320 w 2812178"/>
              <a:gd name="connsiteY872" fmla="*/ 1078095 h 3190227"/>
              <a:gd name="connsiteX873" fmla="*/ 2463558 w 2812178"/>
              <a:gd name="connsiteY873" fmla="*/ 1081048 h 3190227"/>
              <a:gd name="connsiteX874" fmla="*/ 2469273 w 2812178"/>
              <a:gd name="connsiteY874" fmla="*/ 1100764 h 3190227"/>
              <a:gd name="connsiteX875" fmla="*/ 2476989 w 2812178"/>
              <a:gd name="connsiteY875" fmla="*/ 1103432 h 3190227"/>
              <a:gd name="connsiteX876" fmla="*/ 2491943 w 2812178"/>
              <a:gd name="connsiteY876" fmla="*/ 1105146 h 3190227"/>
              <a:gd name="connsiteX877" fmla="*/ 2509374 w 2812178"/>
              <a:gd name="connsiteY877" fmla="*/ 1122005 h 3190227"/>
              <a:gd name="connsiteX878" fmla="*/ 2551760 w 2812178"/>
              <a:gd name="connsiteY878" fmla="*/ 1171440 h 3190227"/>
              <a:gd name="connsiteX879" fmla="*/ 2525376 w 2812178"/>
              <a:gd name="connsiteY879" fmla="*/ 1254117 h 3190227"/>
              <a:gd name="connsiteX880" fmla="*/ 2466702 w 2812178"/>
              <a:gd name="connsiteY880" fmla="*/ 1308124 h 3190227"/>
              <a:gd name="connsiteX881" fmla="*/ 2459653 w 2812178"/>
              <a:gd name="connsiteY881" fmla="*/ 1390515 h 3190227"/>
              <a:gd name="connsiteX882" fmla="*/ 2500896 w 2812178"/>
              <a:gd name="connsiteY882" fmla="*/ 1469001 h 3190227"/>
              <a:gd name="connsiteX883" fmla="*/ 2520804 w 2812178"/>
              <a:gd name="connsiteY883" fmla="*/ 1511768 h 3190227"/>
              <a:gd name="connsiteX884" fmla="*/ 2536329 w 2812178"/>
              <a:gd name="connsiteY884" fmla="*/ 1570061 h 3190227"/>
              <a:gd name="connsiteX885" fmla="*/ 2557189 w 2812178"/>
              <a:gd name="connsiteY885" fmla="*/ 1630069 h 3190227"/>
              <a:gd name="connsiteX886" fmla="*/ 2574620 w 2812178"/>
              <a:gd name="connsiteY886" fmla="*/ 1686171 h 3190227"/>
              <a:gd name="connsiteX887" fmla="*/ 2580906 w 2812178"/>
              <a:gd name="connsiteY887" fmla="*/ 1668169 h 3190227"/>
              <a:gd name="connsiteX888" fmla="*/ 2582621 w 2812178"/>
              <a:gd name="connsiteY888" fmla="*/ 1647976 h 3190227"/>
              <a:gd name="connsiteX889" fmla="*/ 2593765 w 2812178"/>
              <a:gd name="connsiteY889" fmla="*/ 1641785 h 3190227"/>
              <a:gd name="connsiteX890" fmla="*/ 2601576 w 2812178"/>
              <a:gd name="connsiteY890" fmla="*/ 1648452 h 3190227"/>
              <a:gd name="connsiteX891" fmla="*/ 2606433 w 2812178"/>
              <a:gd name="connsiteY891" fmla="*/ 1683599 h 3190227"/>
              <a:gd name="connsiteX892" fmla="*/ 2615958 w 2812178"/>
              <a:gd name="connsiteY892" fmla="*/ 1693982 h 3190227"/>
              <a:gd name="connsiteX893" fmla="*/ 2661202 w 2812178"/>
              <a:gd name="connsiteY893" fmla="*/ 1674265 h 3190227"/>
              <a:gd name="connsiteX894" fmla="*/ 2665774 w 2812178"/>
              <a:gd name="connsiteY894" fmla="*/ 1653405 h 3190227"/>
              <a:gd name="connsiteX895" fmla="*/ 2675680 w 2812178"/>
              <a:gd name="connsiteY895" fmla="*/ 1638546 h 3190227"/>
              <a:gd name="connsiteX896" fmla="*/ 2688063 w 2812178"/>
              <a:gd name="connsiteY896" fmla="*/ 1649024 h 3190227"/>
              <a:gd name="connsiteX897" fmla="*/ 2697492 w 2812178"/>
              <a:gd name="connsiteY897" fmla="*/ 1705031 h 3190227"/>
              <a:gd name="connsiteX898" fmla="*/ 2687967 w 2812178"/>
              <a:gd name="connsiteY898" fmla="*/ 1722080 h 3190227"/>
              <a:gd name="connsiteX899" fmla="*/ 2707113 w 2812178"/>
              <a:gd name="connsiteY899" fmla="*/ 1709412 h 3190227"/>
              <a:gd name="connsiteX900" fmla="*/ 2701112 w 2812178"/>
              <a:gd name="connsiteY900" fmla="*/ 1685314 h 3190227"/>
              <a:gd name="connsiteX901" fmla="*/ 2710732 w 2812178"/>
              <a:gd name="connsiteY901" fmla="*/ 1670264 h 3190227"/>
              <a:gd name="connsiteX902" fmla="*/ 2714447 w 2812178"/>
              <a:gd name="connsiteY902" fmla="*/ 1681980 h 3190227"/>
              <a:gd name="connsiteX903" fmla="*/ 2721972 w 2812178"/>
              <a:gd name="connsiteY903" fmla="*/ 1689695 h 3190227"/>
              <a:gd name="connsiteX904" fmla="*/ 2734830 w 2812178"/>
              <a:gd name="connsiteY904" fmla="*/ 1679599 h 3190227"/>
              <a:gd name="connsiteX905" fmla="*/ 2734830 w 2812178"/>
              <a:gd name="connsiteY905" fmla="*/ 1654262 h 3190227"/>
              <a:gd name="connsiteX906" fmla="*/ 2756071 w 2812178"/>
              <a:gd name="connsiteY906" fmla="*/ 1724271 h 3190227"/>
              <a:gd name="connsiteX907" fmla="*/ 2760548 w 2812178"/>
              <a:gd name="connsiteY907" fmla="*/ 1718937 h 3190227"/>
              <a:gd name="connsiteX908" fmla="*/ 2781217 w 2812178"/>
              <a:gd name="connsiteY908" fmla="*/ 1695506 h 3190227"/>
              <a:gd name="connsiteX909" fmla="*/ 2810935 w 2812178"/>
              <a:gd name="connsiteY909" fmla="*/ 1730367 h 3190227"/>
              <a:gd name="connsiteX910" fmla="*/ 2798362 w 2812178"/>
              <a:gd name="connsiteY910" fmla="*/ 1787612 h 3190227"/>
              <a:gd name="connsiteX911" fmla="*/ 2784741 w 2812178"/>
              <a:gd name="connsiteY911" fmla="*/ 1816092 h 3190227"/>
              <a:gd name="connsiteX912" fmla="*/ 2763215 w 2812178"/>
              <a:gd name="connsiteY912" fmla="*/ 1822569 h 3190227"/>
              <a:gd name="connsiteX913" fmla="*/ 2743308 w 2812178"/>
              <a:gd name="connsiteY913" fmla="*/ 1830189 h 3190227"/>
              <a:gd name="connsiteX914" fmla="*/ 2697016 w 2812178"/>
              <a:gd name="connsiteY914" fmla="*/ 1859240 h 3190227"/>
              <a:gd name="connsiteX915" fmla="*/ 2667489 w 2812178"/>
              <a:gd name="connsiteY915" fmla="*/ 1901531 h 3190227"/>
              <a:gd name="connsiteX916" fmla="*/ 2648439 w 2812178"/>
              <a:gd name="connsiteY916" fmla="*/ 1859145 h 3190227"/>
              <a:gd name="connsiteX917" fmla="*/ 2641771 w 2812178"/>
              <a:gd name="connsiteY917" fmla="*/ 1853144 h 3190227"/>
              <a:gd name="connsiteX918" fmla="*/ 2632341 w 2812178"/>
              <a:gd name="connsiteY918" fmla="*/ 1848001 h 3190227"/>
              <a:gd name="connsiteX919" fmla="*/ 2643390 w 2812178"/>
              <a:gd name="connsiteY919" fmla="*/ 1842381 h 3190227"/>
              <a:gd name="connsiteX920" fmla="*/ 2654154 w 2812178"/>
              <a:gd name="connsiteY920" fmla="*/ 1837333 h 3190227"/>
              <a:gd name="connsiteX921" fmla="*/ 2619387 w 2812178"/>
              <a:gd name="connsiteY921" fmla="*/ 1846191 h 3190227"/>
              <a:gd name="connsiteX922" fmla="*/ 2625103 w 2812178"/>
              <a:gd name="connsiteY922" fmla="*/ 1873909 h 3190227"/>
              <a:gd name="connsiteX923" fmla="*/ 2648629 w 2812178"/>
              <a:gd name="connsiteY923" fmla="*/ 1910485 h 3190227"/>
              <a:gd name="connsiteX924" fmla="*/ 2606719 w 2812178"/>
              <a:gd name="connsiteY924" fmla="*/ 1908485 h 3190227"/>
              <a:gd name="connsiteX925" fmla="*/ 2619387 w 2812178"/>
              <a:gd name="connsiteY925" fmla="*/ 1930773 h 3190227"/>
              <a:gd name="connsiteX926" fmla="*/ 2620149 w 2812178"/>
              <a:gd name="connsiteY926" fmla="*/ 1960777 h 3190227"/>
              <a:gd name="connsiteX927" fmla="*/ 2620530 w 2812178"/>
              <a:gd name="connsiteY927" fmla="*/ 1968397 h 3190227"/>
              <a:gd name="connsiteX928" fmla="*/ 2628722 w 2812178"/>
              <a:gd name="connsiteY928" fmla="*/ 1968587 h 3190227"/>
              <a:gd name="connsiteX929" fmla="*/ 2647010 w 2812178"/>
              <a:gd name="connsiteY929" fmla="*/ 1948871 h 3190227"/>
              <a:gd name="connsiteX930" fmla="*/ 2661583 w 2812178"/>
              <a:gd name="connsiteY930" fmla="*/ 1929725 h 3190227"/>
              <a:gd name="connsiteX931" fmla="*/ 2673394 w 2812178"/>
              <a:gd name="connsiteY931" fmla="*/ 1922200 h 3190227"/>
              <a:gd name="connsiteX932" fmla="*/ 2679300 w 2812178"/>
              <a:gd name="connsiteY932" fmla="*/ 1931440 h 3190227"/>
              <a:gd name="connsiteX933" fmla="*/ 2671775 w 2812178"/>
              <a:gd name="connsiteY933" fmla="*/ 1945632 h 3190227"/>
              <a:gd name="connsiteX934" fmla="*/ 2671013 w 2812178"/>
              <a:gd name="connsiteY934" fmla="*/ 1957729 h 3190227"/>
              <a:gd name="connsiteX935" fmla="*/ 2682538 w 2812178"/>
              <a:gd name="connsiteY935" fmla="*/ 2015260 h 3190227"/>
              <a:gd name="connsiteX936" fmla="*/ 2588622 w 2812178"/>
              <a:gd name="connsiteY936" fmla="*/ 2132036 h 3190227"/>
              <a:gd name="connsiteX937" fmla="*/ 2485752 w 2812178"/>
              <a:gd name="connsiteY937" fmla="*/ 2165850 h 3190227"/>
              <a:gd name="connsiteX938" fmla="*/ 2450509 w 2812178"/>
              <a:gd name="connsiteY938" fmla="*/ 2176613 h 3190227"/>
              <a:gd name="connsiteX939" fmla="*/ 2385549 w 2812178"/>
              <a:gd name="connsiteY939" fmla="*/ 2239669 h 3190227"/>
              <a:gd name="connsiteX940" fmla="*/ 2353354 w 2812178"/>
              <a:gd name="connsiteY940" fmla="*/ 2264720 h 3190227"/>
              <a:gd name="connsiteX941" fmla="*/ 2340400 w 2812178"/>
              <a:gd name="connsiteY941" fmla="*/ 2266148 h 3190227"/>
              <a:gd name="connsiteX942" fmla="*/ 2292108 w 2812178"/>
              <a:gd name="connsiteY942" fmla="*/ 2232525 h 3190227"/>
              <a:gd name="connsiteX943" fmla="*/ 2180666 w 2812178"/>
              <a:gd name="connsiteY943" fmla="*/ 2177090 h 3190227"/>
              <a:gd name="connsiteX944" fmla="*/ 2128659 w 2812178"/>
              <a:gd name="connsiteY944" fmla="*/ 2176328 h 3190227"/>
              <a:gd name="connsiteX945" fmla="*/ 2070843 w 2812178"/>
              <a:gd name="connsiteY945" fmla="*/ 2156611 h 3190227"/>
              <a:gd name="connsiteX946" fmla="*/ 2020551 w 2812178"/>
              <a:gd name="connsiteY946" fmla="*/ 2134894 h 3190227"/>
              <a:gd name="connsiteX947" fmla="*/ 2011121 w 2812178"/>
              <a:gd name="connsiteY947" fmla="*/ 2128703 h 3190227"/>
              <a:gd name="connsiteX948" fmla="*/ 2009692 w 2812178"/>
              <a:gd name="connsiteY948" fmla="*/ 2124607 h 3190227"/>
              <a:gd name="connsiteX949" fmla="*/ 2018265 w 2812178"/>
              <a:gd name="connsiteY949" fmla="*/ 2093079 h 3190227"/>
              <a:gd name="connsiteX950" fmla="*/ 2034743 w 2812178"/>
              <a:gd name="connsiteY950" fmla="*/ 2088507 h 3190227"/>
              <a:gd name="connsiteX951" fmla="*/ 2033790 w 2812178"/>
              <a:gd name="connsiteY951" fmla="*/ 2104509 h 3190227"/>
              <a:gd name="connsiteX952" fmla="*/ 2032743 w 2812178"/>
              <a:gd name="connsiteY952" fmla="*/ 2111272 h 3190227"/>
              <a:gd name="connsiteX953" fmla="*/ 2045220 w 2812178"/>
              <a:gd name="connsiteY953" fmla="*/ 2064409 h 3190227"/>
              <a:gd name="connsiteX954" fmla="*/ 2010454 w 2812178"/>
              <a:gd name="connsiteY954" fmla="*/ 2047645 h 3190227"/>
              <a:gd name="connsiteX955" fmla="*/ 2005120 w 2812178"/>
              <a:gd name="connsiteY955" fmla="*/ 2056122 h 3190227"/>
              <a:gd name="connsiteX956" fmla="*/ 1996167 w 2812178"/>
              <a:gd name="connsiteY956" fmla="*/ 2078696 h 3190227"/>
              <a:gd name="connsiteX957" fmla="*/ 1978164 w 2812178"/>
              <a:gd name="connsiteY957" fmla="*/ 2139085 h 3190227"/>
              <a:gd name="connsiteX958" fmla="*/ 1949970 w 2812178"/>
              <a:gd name="connsiteY958" fmla="*/ 2165374 h 3190227"/>
              <a:gd name="connsiteX959" fmla="*/ 1939779 w 2812178"/>
              <a:gd name="connsiteY959" fmla="*/ 2152134 h 3190227"/>
              <a:gd name="connsiteX960" fmla="*/ 1880438 w 2812178"/>
              <a:gd name="connsiteY960" fmla="*/ 2103176 h 3190227"/>
              <a:gd name="connsiteX961" fmla="*/ 1871484 w 2812178"/>
              <a:gd name="connsiteY961" fmla="*/ 2101556 h 3190227"/>
              <a:gd name="connsiteX962" fmla="*/ 1740992 w 2812178"/>
              <a:gd name="connsiteY962" fmla="*/ 2084602 h 3190227"/>
              <a:gd name="connsiteX963" fmla="*/ 1627454 w 2812178"/>
              <a:gd name="connsiteY963" fmla="*/ 2073934 h 3190227"/>
              <a:gd name="connsiteX964" fmla="*/ 1575257 w 2812178"/>
              <a:gd name="connsiteY964" fmla="*/ 2074124 h 3190227"/>
              <a:gd name="connsiteX965" fmla="*/ 1555254 w 2812178"/>
              <a:gd name="connsiteY965" fmla="*/ 2072029 h 3190227"/>
              <a:gd name="connsiteX966" fmla="*/ 1498390 w 2812178"/>
              <a:gd name="connsiteY966" fmla="*/ 2058122 h 3190227"/>
              <a:gd name="connsiteX967" fmla="*/ 1486103 w 2812178"/>
              <a:gd name="connsiteY967" fmla="*/ 2054884 h 3190227"/>
              <a:gd name="connsiteX968" fmla="*/ 1492675 w 2812178"/>
              <a:gd name="connsiteY968" fmla="*/ 2044692 h 3190227"/>
              <a:gd name="connsiteX969" fmla="*/ 1499438 w 2812178"/>
              <a:gd name="connsiteY969" fmla="*/ 2023737 h 3190227"/>
              <a:gd name="connsiteX970" fmla="*/ 1493342 w 2812178"/>
              <a:gd name="connsiteY970" fmla="*/ 1983351 h 3190227"/>
              <a:gd name="connsiteX971" fmla="*/ 1476102 w 2812178"/>
              <a:gd name="connsiteY971" fmla="*/ 1977731 h 3190227"/>
              <a:gd name="connsiteX972" fmla="*/ 1456861 w 2812178"/>
              <a:gd name="connsiteY972" fmla="*/ 1973159 h 3190227"/>
              <a:gd name="connsiteX973" fmla="*/ 1462195 w 2812178"/>
              <a:gd name="connsiteY973" fmla="*/ 1989542 h 3190227"/>
              <a:gd name="connsiteX974" fmla="*/ 1449432 w 2812178"/>
              <a:gd name="connsiteY974" fmla="*/ 1988495 h 3190227"/>
              <a:gd name="connsiteX975" fmla="*/ 1434382 w 2812178"/>
              <a:gd name="connsiteY975" fmla="*/ 1967540 h 3190227"/>
              <a:gd name="connsiteX976" fmla="*/ 1433430 w 2812178"/>
              <a:gd name="connsiteY976" fmla="*/ 1938298 h 3190227"/>
              <a:gd name="connsiteX977" fmla="*/ 1440288 w 2812178"/>
              <a:gd name="connsiteY977" fmla="*/ 1923153 h 3190227"/>
              <a:gd name="connsiteX978" fmla="*/ 1446955 w 2812178"/>
              <a:gd name="connsiteY978" fmla="*/ 1933154 h 3190227"/>
              <a:gd name="connsiteX979" fmla="*/ 1461243 w 2812178"/>
              <a:gd name="connsiteY979" fmla="*/ 1939250 h 3190227"/>
              <a:gd name="connsiteX980" fmla="*/ 1471149 w 2812178"/>
              <a:gd name="connsiteY980" fmla="*/ 1920772 h 3190227"/>
              <a:gd name="connsiteX981" fmla="*/ 1495914 w 2812178"/>
              <a:gd name="connsiteY981" fmla="*/ 1948013 h 3190227"/>
              <a:gd name="connsiteX982" fmla="*/ 1517345 w 2812178"/>
              <a:gd name="connsiteY982" fmla="*/ 1980303 h 3190227"/>
              <a:gd name="connsiteX983" fmla="*/ 1523155 w 2812178"/>
              <a:gd name="connsiteY983" fmla="*/ 2012879 h 3190227"/>
              <a:gd name="connsiteX984" fmla="*/ 1524679 w 2812178"/>
              <a:gd name="connsiteY984" fmla="*/ 2016974 h 3190227"/>
              <a:gd name="connsiteX985" fmla="*/ 1540776 w 2812178"/>
              <a:gd name="connsiteY985" fmla="*/ 2049740 h 3190227"/>
              <a:gd name="connsiteX986" fmla="*/ 1550397 w 2812178"/>
              <a:gd name="connsiteY986" fmla="*/ 2053836 h 3190227"/>
              <a:gd name="connsiteX987" fmla="*/ 1553635 w 2812178"/>
              <a:gd name="connsiteY987" fmla="*/ 2042216 h 3190227"/>
              <a:gd name="connsiteX988" fmla="*/ 1554873 w 2812178"/>
              <a:gd name="connsiteY988" fmla="*/ 2029357 h 3190227"/>
              <a:gd name="connsiteX989" fmla="*/ 1558588 w 2812178"/>
              <a:gd name="connsiteY989" fmla="*/ 2029738 h 3190227"/>
              <a:gd name="connsiteX990" fmla="*/ 1572971 w 2812178"/>
              <a:gd name="connsiteY990" fmla="*/ 2049931 h 3190227"/>
              <a:gd name="connsiteX991" fmla="*/ 1583163 w 2812178"/>
              <a:gd name="connsiteY991" fmla="*/ 2027737 h 3190227"/>
              <a:gd name="connsiteX992" fmla="*/ 1612404 w 2812178"/>
              <a:gd name="connsiteY992" fmla="*/ 2011831 h 3190227"/>
              <a:gd name="connsiteX993" fmla="*/ 1636693 w 2812178"/>
              <a:gd name="connsiteY993" fmla="*/ 1995353 h 3190227"/>
              <a:gd name="connsiteX994" fmla="*/ 1614024 w 2812178"/>
              <a:gd name="connsiteY994" fmla="*/ 1991352 h 3190227"/>
              <a:gd name="connsiteX995" fmla="*/ 1586306 w 2812178"/>
              <a:gd name="connsiteY995" fmla="*/ 1969254 h 3190227"/>
              <a:gd name="connsiteX996" fmla="*/ 1577543 w 2812178"/>
              <a:gd name="connsiteY996" fmla="*/ 1982684 h 3190227"/>
              <a:gd name="connsiteX997" fmla="*/ 1566208 w 2812178"/>
              <a:gd name="connsiteY997" fmla="*/ 1966016 h 3190227"/>
              <a:gd name="connsiteX998" fmla="*/ 1550587 w 2812178"/>
              <a:gd name="connsiteY998" fmla="*/ 1979255 h 3190227"/>
              <a:gd name="connsiteX999" fmla="*/ 1529251 w 2812178"/>
              <a:gd name="connsiteY999" fmla="*/ 1945441 h 3190227"/>
              <a:gd name="connsiteX1000" fmla="*/ 1545729 w 2812178"/>
              <a:gd name="connsiteY1000" fmla="*/ 1949252 h 3190227"/>
              <a:gd name="connsiteX1001" fmla="*/ 1547158 w 2812178"/>
              <a:gd name="connsiteY1001" fmla="*/ 1934392 h 3190227"/>
              <a:gd name="connsiteX1002" fmla="*/ 1581639 w 2812178"/>
              <a:gd name="connsiteY1002" fmla="*/ 1920486 h 3190227"/>
              <a:gd name="connsiteX1003" fmla="*/ 1624311 w 2812178"/>
              <a:gd name="connsiteY1003" fmla="*/ 1937726 h 3190227"/>
              <a:gd name="connsiteX1004" fmla="*/ 1667554 w 2812178"/>
              <a:gd name="connsiteY1004" fmla="*/ 1955252 h 3190227"/>
              <a:gd name="connsiteX1005" fmla="*/ 1677365 w 2812178"/>
              <a:gd name="connsiteY1005" fmla="*/ 1939441 h 3190227"/>
              <a:gd name="connsiteX1006" fmla="*/ 1642884 w 2812178"/>
              <a:gd name="connsiteY1006" fmla="*/ 1890958 h 3190227"/>
              <a:gd name="connsiteX1007" fmla="*/ 1556493 w 2812178"/>
              <a:gd name="connsiteY1007" fmla="*/ 1824760 h 3190227"/>
              <a:gd name="connsiteX1008" fmla="*/ 1545539 w 2812178"/>
              <a:gd name="connsiteY1008" fmla="*/ 1807900 h 3190227"/>
              <a:gd name="connsiteX1009" fmla="*/ 1523631 w 2812178"/>
              <a:gd name="connsiteY1009" fmla="*/ 1783612 h 3190227"/>
              <a:gd name="connsiteX1010" fmla="*/ 1511630 w 2812178"/>
              <a:gd name="connsiteY1010" fmla="*/ 1773611 h 3190227"/>
              <a:gd name="connsiteX1011" fmla="*/ 1461433 w 2812178"/>
              <a:gd name="connsiteY1011" fmla="*/ 1770277 h 3190227"/>
              <a:gd name="connsiteX1012" fmla="*/ 1427143 w 2812178"/>
              <a:gd name="connsiteY1012" fmla="*/ 1770277 h 3190227"/>
              <a:gd name="connsiteX1013" fmla="*/ 1407522 w 2812178"/>
              <a:gd name="connsiteY1013" fmla="*/ 1773706 h 3190227"/>
              <a:gd name="connsiteX1014" fmla="*/ 1370374 w 2812178"/>
              <a:gd name="connsiteY1014" fmla="*/ 1795994 h 3190227"/>
              <a:gd name="connsiteX1015" fmla="*/ 1284554 w 2812178"/>
              <a:gd name="connsiteY1015" fmla="*/ 1828951 h 3190227"/>
              <a:gd name="connsiteX1016" fmla="*/ 1261408 w 2812178"/>
              <a:gd name="connsiteY1016" fmla="*/ 1836095 h 3190227"/>
              <a:gd name="connsiteX1017" fmla="*/ 1195686 w 2812178"/>
              <a:gd name="connsiteY1017" fmla="*/ 1844572 h 3190227"/>
              <a:gd name="connsiteX1018" fmla="*/ 1183398 w 2812178"/>
              <a:gd name="connsiteY1018" fmla="*/ 1842000 h 3190227"/>
              <a:gd name="connsiteX1019" fmla="*/ 1158538 w 2812178"/>
              <a:gd name="connsiteY1019" fmla="*/ 1825903 h 3190227"/>
              <a:gd name="connsiteX1020" fmla="*/ 1137774 w 2812178"/>
              <a:gd name="connsiteY1020" fmla="*/ 1825617 h 3190227"/>
              <a:gd name="connsiteX1021" fmla="*/ 1101864 w 2812178"/>
              <a:gd name="connsiteY1021" fmla="*/ 1824283 h 3190227"/>
              <a:gd name="connsiteX1022" fmla="*/ 1082719 w 2812178"/>
              <a:gd name="connsiteY1022" fmla="*/ 1819997 h 3190227"/>
              <a:gd name="connsiteX1023" fmla="*/ 1028617 w 2812178"/>
              <a:gd name="connsiteY1023" fmla="*/ 1802471 h 3190227"/>
              <a:gd name="connsiteX1024" fmla="*/ 1028903 w 2812178"/>
              <a:gd name="connsiteY1024" fmla="*/ 1804376 h 3190227"/>
              <a:gd name="connsiteX1025" fmla="*/ 1016044 w 2812178"/>
              <a:gd name="connsiteY1025" fmla="*/ 1782945 h 3190227"/>
              <a:gd name="connsiteX1026" fmla="*/ 1017568 w 2812178"/>
              <a:gd name="connsiteY1026" fmla="*/ 1746560 h 3190227"/>
              <a:gd name="connsiteX1027" fmla="*/ 1024331 w 2812178"/>
              <a:gd name="connsiteY1027" fmla="*/ 1744274 h 3190227"/>
              <a:gd name="connsiteX1028" fmla="*/ 1057287 w 2812178"/>
              <a:gd name="connsiteY1028" fmla="*/ 1719223 h 3190227"/>
              <a:gd name="connsiteX1029" fmla="*/ 1071384 w 2812178"/>
              <a:gd name="connsiteY1029" fmla="*/ 1681790 h 3190227"/>
              <a:gd name="connsiteX1030" fmla="*/ 1083672 w 2812178"/>
              <a:gd name="connsiteY1030" fmla="*/ 1723985 h 3190227"/>
              <a:gd name="connsiteX1031" fmla="*/ 1094816 w 2812178"/>
              <a:gd name="connsiteY1031" fmla="*/ 1725033 h 3190227"/>
              <a:gd name="connsiteX1032" fmla="*/ 1111104 w 2812178"/>
              <a:gd name="connsiteY1032" fmla="*/ 1721033 h 3190227"/>
              <a:gd name="connsiteX1033" fmla="*/ 1111961 w 2812178"/>
              <a:gd name="connsiteY1033" fmla="*/ 1729319 h 3190227"/>
              <a:gd name="connsiteX1034" fmla="*/ 1105674 w 2812178"/>
              <a:gd name="connsiteY1034" fmla="*/ 1747893 h 3190227"/>
              <a:gd name="connsiteX1035" fmla="*/ 1109580 w 2812178"/>
              <a:gd name="connsiteY1035" fmla="*/ 1759895 h 3190227"/>
              <a:gd name="connsiteX1036" fmla="*/ 1117866 w 2812178"/>
              <a:gd name="connsiteY1036" fmla="*/ 1751227 h 3190227"/>
              <a:gd name="connsiteX1037" fmla="*/ 1128820 w 2812178"/>
              <a:gd name="connsiteY1037" fmla="*/ 1740845 h 3190227"/>
              <a:gd name="connsiteX1038" fmla="*/ 1135678 w 2812178"/>
              <a:gd name="connsiteY1038" fmla="*/ 1708364 h 3190227"/>
              <a:gd name="connsiteX1039" fmla="*/ 1123296 w 2812178"/>
              <a:gd name="connsiteY1039" fmla="*/ 1670360 h 3190227"/>
              <a:gd name="connsiteX1040" fmla="*/ 1130344 w 2812178"/>
              <a:gd name="connsiteY1040" fmla="*/ 1666359 h 3190227"/>
              <a:gd name="connsiteX1041" fmla="*/ 1134916 w 2812178"/>
              <a:gd name="connsiteY1041" fmla="*/ 1664263 h 3190227"/>
              <a:gd name="connsiteX1042" fmla="*/ 1150442 w 2812178"/>
              <a:gd name="connsiteY1042" fmla="*/ 1624544 h 3190227"/>
              <a:gd name="connsiteX1043" fmla="*/ 1156252 w 2812178"/>
              <a:gd name="connsiteY1043" fmla="*/ 1628926 h 3190227"/>
              <a:gd name="connsiteX1044" fmla="*/ 1161491 w 2812178"/>
              <a:gd name="connsiteY1044" fmla="*/ 1697029 h 3190227"/>
              <a:gd name="connsiteX1045" fmla="*/ 1169301 w 2812178"/>
              <a:gd name="connsiteY1045" fmla="*/ 1710079 h 3190227"/>
              <a:gd name="connsiteX1046" fmla="*/ 1183684 w 2812178"/>
              <a:gd name="connsiteY1046" fmla="*/ 1700935 h 3190227"/>
              <a:gd name="connsiteX1047" fmla="*/ 1186256 w 2812178"/>
              <a:gd name="connsiteY1047" fmla="*/ 1673122 h 3190227"/>
              <a:gd name="connsiteX1048" fmla="*/ 1184922 w 2812178"/>
              <a:gd name="connsiteY1048" fmla="*/ 1611114 h 3190227"/>
              <a:gd name="connsiteX1049" fmla="*/ 1186065 w 2812178"/>
              <a:gd name="connsiteY1049" fmla="*/ 1602827 h 3190227"/>
              <a:gd name="connsiteX1050" fmla="*/ 1183684 w 2812178"/>
              <a:gd name="connsiteY1050" fmla="*/ 1560632 h 3190227"/>
              <a:gd name="connsiteX1051" fmla="*/ 1193495 w 2812178"/>
              <a:gd name="connsiteY1051" fmla="*/ 1553297 h 3190227"/>
              <a:gd name="connsiteX1052" fmla="*/ 1249692 w 2812178"/>
              <a:gd name="connsiteY1052" fmla="*/ 1523008 h 3190227"/>
              <a:gd name="connsiteX1053" fmla="*/ 1264361 w 2812178"/>
              <a:gd name="connsiteY1053" fmla="*/ 1527104 h 3190227"/>
              <a:gd name="connsiteX1054" fmla="*/ 1287126 w 2812178"/>
              <a:gd name="connsiteY1054" fmla="*/ 1569490 h 3190227"/>
              <a:gd name="connsiteX1055" fmla="*/ 1295508 w 2812178"/>
              <a:gd name="connsiteY1055" fmla="*/ 1553488 h 3190227"/>
              <a:gd name="connsiteX1056" fmla="*/ 1293031 w 2812178"/>
              <a:gd name="connsiteY1056" fmla="*/ 1539772 h 3190227"/>
              <a:gd name="connsiteX1057" fmla="*/ 1271124 w 2812178"/>
              <a:gd name="connsiteY1057" fmla="*/ 1485575 h 3190227"/>
              <a:gd name="connsiteX1058" fmla="*/ 1263980 w 2812178"/>
              <a:gd name="connsiteY1058" fmla="*/ 1471001 h 3190227"/>
              <a:gd name="connsiteX1059" fmla="*/ 1243311 w 2812178"/>
              <a:gd name="connsiteY1059" fmla="*/ 1447094 h 3190227"/>
              <a:gd name="connsiteX1060" fmla="*/ 1230261 w 2812178"/>
              <a:gd name="connsiteY1060" fmla="*/ 1440426 h 3190227"/>
              <a:gd name="connsiteX1061" fmla="*/ 1233119 w 2812178"/>
              <a:gd name="connsiteY1061" fmla="*/ 1456047 h 3190227"/>
              <a:gd name="connsiteX1062" fmla="*/ 1241025 w 2812178"/>
              <a:gd name="connsiteY1062" fmla="*/ 1469858 h 3190227"/>
              <a:gd name="connsiteX1063" fmla="*/ 1231881 w 2812178"/>
              <a:gd name="connsiteY1063" fmla="*/ 1479669 h 3190227"/>
              <a:gd name="connsiteX1064" fmla="*/ 1165968 w 2812178"/>
              <a:gd name="connsiteY1064" fmla="*/ 1479669 h 3190227"/>
              <a:gd name="connsiteX1065" fmla="*/ 1159014 w 2812178"/>
              <a:gd name="connsiteY1065" fmla="*/ 1469573 h 3190227"/>
              <a:gd name="connsiteX1066" fmla="*/ 1162062 w 2812178"/>
              <a:gd name="connsiteY1066" fmla="*/ 1452332 h 3190227"/>
              <a:gd name="connsiteX1067" fmla="*/ 1156824 w 2812178"/>
              <a:gd name="connsiteY1067" fmla="*/ 1447570 h 3190227"/>
              <a:gd name="connsiteX1068" fmla="*/ 1150728 w 2812178"/>
              <a:gd name="connsiteY1068" fmla="*/ 1453761 h 3190227"/>
              <a:gd name="connsiteX1069" fmla="*/ 1152728 w 2812178"/>
              <a:gd name="connsiteY1069" fmla="*/ 1441760 h 3190227"/>
              <a:gd name="connsiteX1070" fmla="*/ 1161967 w 2812178"/>
              <a:gd name="connsiteY1070" fmla="*/ 1431663 h 3190227"/>
              <a:gd name="connsiteX1071" fmla="*/ 1164158 w 2812178"/>
              <a:gd name="connsiteY1071" fmla="*/ 1423471 h 3190227"/>
              <a:gd name="connsiteX1072" fmla="*/ 1160729 w 2812178"/>
              <a:gd name="connsiteY1072" fmla="*/ 1357273 h 3190227"/>
              <a:gd name="connsiteX1073" fmla="*/ 1158633 w 2812178"/>
              <a:gd name="connsiteY1073" fmla="*/ 1264118 h 3190227"/>
              <a:gd name="connsiteX1074" fmla="*/ 1159586 w 2812178"/>
              <a:gd name="connsiteY1074" fmla="*/ 1235353 h 3190227"/>
              <a:gd name="connsiteX1075" fmla="*/ 1168539 w 2812178"/>
              <a:gd name="connsiteY1075" fmla="*/ 1186585 h 3190227"/>
              <a:gd name="connsiteX1076" fmla="*/ 1172349 w 2812178"/>
              <a:gd name="connsiteY1076" fmla="*/ 1181918 h 3190227"/>
              <a:gd name="connsiteX1077" fmla="*/ 1182732 w 2812178"/>
              <a:gd name="connsiteY1077" fmla="*/ 1219637 h 3190227"/>
              <a:gd name="connsiteX1078" fmla="*/ 1188447 w 2812178"/>
              <a:gd name="connsiteY1078" fmla="*/ 1196014 h 3190227"/>
              <a:gd name="connsiteX1079" fmla="*/ 1178255 w 2812178"/>
              <a:gd name="connsiteY1079" fmla="*/ 1126006 h 3190227"/>
              <a:gd name="connsiteX1080" fmla="*/ 1182446 w 2812178"/>
              <a:gd name="connsiteY1080" fmla="*/ 1120958 h 3190227"/>
              <a:gd name="connsiteX1081" fmla="*/ 1189113 w 2812178"/>
              <a:gd name="connsiteY1081" fmla="*/ 1114671 h 3190227"/>
              <a:gd name="connsiteX1082" fmla="*/ 1180731 w 2812178"/>
              <a:gd name="connsiteY1082" fmla="*/ 1109242 h 3190227"/>
              <a:gd name="connsiteX1083" fmla="*/ 1159205 w 2812178"/>
              <a:gd name="connsiteY1083" fmla="*/ 1095431 h 3190227"/>
              <a:gd name="connsiteX1084" fmla="*/ 1152156 w 2812178"/>
              <a:gd name="connsiteY1084" fmla="*/ 1072189 h 3190227"/>
              <a:gd name="connsiteX1085" fmla="*/ 1152537 w 2812178"/>
              <a:gd name="connsiteY1085" fmla="*/ 1063331 h 3190227"/>
              <a:gd name="connsiteX1086" fmla="*/ 1140917 w 2812178"/>
              <a:gd name="connsiteY1086" fmla="*/ 1051616 h 3190227"/>
              <a:gd name="connsiteX1087" fmla="*/ 1136726 w 2812178"/>
              <a:gd name="connsiteY1087" fmla="*/ 1066856 h 3190227"/>
              <a:gd name="connsiteX1088" fmla="*/ 1140345 w 2812178"/>
              <a:gd name="connsiteY1088" fmla="*/ 1075237 h 3190227"/>
              <a:gd name="connsiteX1089" fmla="*/ 1137869 w 2812178"/>
              <a:gd name="connsiteY1089" fmla="*/ 1084762 h 3190227"/>
              <a:gd name="connsiteX1090" fmla="*/ 1125772 w 2812178"/>
              <a:gd name="connsiteY1090" fmla="*/ 1081238 h 3190227"/>
              <a:gd name="connsiteX1091" fmla="*/ 1119390 w 2812178"/>
              <a:gd name="connsiteY1091" fmla="*/ 1065236 h 3190227"/>
              <a:gd name="connsiteX1092" fmla="*/ 1115866 w 2812178"/>
              <a:gd name="connsiteY1092" fmla="*/ 1070189 h 3190227"/>
              <a:gd name="connsiteX1093" fmla="*/ 1108722 w 2812178"/>
              <a:gd name="connsiteY1093" fmla="*/ 1097336 h 3190227"/>
              <a:gd name="connsiteX1094" fmla="*/ 1054144 w 2812178"/>
              <a:gd name="connsiteY1094" fmla="*/ 1119148 h 3190227"/>
              <a:gd name="connsiteX1095" fmla="*/ 1040714 w 2812178"/>
              <a:gd name="connsiteY1095" fmla="*/ 1100193 h 3190227"/>
              <a:gd name="connsiteX1096" fmla="*/ 1038618 w 2812178"/>
              <a:gd name="connsiteY1096" fmla="*/ 1115433 h 3190227"/>
              <a:gd name="connsiteX1097" fmla="*/ 1061669 w 2812178"/>
              <a:gd name="connsiteY1097" fmla="*/ 1151152 h 3190227"/>
              <a:gd name="connsiteX1098" fmla="*/ 1062431 w 2812178"/>
              <a:gd name="connsiteY1098" fmla="*/ 1172869 h 3190227"/>
              <a:gd name="connsiteX1099" fmla="*/ 1038523 w 2812178"/>
              <a:gd name="connsiteY1099" fmla="*/ 1352415 h 3190227"/>
              <a:gd name="connsiteX1100" fmla="*/ 989755 w 2812178"/>
              <a:gd name="connsiteY1100" fmla="*/ 1462619 h 3190227"/>
              <a:gd name="connsiteX1101" fmla="*/ 982326 w 2812178"/>
              <a:gd name="connsiteY1101" fmla="*/ 1483955 h 3190227"/>
              <a:gd name="connsiteX1102" fmla="*/ 975182 w 2812178"/>
              <a:gd name="connsiteY1102" fmla="*/ 1550249 h 3190227"/>
              <a:gd name="connsiteX1103" fmla="*/ 968419 w 2812178"/>
              <a:gd name="connsiteY1103" fmla="*/ 1559488 h 3190227"/>
              <a:gd name="connsiteX1104" fmla="*/ 942892 w 2812178"/>
              <a:gd name="connsiteY1104" fmla="*/ 1585682 h 3190227"/>
              <a:gd name="connsiteX1105" fmla="*/ 941082 w 2812178"/>
              <a:gd name="connsiteY1105" fmla="*/ 1592254 h 3190227"/>
              <a:gd name="connsiteX1106" fmla="*/ 859644 w 2812178"/>
              <a:gd name="connsiteY1106" fmla="*/ 1686742 h 3190227"/>
              <a:gd name="connsiteX1107" fmla="*/ 855643 w 2812178"/>
              <a:gd name="connsiteY1107" fmla="*/ 1683599 h 3190227"/>
              <a:gd name="connsiteX1108" fmla="*/ 873645 w 2812178"/>
              <a:gd name="connsiteY1108" fmla="*/ 1657310 h 3190227"/>
              <a:gd name="connsiteX1109" fmla="*/ 872693 w 2812178"/>
              <a:gd name="connsiteY1109" fmla="*/ 1647119 h 3190227"/>
              <a:gd name="connsiteX1110" fmla="*/ 848309 w 2812178"/>
              <a:gd name="connsiteY1110" fmla="*/ 1646166 h 3190227"/>
              <a:gd name="connsiteX1111" fmla="*/ 842594 w 2812178"/>
              <a:gd name="connsiteY1111" fmla="*/ 1652453 h 3190227"/>
              <a:gd name="connsiteX1112" fmla="*/ 824115 w 2812178"/>
              <a:gd name="connsiteY1112" fmla="*/ 1664930 h 3190227"/>
              <a:gd name="connsiteX1113" fmla="*/ 819258 w 2812178"/>
              <a:gd name="connsiteY1113" fmla="*/ 1670645 h 3190227"/>
              <a:gd name="connsiteX1114" fmla="*/ 805732 w 2812178"/>
              <a:gd name="connsiteY1114" fmla="*/ 1698458 h 3190227"/>
              <a:gd name="connsiteX1115" fmla="*/ 798779 w 2812178"/>
              <a:gd name="connsiteY1115" fmla="*/ 1705412 h 3190227"/>
              <a:gd name="connsiteX1116" fmla="*/ 796302 w 2812178"/>
              <a:gd name="connsiteY1116" fmla="*/ 1720747 h 3190227"/>
              <a:gd name="connsiteX1117" fmla="*/ 751059 w 2812178"/>
              <a:gd name="connsiteY1117" fmla="*/ 1759323 h 3190227"/>
              <a:gd name="connsiteX1118" fmla="*/ 739438 w 2812178"/>
              <a:gd name="connsiteY1118" fmla="*/ 1778373 h 3190227"/>
              <a:gd name="connsiteX1119" fmla="*/ 752011 w 2812178"/>
              <a:gd name="connsiteY1119" fmla="*/ 1787993 h 3190227"/>
              <a:gd name="connsiteX1120" fmla="*/ 751916 w 2812178"/>
              <a:gd name="connsiteY1120" fmla="*/ 1795613 h 3190227"/>
              <a:gd name="connsiteX1121" fmla="*/ 738962 w 2812178"/>
              <a:gd name="connsiteY1121" fmla="*/ 1806758 h 3190227"/>
              <a:gd name="connsiteX1122" fmla="*/ 732675 w 2812178"/>
              <a:gd name="connsiteY1122" fmla="*/ 1801138 h 3190227"/>
              <a:gd name="connsiteX1123" fmla="*/ 680288 w 2812178"/>
              <a:gd name="connsiteY1123" fmla="*/ 1753417 h 3190227"/>
              <a:gd name="connsiteX1124" fmla="*/ 664857 w 2812178"/>
              <a:gd name="connsiteY1124" fmla="*/ 1765705 h 3190227"/>
              <a:gd name="connsiteX1125" fmla="*/ 666667 w 2812178"/>
              <a:gd name="connsiteY1125" fmla="*/ 1772277 h 3190227"/>
              <a:gd name="connsiteX1126" fmla="*/ 657714 w 2812178"/>
              <a:gd name="connsiteY1126" fmla="*/ 1785517 h 3190227"/>
              <a:gd name="connsiteX1127" fmla="*/ 645522 w 2812178"/>
              <a:gd name="connsiteY1127" fmla="*/ 1775801 h 3190227"/>
              <a:gd name="connsiteX1128" fmla="*/ 632568 w 2812178"/>
              <a:gd name="connsiteY1128" fmla="*/ 1752941 h 3190227"/>
              <a:gd name="connsiteX1129" fmla="*/ 629139 w 2812178"/>
              <a:gd name="connsiteY1129" fmla="*/ 1766562 h 3190227"/>
              <a:gd name="connsiteX1130" fmla="*/ 630948 w 2812178"/>
              <a:gd name="connsiteY1130" fmla="*/ 1843905 h 3190227"/>
              <a:gd name="connsiteX1131" fmla="*/ 619614 w 2812178"/>
              <a:gd name="connsiteY1131" fmla="*/ 1857240 h 3190227"/>
              <a:gd name="connsiteX1132" fmla="*/ 577418 w 2812178"/>
              <a:gd name="connsiteY1132" fmla="*/ 1866670 h 3190227"/>
              <a:gd name="connsiteX1133" fmla="*/ 535508 w 2812178"/>
              <a:gd name="connsiteY1133" fmla="*/ 1965825 h 3190227"/>
              <a:gd name="connsiteX1134" fmla="*/ 565893 w 2812178"/>
              <a:gd name="connsiteY1134" fmla="*/ 2002687 h 3190227"/>
              <a:gd name="connsiteX1135" fmla="*/ 587514 w 2812178"/>
              <a:gd name="connsiteY1135" fmla="*/ 1996305 h 3190227"/>
              <a:gd name="connsiteX1136" fmla="*/ 607422 w 2812178"/>
              <a:gd name="connsiteY1136" fmla="*/ 1979827 h 3190227"/>
              <a:gd name="connsiteX1137" fmla="*/ 615804 w 2812178"/>
              <a:gd name="connsiteY1137" fmla="*/ 1989161 h 3190227"/>
              <a:gd name="connsiteX1138" fmla="*/ 628186 w 2812178"/>
              <a:gd name="connsiteY1138" fmla="*/ 1993162 h 3190227"/>
              <a:gd name="connsiteX1139" fmla="*/ 625995 w 2812178"/>
              <a:gd name="connsiteY1139" fmla="*/ 1981065 h 3190227"/>
              <a:gd name="connsiteX1140" fmla="*/ 626948 w 2812178"/>
              <a:gd name="connsiteY1140" fmla="*/ 1971159 h 3190227"/>
              <a:gd name="connsiteX1141" fmla="*/ 623043 w 2812178"/>
              <a:gd name="connsiteY1141" fmla="*/ 1902388 h 3190227"/>
              <a:gd name="connsiteX1142" fmla="*/ 621423 w 2812178"/>
              <a:gd name="connsiteY1142" fmla="*/ 1898198 h 3190227"/>
              <a:gd name="connsiteX1143" fmla="*/ 622376 w 2812178"/>
              <a:gd name="connsiteY1143" fmla="*/ 1894673 h 3190227"/>
              <a:gd name="connsiteX1144" fmla="*/ 642759 w 2812178"/>
              <a:gd name="connsiteY1144" fmla="*/ 1915247 h 3190227"/>
              <a:gd name="connsiteX1145" fmla="*/ 668953 w 2812178"/>
              <a:gd name="connsiteY1145" fmla="*/ 1949537 h 3190227"/>
              <a:gd name="connsiteX1146" fmla="*/ 683622 w 2812178"/>
              <a:gd name="connsiteY1146" fmla="*/ 1994019 h 3190227"/>
              <a:gd name="connsiteX1147" fmla="*/ 656571 w 2812178"/>
              <a:gd name="connsiteY1147" fmla="*/ 2018784 h 3190227"/>
              <a:gd name="connsiteX1148" fmla="*/ 646665 w 2812178"/>
              <a:gd name="connsiteY1148" fmla="*/ 2028785 h 3190227"/>
              <a:gd name="connsiteX1149" fmla="*/ 648379 w 2812178"/>
              <a:gd name="connsiteY1149" fmla="*/ 2040025 h 3190227"/>
              <a:gd name="connsiteX1150" fmla="*/ 616947 w 2812178"/>
              <a:gd name="connsiteY1150" fmla="*/ 2058789 h 3190227"/>
              <a:gd name="connsiteX1151" fmla="*/ 648855 w 2812178"/>
              <a:gd name="connsiteY1151" fmla="*/ 2097937 h 3190227"/>
              <a:gd name="connsiteX1152" fmla="*/ 652189 w 2812178"/>
              <a:gd name="connsiteY1152" fmla="*/ 2133656 h 3190227"/>
              <a:gd name="connsiteX1153" fmla="*/ 657809 w 2812178"/>
              <a:gd name="connsiteY1153" fmla="*/ 2147372 h 3190227"/>
              <a:gd name="connsiteX1154" fmla="*/ 691813 w 2812178"/>
              <a:gd name="connsiteY1154" fmla="*/ 2191949 h 3190227"/>
              <a:gd name="connsiteX1155" fmla="*/ 693718 w 2812178"/>
              <a:gd name="connsiteY1155" fmla="*/ 2211761 h 3190227"/>
              <a:gd name="connsiteX1156" fmla="*/ 692575 w 2812178"/>
              <a:gd name="connsiteY1156" fmla="*/ 2296247 h 3190227"/>
              <a:gd name="connsiteX1157" fmla="*/ 681240 w 2812178"/>
              <a:gd name="connsiteY1157" fmla="*/ 2307582 h 3190227"/>
              <a:gd name="connsiteX1158" fmla="*/ 590943 w 2812178"/>
              <a:gd name="connsiteY1158" fmla="*/ 2291390 h 3190227"/>
              <a:gd name="connsiteX1159" fmla="*/ 488740 w 2812178"/>
              <a:gd name="connsiteY1159" fmla="*/ 2271197 h 3190227"/>
              <a:gd name="connsiteX1160" fmla="*/ 441972 w 2812178"/>
              <a:gd name="connsiteY1160" fmla="*/ 2239955 h 3190227"/>
              <a:gd name="connsiteX1161" fmla="*/ 439115 w 2812178"/>
              <a:gd name="connsiteY1161" fmla="*/ 2236526 h 3190227"/>
              <a:gd name="connsiteX1162" fmla="*/ 433495 w 2812178"/>
              <a:gd name="connsiteY1162" fmla="*/ 2190615 h 3190227"/>
              <a:gd name="connsiteX1163" fmla="*/ 417684 w 2812178"/>
              <a:gd name="connsiteY1163" fmla="*/ 2128417 h 3190227"/>
              <a:gd name="connsiteX1164" fmla="*/ 406254 w 2812178"/>
              <a:gd name="connsiteY1164" fmla="*/ 2129369 h 3190227"/>
              <a:gd name="connsiteX1165" fmla="*/ 399205 w 2812178"/>
              <a:gd name="connsiteY1165" fmla="*/ 2182328 h 3190227"/>
              <a:gd name="connsiteX1166" fmla="*/ 370440 w 2812178"/>
              <a:gd name="connsiteY1166" fmla="*/ 2155658 h 3190227"/>
              <a:gd name="connsiteX1167" fmla="*/ 331863 w 2812178"/>
              <a:gd name="connsiteY1167" fmla="*/ 2099366 h 3190227"/>
              <a:gd name="connsiteX1168" fmla="*/ 317481 w 2812178"/>
              <a:gd name="connsiteY1168" fmla="*/ 2085554 h 3190227"/>
              <a:gd name="connsiteX1169" fmla="*/ 246996 w 2812178"/>
              <a:gd name="connsiteY1169" fmla="*/ 2068314 h 3190227"/>
              <a:gd name="connsiteX1170" fmla="*/ 233661 w 2812178"/>
              <a:gd name="connsiteY1170" fmla="*/ 2063075 h 3190227"/>
              <a:gd name="connsiteX1171" fmla="*/ 240423 w 2812178"/>
              <a:gd name="connsiteY1171" fmla="*/ 2051360 h 3190227"/>
              <a:gd name="connsiteX1172" fmla="*/ 238423 w 2812178"/>
              <a:gd name="connsiteY1172" fmla="*/ 2028976 h 3190227"/>
              <a:gd name="connsiteX1173" fmla="*/ 241566 w 2812178"/>
              <a:gd name="connsiteY1173" fmla="*/ 2013260 h 3190227"/>
              <a:gd name="connsiteX1174" fmla="*/ 310623 w 2812178"/>
              <a:gd name="connsiteY1174" fmla="*/ 1950109 h 3190227"/>
              <a:gd name="connsiteX1175" fmla="*/ 335769 w 2812178"/>
              <a:gd name="connsiteY1175" fmla="*/ 1935916 h 3190227"/>
              <a:gd name="connsiteX1176" fmla="*/ 340722 w 2812178"/>
              <a:gd name="connsiteY1176" fmla="*/ 1927630 h 3190227"/>
              <a:gd name="connsiteX1177" fmla="*/ 330720 w 2812178"/>
              <a:gd name="connsiteY1177" fmla="*/ 1927058 h 3190227"/>
              <a:gd name="connsiteX1178" fmla="*/ 323577 w 2812178"/>
              <a:gd name="connsiteY1178" fmla="*/ 1932678 h 3190227"/>
              <a:gd name="connsiteX1179" fmla="*/ 314909 w 2812178"/>
              <a:gd name="connsiteY1179" fmla="*/ 1933345 h 3190227"/>
              <a:gd name="connsiteX1180" fmla="*/ 315004 w 2812178"/>
              <a:gd name="connsiteY1180" fmla="*/ 1924106 h 3190227"/>
              <a:gd name="connsiteX1181" fmla="*/ 314909 w 2812178"/>
              <a:gd name="connsiteY1181" fmla="*/ 1905817 h 3190227"/>
              <a:gd name="connsiteX1182" fmla="*/ 295097 w 2812178"/>
              <a:gd name="connsiteY1182" fmla="*/ 1906389 h 3190227"/>
              <a:gd name="connsiteX1183" fmla="*/ 271284 w 2812178"/>
              <a:gd name="connsiteY1183" fmla="*/ 1913628 h 3190227"/>
              <a:gd name="connsiteX1184" fmla="*/ 303860 w 2812178"/>
              <a:gd name="connsiteY1184" fmla="*/ 1872290 h 3190227"/>
              <a:gd name="connsiteX1185" fmla="*/ 370535 w 2812178"/>
              <a:gd name="connsiteY1185" fmla="*/ 1804376 h 3190227"/>
              <a:gd name="connsiteX1186" fmla="*/ 393966 w 2812178"/>
              <a:gd name="connsiteY1186" fmla="*/ 1771325 h 3190227"/>
              <a:gd name="connsiteX1187" fmla="*/ 422446 w 2812178"/>
              <a:gd name="connsiteY1187" fmla="*/ 1722937 h 3190227"/>
              <a:gd name="connsiteX1188" fmla="*/ 427590 w 2812178"/>
              <a:gd name="connsiteY1188" fmla="*/ 1703792 h 3190227"/>
              <a:gd name="connsiteX1189" fmla="*/ 471024 w 2812178"/>
              <a:gd name="connsiteY1189" fmla="*/ 1656644 h 3190227"/>
              <a:gd name="connsiteX1190" fmla="*/ 499027 w 2812178"/>
              <a:gd name="connsiteY1190" fmla="*/ 1644071 h 3190227"/>
              <a:gd name="connsiteX1191" fmla="*/ 400253 w 2812178"/>
              <a:gd name="connsiteY1191" fmla="*/ 1679027 h 3190227"/>
              <a:gd name="connsiteX1192" fmla="*/ 371297 w 2812178"/>
              <a:gd name="connsiteY1192" fmla="*/ 1665121 h 3190227"/>
              <a:gd name="connsiteX1193" fmla="*/ 358533 w 2812178"/>
              <a:gd name="connsiteY1193" fmla="*/ 1591683 h 3190227"/>
              <a:gd name="connsiteX1194" fmla="*/ 316433 w 2812178"/>
              <a:gd name="connsiteY1194" fmla="*/ 1576062 h 3190227"/>
              <a:gd name="connsiteX1195" fmla="*/ 264236 w 2812178"/>
              <a:gd name="connsiteY1195" fmla="*/ 1592445 h 3190227"/>
              <a:gd name="connsiteX1196" fmla="*/ 201276 w 2812178"/>
              <a:gd name="connsiteY1196" fmla="*/ 1618639 h 3190227"/>
              <a:gd name="connsiteX1197" fmla="*/ 145745 w 2812178"/>
              <a:gd name="connsiteY1197" fmla="*/ 1617782 h 3190227"/>
              <a:gd name="connsiteX1198" fmla="*/ 79546 w 2812178"/>
              <a:gd name="connsiteY1198" fmla="*/ 1589778 h 3190227"/>
              <a:gd name="connsiteX1199" fmla="*/ 5823 w 2812178"/>
              <a:gd name="connsiteY1199" fmla="*/ 1501958 h 3190227"/>
              <a:gd name="connsiteX1200" fmla="*/ 1917 w 2812178"/>
              <a:gd name="connsiteY1200" fmla="*/ 1404231 h 3190227"/>
              <a:gd name="connsiteX1201" fmla="*/ 8394 w 2812178"/>
              <a:gd name="connsiteY1201" fmla="*/ 1345271 h 3190227"/>
              <a:gd name="connsiteX1202" fmla="*/ 43637 w 2812178"/>
              <a:gd name="connsiteY1202" fmla="*/ 1302599 h 3190227"/>
              <a:gd name="connsiteX1203" fmla="*/ 81261 w 2812178"/>
              <a:gd name="connsiteY1203" fmla="*/ 1274500 h 3190227"/>
              <a:gd name="connsiteX1204" fmla="*/ 149841 w 2812178"/>
              <a:gd name="connsiteY1204" fmla="*/ 1211445 h 3190227"/>
              <a:gd name="connsiteX1205" fmla="*/ 172129 w 2812178"/>
              <a:gd name="connsiteY1205" fmla="*/ 1186489 h 3190227"/>
              <a:gd name="connsiteX1206" fmla="*/ 132981 w 2812178"/>
              <a:gd name="connsiteY1206" fmla="*/ 1199634 h 3190227"/>
              <a:gd name="connsiteX1207" fmla="*/ 138506 w 2812178"/>
              <a:gd name="connsiteY1207" fmla="*/ 1181632 h 3190227"/>
              <a:gd name="connsiteX1208" fmla="*/ 145078 w 2812178"/>
              <a:gd name="connsiteY1208" fmla="*/ 1170773 h 3190227"/>
              <a:gd name="connsiteX1209" fmla="*/ 151746 w 2812178"/>
              <a:gd name="connsiteY1209" fmla="*/ 1115528 h 3190227"/>
              <a:gd name="connsiteX1210" fmla="*/ 137649 w 2812178"/>
              <a:gd name="connsiteY1210" fmla="*/ 1077619 h 3190227"/>
              <a:gd name="connsiteX1211" fmla="*/ 132410 w 2812178"/>
              <a:gd name="connsiteY1211" fmla="*/ 1072094 h 3190227"/>
              <a:gd name="connsiteX1212" fmla="*/ 116503 w 2812178"/>
              <a:gd name="connsiteY1212" fmla="*/ 1080000 h 3190227"/>
              <a:gd name="connsiteX1213" fmla="*/ 109169 w 2812178"/>
              <a:gd name="connsiteY1213" fmla="*/ 1097240 h 3190227"/>
              <a:gd name="connsiteX1214" fmla="*/ 103740 w 2812178"/>
              <a:gd name="connsiteY1214" fmla="*/ 1075047 h 3190227"/>
              <a:gd name="connsiteX1215" fmla="*/ 122885 w 2812178"/>
              <a:gd name="connsiteY1215" fmla="*/ 1026660 h 3190227"/>
              <a:gd name="connsiteX1216" fmla="*/ 187083 w 2812178"/>
              <a:gd name="connsiteY1216" fmla="*/ 966081 h 3190227"/>
              <a:gd name="connsiteX1217" fmla="*/ 190608 w 2812178"/>
              <a:gd name="connsiteY1217" fmla="*/ 940268 h 3190227"/>
              <a:gd name="connsiteX1218" fmla="*/ 173844 w 2812178"/>
              <a:gd name="connsiteY1218" fmla="*/ 937792 h 3190227"/>
              <a:gd name="connsiteX1219" fmla="*/ 167462 w 2812178"/>
              <a:gd name="connsiteY1219" fmla="*/ 937220 h 3190227"/>
              <a:gd name="connsiteX1220" fmla="*/ 145364 w 2812178"/>
              <a:gd name="connsiteY1220" fmla="*/ 918932 h 3190227"/>
              <a:gd name="connsiteX1221" fmla="*/ 156603 w 2812178"/>
              <a:gd name="connsiteY1221" fmla="*/ 916456 h 3190227"/>
              <a:gd name="connsiteX1222" fmla="*/ 170510 w 2812178"/>
              <a:gd name="connsiteY1222" fmla="*/ 925886 h 3190227"/>
              <a:gd name="connsiteX1223" fmla="*/ 169653 w 2812178"/>
              <a:gd name="connsiteY1223" fmla="*/ 904645 h 3190227"/>
              <a:gd name="connsiteX1224" fmla="*/ 185274 w 2812178"/>
              <a:gd name="connsiteY1224" fmla="*/ 870736 h 3190227"/>
              <a:gd name="connsiteX1225" fmla="*/ 193465 w 2812178"/>
              <a:gd name="connsiteY1225" fmla="*/ 869783 h 3190227"/>
              <a:gd name="connsiteX1226" fmla="*/ 199180 w 2812178"/>
              <a:gd name="connsiteY1226" fmla="*/ 889786 h 3190227"/>
              <a:gd name="connsiteX1227" fmla="*/ 219564 w 2812178"/>
              <a:gd name="connsiteY1227" fmla="*/ 847685 h 3190227"/>
              <a:gd name="connsiteX1228" fmla="*/ 248615 w 2812178"/>
              <a:gd name="connsiteY1228" fmla="*/ 812824 h 3190227"/>
              <a:gd name="connsiteX1229" fmla="*/ 272999 w 2812178"/>
              <a:gd name="connsiteY1229" fmla="*/ 773581 h 3190227"/>
              <a:gd name="connsiteX1230" fmla="*/ 263188 w 2812178"/>
              <a:gd name="connsiteY1230" fmla="*/ 765675 h 3190227"/>
              <a:gd name="connsiteX1231" fmla="*/ 251282 w 2812178"/>
              <a:gd name="connsiteY1231" fmla="*/ 765199 h 3190227"/>
              <a:gd name="connsiteX1232" fmla="*/ 261664 w 2812178"/>
              <a:gd name="connsiteY1232" fmla="*/ 757007 h 3190227"/>
              <a:gd name="connsiteX1233" fmla="*/ 301574 w 2812178"/>
              <a:gd name="connsiteY1233" fmla="*/ 737005 h 3190227"/>
              <a:gd name="connsiteX1234" fmla="*/ 315671 w 2812178"/>
              <a:gd name="connsiteY1234" fmla="*/ 734528 h 3190227"/>
              <a:gd name="connsiteX1235" fmla="*/ 350818 w 2812178"/>
              <a:gd name="connsiteY1235" fmla="*/ 726432 h 3190227"/>
              <a:gd name="connsiteX1236" fmla="*/ 382251 w 2812178"/>
              <a:gd name="connsiteY1236" fmla="*/ 709097 h 3190227"/>
              <a:gd name="connsiteX1237" fmla="*/ 396633 w 2812178"/>
              <a:gd name="connsiteY1237" fmla="*/ 698905 h 3190227"/>
              <a:gd name="connsiteX1238" fmla="*/ 417017 w 2812178"/>
              <a:gd name="connsiteY1238" fmla="*/ 686618 h 3190227"/>
              <a:gd name="connsiteX1239" fmla="*/ 430828 w 2812178"/>
              <a:gd name="connsiteY1239" fmla="*/ 674235 h 3190227"/>
              <a:gd name="connsiteX1240" fmla="*/ 442544 w 2812178"/>
              <a:gd name="connsiteY1240" fmla="*/ 652518 h 3190227"/>
              <a:gd name="connsiteX1241" fmla="*/ 446449 w 2812178"/>
              <a:gd name="connsiteY1241" fmla="*/ 654328 h 3190227"/>
              <a:gd name="connsiteX1242" fmla="*/ 452259 w 2812178"/>
              <a:gd name="connsiteY1242" fmla="*/ 671854 h 3190227"/>
              <a:gd name="connsiteX1243" fmla="*/ 465594 w 2812178"/>
              <a:gd name="connsiteY1243" fmla="*/ 658138 h 3190227"/>
              <a:gd name="connsiteX1244" fmla="*/ 483025 w 2812178"/>
              <a:gd name="connsiteY1244" fmla="*/ 613942 h 3190227"/>
              <a:gd name="connsiteX1245" fmla="*/ 423684 w 2812178"/>
              <a:gd name="connsiteY1245" fmla="*/ 641850 h 3190227"/>
              <a:gd name="connsiteX1246" fmla="*/ 396538 w 2812178"/>
              <a:gd name="connsiteY1246" fmla="*/ 635278 h 3190227"/>
              <a:gd name="connsiteX1247" fmla="*/ 381774 w 2812178"/>
              <a:gd name="connsiteY1247" fmla="*/ 659090 h 3190227"/>
              <a:gd name="connsiteX1248" fmla="*/ 364344 w 2812178"/>
              <a:gd name="connsiteY1248" fmla="*/ 659186 h 3190227"/>
              <a:gd name="connsiteX1249" fmla="*/ 360057 w 2812178"/>
              <a:gd name="connsiteY1249" fmla="*/ 644993 h 3190227"/>
              <a:gd name="connsiteX1250" fmla="*/ 365772 w 2812178"/>
              <a:gd name="connsiteY1250" fmla="*/ 625372 h 3190227"/>
              <a:gd name="connsiteX1251" fmla="*/ 356343 w 2812178"/>
              <a:gd name="connsiteY1251" fmla="*/ 598892 h 3190227"/>
              <a:gd name="connsiteX1252" fmla="*/ 358819 w 2812178"/>
              <a:gd name="connsiteY1252" fmla="*/ 589081 h 3190227"/>
              <a:gd name="connsiteX1253" fmla="*/ 403682 w 2812178"/>
              <a:gd name="connsiteY1253" fmla="*/ 546124 h 3190227"/>
              <a:gd name="connsiteX1254" fmla="*/ 427685 w 2812178"/>
              <a:gd name="connsiteY1254" fmla="*/ 499642 h 3190227"/>
              <a:gd name="connsiteX1255" fmla="*/ 432066 w 2812178"/>
              <a:gd name="connsiteY1255" fmla="*/ 495260 h 3190227"/>
              <a:gd name="connsiteX1256" fmla="*/ 450640 w 2812178"/>
              <a:gd name="connsiteY1256" fmla="*/ 462304 h 3190227"/>
              <a:gd name="connsiteX1257" fmla="*/ 471405 w 2812178"/>
              <a:gd name="connsiteY1257" fmla="*/ 427156 h 3190227"/>
              <a:gd name="connsiteX1258" fmla="*/ 483692 w 2812178"/>
              <a:gd name="connsiteY1258" fmla="*/ 421251 h 3190227"/>
              <a:gd name="connsiteX1259" fmla="*/ 507314 w 2812178"/>
              <a:gd name="connsiteY1259" fmla="*/ 409535 h 3190227"/>
              <a:gd name="connsiteX1260" fmla="*/ 519887 w 2812178"/>
              <a:gd name="connsiteY1260" fmla="*/ 430109 h 3190227"/>
              <a:gd name="connsiteX1261" fmla="*/ 540080 w 2812178"/>
              <a:gd name="connsiteY1261" fmla="*/ 431633 h 3190227"/>
              <a:gd name="connsiteX1262" fmla="*/ 563892 w 2812178"/>
              <a:gd name="connsiteY1262" fmla="*/ 401820 h 3190227"/>
              <a:gd name="connsiteX1263" fmla="*/ 606088 w 2812178"/>
              <a:gd name="connsiteY1263" fmla="*/ 375721 h 3190227"/>
              <a:gd name="connsiteX1264" fmla="*/ 626091 w 2812178"/>
              <a:gd name="connsiteY1264" fmla="*/ 361815 h 3190227"/>
              <a:gd name="connsiteX1265" fmla="*/ 644664 w 2812178"/>
              <a:gd name="connsiteY1265" fmla="*/ 341812 h 3190227"/>
              <a:gd name="connsiteX1266" fmla="*/ 669048 w 2812178"/>
              <a:gd name="connsiteY1266" fmla="*/ 334954 h 3190227"/>
              <a:gd name="connsiteX1267" fmla="*/ 670382 w 2812178"/>
              <a:gd name="connsiteY1267" fmla="*/ 361339 h 3190227"/>
              <a:gd name="connsiteX1268" fmla="*/ 650094 w 2812178"/>
              <a:gd name="connsiteY1268" fmla="*/ 388961 h 3190227"/>
              <a:gd name="connsiteX1269" fmla="*/ 642378 w 2812178"/>
              <a:gd name="connsiteY1269" fmla="*/ 407630 h 3190227"/>
              <a:gd name="connsiteX1270" fmla="*/ 646665 w 2812178"/>
              <a:gd name="connsiteY1270" fmla="*/ 417060 h 3190227"/>
              <a:gd name="connsiteX1271" fmla="*/ 656571 w 2812178"/>
              <a:gd name="connsiteY1271" fmla="*/ 413059 h 3190227"/>
              <a:gd name="connsiteX1272" fmla="*/ 660285 w 2812178"/>
              <a:gd name="connsiteY1272" fmla="*/ 407440 h 3190227"/>
              <a:gd name="connsiteX1273" fmla="*/ 685717 w 2812178"/>
              <a:gd name="connsiteY1273" fmla="*/ 388866 h 3190227"/>
              <a:gd name="connsiteX1274" fmla="*/ 701243 w 2812178"/>
              <a:gd name="connsiteY1274" fmla="*/ 376769 h 3190227"/>
              <a:gd name="connsiteX1275" fmla="*/ 718864 w 2812178"/>
              <a:gd name="connsiteY1275" fmla="*/ 382008 h 3190227"/>
              <a:gd name="connsiteX1276" fmla="*/ 721722 w 2812178"/>
              <a:gd name="connsiteY1276" fmla="*/ 395343 h 3190227"/>
              <a:gd name="connsiteX1277" fmla="*/ 748963 w 2812178"/>
              <a:gd name="connsiteY1277" fmla="*/ 413250 h 3190227"/>
              <a:gd name="connsiteX1278" fmla="*/ 775824 w 2812178"/>
              <a:gd name="connsiteY1278" fmla="*/ 411440 h 3190227"/>
              <a:gd name="connsiteX1279" fmla="*/ 793826 w 2812178"/>
              <a:gd name="connsiteY1279" fmla="*/ 400201 h 3190227"/>
              <a:gd name="connsiteX1280" fmla="*/ 799446 w 2812178"/>
              <a:gd name="connsiteY1280" fmla="*/ 387818 h 3190227"/>
              <a:gd name="connsiteX1281" fmla="*/ 817638 w 2812178"/>
              <a:gd name="connsiteY1281" fmla="*/ 376674 h 3190227"/>
              <a:gd name="connsiteX1282" fmla="*/ 829068 w 2812178"/>
              <a:gd name="connsiteY1282" fmla="*/ 386485 h 3190227"/>
              <a:gd name="connsiteX1283" fmla="*/ 818305 w 2812178"/>
              <a:gd name="connsiteY1283" fmla="*/ 402487 h 3190227"/>
              <a:gd name="connsiteX1284" fmla="*/ 739819 w 2812178"/>
              <a:gd name="connsiteY1284" fmla="*/ 468400 h 3190227"/>
              <a:gd name="connsiteX1285" fmla="*/ 571893 w 2812178"/>
              <a:gd name="connsiteY1285" fmla="*/ 688713 h 3190227"/>
              <a:gd name="connsiteX1286" fmla="*/ 551700 w 2812178"/>
              <a:gd name="connsiteY1286" fmla="*/ 871498 h 3190227"/>
              <a:gd name="connsiteX1287" fmla="*/ 555510 w 2812178"/>
              <a:gd name="connsiteY1287" fmla="*/ 900835 h 3190227"/>
              <a:gd name="connsiteX1288" fmla="*/ 570465 w 2812178"/>
              <a:gd name="connsiteY1288" fmla="*/ 968843 h 3190227"/>
              <a:gd name="connsiteX1289" fmla="*/ 574465 w 2812178"/>
              <a:gd name="connsiteY1289" fmla="*/ 1047901 h 3190227"/>
              <a:gd name="connsiteX1290" fmla="*/ 578466 w 2812178"/>
              <a:gd name="connsiteY1290" fmla="*/ 1188585 h 3190227"/>
              <a:gd name="connsiteX1291" fmla="*/ 580847 w 2812178"/>
              <a:gd name="connsiteY1291" fmla="*/ 1247735 h 3190227"/>
              <a:gd name="connsiteX1292" fmla="*/ 593229 w 2812178"/>
              <a:gd name="connsiteY1292" fmla="*/ 1264023 h 3190227"/>
              <a:gd name="connsiteX1293" fmla="*/ 595611 w 2812178"/>
              <a:gd name="connsiteY1293" fmla="*/ 1271738 h 3190227"/>
              <a:gd name="connsiteX1294" fmla="*/ 588943 w 2812178"/>
              <a:gd name="connsiteY1294" fmla="*/ 1283168 h 3190227"/>
              <a:gd name="connsiteX1295" fmla="*/ 579704 w 2812178"/>
              <a:gd name="connsiteY1295" fmla="*/ 1351462 h 3190227"/>
              <a:gd name="connsiteX1296" fmla="*/ 583514 w 2812178"/>
              <a:gd name="connsiteY1296" fmla="*/ 1406993 h 3190227"/>
              <a:gd name="connsiteX1297" fmla="*/ 582085 w 2812178"/>
              <a:gd name="connsiteY1297" fmla="*/ 1431187 h 3190227"/>
              <a:gd name="connsiteX1298" fmla="*/ 574179 w 2812178"/>
              <a:gd name="connsiteY1298" fmla="*/ 1550154 h 3190227"/>
              <a:gd name="connsiteX1299" fmla="*/ 587324 w 2812178"/>
              <a:gd name="connsiteY1299" fmla="*/ 1619687 h 3190227"/>
              <a:gd name="connsiteX1300" fmla="*/ 646284 w 2812178"/>
              <a:gd name="connsiteY1300" fmla="*/ 1734939 h 3190227"/>
              <a:gd name="connsiteX1301" fmla="*/ 663810 w 2812178"/>
              <a:gd name="connsiteY1301" fmla="*/ 1735606 h 3190227"/>
              <a:gd name="connsiteX1302" fmla="*/ 669620 w 2812178"/>
              <a:gd name="connsiteY1302" fmla="*/ 1713698 h 3190227"/>
              <a:gd name="connsiteX1303" fmla="*/ 667143 w 2812178"/>
              <a:gd name="connsiteY1303" fmla="*/ 1668931 h 3190227"/>
              <a:gd name="connsiteX1304" fmla="*/ 668382 w 2812178"/>
              <a:gd name="connsiteY1304" fmla="*/ 1651500 h 3190227"/>
              <a:gd name="connsiteX1305" fmla="*/ 680383 w 2812178"/>
              <a:gd name="connsiteY1305" fmla="*/ 1629402 h 3190227"/>
              <a:gd name="connsiteX1306" fmla="*/ 700100 w 2812178"/>
              <a:gd name="connsiteY1306" fmla="*/ 1634260 h 3190227"/>
              <a:gd name="connsiteX1307" fmla="*/ 709434 w 2812178"/>
              <a:gd name="connsiteY1307" fmla="*/ 1644166 h 3190227"/>
              <a:gd name="connsiteX1308" fmla="*/ 717626 w 2812178"/>
              <a:gd name="connsiteY1308" fmla="*/ 1646357 h 3190227"/>
              <a:gd name="connsiteX1309" fmla="*/ 720293 w 2812178"/>
              <a:gd name="connsiteY1309" fmla="*/ 1636546 h 3190227"/>
              <a:gd name="connsiteX1310" fmla="*/ 730961 w 2812178"/>
              <a:gd name="connsiteY1310" fmla="*/ 1589587 h 3190227"/>
              <a:gd name="connsiteX1311" fmla="*/ 785539 w 2812178"/>
              <a:gd name="connsiteY1311" fmla="*/ 1571490 h 3190227"/>
              <a:gd name="connsiteX1312" fmla="*/ 796683 w 2812178"/>
              <a:gd name="connsiteY1312" fmla="*/ 1583777 h 3190227"/>
              <a:gd name="connsiteX1313" fmla="*/ 800398 w 2812178"/>
              <a:gd name="connsiteY1313" fmla="*/ 1593683 h 3190227"/>
              <a:gd name="connsiteX1314" fmla="*/ 808304 w 2812178"/>
              <a:gd name="connsiteY1314" fmla="*/ 1585682 h 3190227"/>
              <a:gd name="connsiteX1315" fmla="*/ 814019 w 2812178"/>
              <a:gd name="connsiteY1315" fmla="*/ 1582063 h 3190227"/>
              <a:gd name="connsiteX1316" fmla="*/ 829354 w 2812178"/>
              <a:gd name="connsiteY1316" fmla="*/ 1561394 h 3190227"/>
              <a:gd name="connsiteX1317" fmla="*/ 805637 w 2812178"/>
              <a:gd name="connsiteY1317" fmla="*/ 1552154 h 3190227"/>
              <a:gd name="connsiteX1318" fmla="*/ 789349 w 2812178"/>
              <a:gd name="connsiteY1318" fmla="*/ 1530437 h 3190227"/>
              <a:gd name="connsiteX1319" fmla="*/ 842118 w 2812178"/>
              <a:gd name="connsiteY1319" fmla="*/ 1483384 h 3190227"/>
              <a:gd name="connsiteX1320" fmla="*/ 848118 w 2812178"/>
              <a:gd name="connsiteY1320" fmla="*/ 1478145 h 3190227"/>
              <a:gd name="connsiteX1321" fmla="*/ 842213 w 2812178"/>
              <a:gd name="connsiteY1321" fmla="*/ 1473383 h 3190227"/>
              <a:gd name="connsiteX1322" fmla="*/ 780396 w 2812178"/>
              <a:gd name="connsiteY1322" fmla="*/ 1473954 h 3190227"/>
              <a:gd name="connsiteX1323" fmla="*/ 766489 w 2812178"/>
              <a:gd name="connsiteY1323" fmla="*/ 1470144 h 3190227"/>
              <a:gd name="connsiteX1324" fmla="*/ 771252 w 2812178"/>
              <a:gd name="connsiteY1324" fmla="*/ 1458714 h 3190227"/>
              <a:gd name="connsiteX1325" fmla="*/ 782586 w 2812178"/>
              <a:gd name="connsiteY1325" fmla="*/ 1435473 h 3190227"/>
              <a:gd name="connsiteX1326" fmla="*/ 818400 w 2812178"/>
              <a:gd name="connsiteY1326" fmla="*/ 1419090 h 3190227"/>
              <a:gd name="connsiteX1327" fmla="*/ 912793 w 2812178"/>
              <a:gd name="connsiteY1327" fmla="*/ 1377847 h 3190227"/>
              <a:gd name="connsiteX1328" fmla="*/ 917746 w 2812178"/>
              <a:gd name="connsiteY1328" fmla="*/ 1369750 h 3190227"/>
              <a:gd name="connsiteX1329" fmla="*/ 878313 w 2812178"/>
              <a:gd name="connsiteY1329" fmla="*/ 1384705 h 3190227"/>
              <a:gd name="connsiteX1330" fmla="*/ 852119 w 2812178"/>
              <a:gd name="connsiteY1330" fmla="*/ 1390896 h 3190227"/>
              <a:gd name="connsiteX1331" fmla="*/ 795540 w 2812178"/>
              <a:gd name="connsiteY1331" fmla="*/ 1396706 h 3190227"/>
              <a:gd name="connsiteX1332" fmla="*/ 769728 w 2812178"/>
              <a:gd name="connsiteY1332" fmla="*/ 1394135 h 3190227"/>
              <a:gd name="connsiteX1333" fmla="*/ 749820 w 2812178"/>
              <a:gd name="connsiteY1333" fmla="*/ 1407660 h 3190227"/>
              <a:gd name="connsiteX1334" fmla="*/ 738200 w 2812178"/>
              <a:gd name="connsiteY1334" fmla="*/ 1438045 h 3190227"/>
              <a:gd name="connsiteX1335" fmla="*/ 670001 w 2812178"/>
              <a:gd name="connsiteY1335" fmla="*/ 1475764 h 3190227"/>
              <a:gd name="connsiteX1336" fmla="*/ 609136 w 2812178"/>
              <a:gd name="connsiteY1336" fmla="*/ 1496528 h 3190227"/>
              <a:gd name="connsiteX1337" fmla="*/ 627519 w 2812178"/>
              <a:gd name="connsiteY1337" fmla="*/ 1449379 h 3190227"/>
              <a:gd name="connsiteX1338" fmla="*/ 634568 w 2812178"/>
              <a:gd name="connsiteY1338" fmla="*/ 1444141 h 3190227"/>
              <a:gd name="connsiteX1339" fmla="*/ 662952 w 2812178"/>
              <a:gd name="connsiteY1339" fmla="*/ 1427853 h 3190227"/>
              <a:gd name="connsiteX1340" fmla="*/ 684574 w 2812178"/>
              <a:gd name="connsiteY1340" fmla="*/ 1406422 h 3190227"/>
              <a:gd name="connsiteX1341" fmla="*/ 688670 w 2812178"/>
              <a:gd name="connsiteY1341" fmla="*/ 1374608 h 3190227"/>
              <a:gd name="connsiteX1342" fmla="*/ 677621 w 2812178"/>
              <a:gd name="connsiteY1342" fmla="*/ 1393182 h 3190227"/>
              <a:gd name="connsiteX1343" fmla="*/ 655523 w 2812178"/>
              <a:gd name="connsiteY1343" fmla="*/ 1412137 h 3190227"/>
              <a:gd name="connsiteX1344" fmla="*/ 619804 w 2812178"/>
              <a:gd name="connsiteY1344" fmla="*/ 1424710 h 3190227"/>
              <a:gd name="connsiteX1345" fmla="*/ 610374 w 2812178"/>
              <a:gd name="connsiteY1345" fmla="*/ 1427282 h 3190227"/>
              <a:gd name="connsiteX1346" fmla="*/ 609708 w 2812178"/>
              <a:gd name="connsiteY1346" fmla="*/ 1416518 h 3190227"/>
              <a:gd name="connsiteX1347" fmla="*/ 636473 w 2812178"/>
              <a:gd name="connsiteY1347" fmla="*/ 1390420 h 3190227"/>
              <a:gd name="connsiteX1348" fmla="*/ 646569 w 2812178"/>
              <a:gd name="connsiteY1348" fmla="*/ 1378037 h 3190227"/>
              <a:gd name="connsiteX1349" fmla="*/ 629043 w 2812178"/>
              <a:gd name="connsiteY1349" fmla="*/ 1363083 h 3190227"/>
              <a:gd name="connsiteX1350" fmla="*/ 620185 w 2812178"/>
              <a:gd name="connsiteY1350" fmla="*/ 1370703 h 3190227"/>
              <a:gd name="connsiteX1351" fmla="*/ 603707 w 2812178"/>
              <a:gd name="connsiteY1351" fmla="*/ 1380514 h 3190227"/>
              <a:gd name="connsiteX1352" fmla="*/ 613041 w 2812178"/>
              <a:gd name="connsiteY1352" fmla="*/ 1346414 h 3190227"/>
              <a:gd name="connsiteX1353" fmla="*/ 608565 w 2812178"/>
              <a:gd name="connsiteY1353" fmla="*/ 1327460 h 3190227"/>
              <a:gd name="connsiteX1354" fmla="*/ 609327 w 2812178"/>
              <a:gd name="connsiteY1354" fmla="*/ 1306409 h 3190227"/>
              <a:gd name="connsiteX1355" fmla="*/ 624567 w 2812178"/>
              <a:gd name="connsiteY1355" fmla="*/ 1302313 h 3190227"/>
              <a:gd name="connsiteX1356" fmla="*/ 630472 w 2812178"/>
              <a:gd name="connsiteY1356" fmla="*/ 1296408 h 3190227"/>
              <a:gd name="connsiteX1357" fmla="*/ 616470 w 2812178"/>
              <a:gd name="connsiteY1357" fmla="*/ 1262023 h 3190227"/>
              <a:gd name="connsiteX1358" fmla="*/ 606850 w 2812178"/>
              <a:gd name="connsiteY1358" fmla="*/ 1244687 h 3190227"/>
              <a:gd name="connsiteX1359" fmla="*/ 605612 w 2812178"/>
              <a:gd name="connsiteY1359" fmla="*/ 1210397 h 3190227"/>
              <a:gd name="connsiteX1360" fmla="*/ 615327 w 2812178"/>
              <a:gd name="connsiteY1360" fmla="*/ 1191728 h 3190227"/>
              <a:gd name="connsiteX1361" fmla="*/ 629043 w 2812178"/>
              <a:gd name="connsiteY1361" fmla="*/ 1173916 h 3190227"/>
              <a:gd name="connsiteX1362" fmla="*/ 632853 w 2812178"/>
              <a:gd name="connsiteY1362" fmla="*/ 1149152 h 3190227"/>
              <a:gd name="connsiteX1363" fmla="*/ 621423 w 2812178"/>
              <a:gd name="connsiteY1363" fmla="*/ 1160105 h 3190227"/>
              <a:gd name="connsiteX1364" fmla="*/ 606945 w 2812178"/>
              <a:gd name="connsiteY1364" fmla="*/ 1181822 h 3190227"/>
              <a:gd name="connsiteX1365" fmla="*/ 591515 w 2812178"/>
              <a:gd name="connsiteY1365" fmla="*/ 1163439 h 3190227"/>
              <a:gd name="connsiteX1366" fmla="*/ 589134 w 2812178"/>
              <a:gd name="connsiteY1366" fmla="*/ 1157153 h 3190227"/>
              <a:gd name="connsiteX1367" fmla="*/ 583800 w 2812178"/>
              <a:gd name="connsiteY1367" fmla="*/ 1168583 h 3190227"/>
              <a:gd name="connsiteX1368" fmla="*/ 581799 w 2812178"/>
              <a:gd name="connsiteY1368" fmla="*/ 1165344 h 3190227"/>
              <a:gd name="connsiteX1369" fmla="*/ 586943 w 2812178"/>
              <a:gd name="connsiteY1369" fmla="*/ 1107527 h 3190227"/>
              <a:gd name="connsiteX1370" fmla="*/ 587991 w 2812178"/>
              <a:gd name="connsiteY1370" fmla="*/ 1096764 h 3190227"/>
              <a:gd name="connsiteX1371" fmla="*/ 597516 w 2812178"/>
              <a:gd name="connsiteY1371" fmla="*/ 1029041 h 3190227"/>
              <a:gd name="connsiteX1372" fmla="*/ 593420 w 2812178"/>
              <a:gd name="connsiteY1372" fmla="*/ 1081714 h 3190227"/>
              <a:gd name="connsiteX1373" fmla="*/ 611422 w 2812178"/>
              <a:gd name="connsiteY1373" fmla="*/ 1055902 h 3190227"/>
              <a:gd name="connsiteX1374" fmla="*/ 617804 w 2812178"/>
              <a:gd name="connsiteY1374" fmla="*/ 1036376 h 3190227"/>
              <a:gd name="connsiteX1375" fmla="*/ 628091 w 2812178"/>
              <a:gd name="connsiteY1375" fmla="*/ 1021612 h 3190227"/>
              <a:gd name="connsiteX1376" fmla="*/ 647046 w 2812178"/>
              <a:gd name="connsiteY1376" fmla="*/ 1016373 h 3190227"/>
              <a:gd name="connsiteX1377" fmla="*/ 656856 w 2812178"/>
              <a:gd name="connsiteY1377" fmla="*/ 989322 h 3190227"/>
              <a:gd name="connsiteX1378" fmla="*/ 658571 w 2812178"/>
              <a:gd name="connsiteY1378" fmla="*/ 985417 h 3190227"/>
              <a:gd name="connsiteX1379" fmla="*/ 679907 w 2812178"/>
              <a:gd name="connsiteY1379" fmla="*/ 960366 h 3190227"/>
              <a:gd name="connsiteX1380" fmla="*/ 702576 w 2812178"/>
              <a:gd name="connsiteY1380" fmla="*/ 952651 h 3190227"/>
              <a:gd name="connsiteX1381" fmla="*/ 711530 w 2812178"/>
              <a:gd name="connsiteY1381" fmla="*/ 948460 h 3190227"/>
              <a:gd name="connsiteX1382" fmla="*/ 726579 w 2812178"/>
              <a:gd name="connsiteY1382" fmla="*/ 929219 h 3190227"/>
              <a:gd name="connsiteX1383" fmla="*/ 740676 w 2812178"/>
              <a:gd name="connsiteY1383" fmla="*/ 928838 h 3190227"/>
              <a:gd name="connsiteX1384" fmla="*/ 753726 w 2812178"/>
              <a:gd name="connsiteY1384" fmla="*/ 928172 h 3190227"/>
              <a:gd name="connsiteX1385" fmla="*/ 755821 w 2812178"/>
              <a:gd name="connsiteY1385" fmla="*/ 956175 h 3190227"/>
              <a:gd name="connsiteX1386" fmla="*/ 799541 w 2812178"/>
              <a:gd name="connsiteY1386" fmla="*/ 925219 h 3190227"/>
              <a:gd name="connsiteX1387" fmla="*/ 815352 w 2812178"/>
              <a:gd name="connsiteY1387" fmla="*/ 922933 h 3190227"/>
              <a:gd name="connsiteX1388" fmla="*/ 866597 w 2812178"/>
              <a:gd name="connsiteY1388" fmla="*/ 908931 h 3190227"/>
              <a:gd name="connsiteX1389" fmla="*/ 882789 w 2812178"/>
              <a:gd name="connsiteY1389" fmla="*/ 905502 h 3190227"/>
              <a:gd name="connsiteX1390" fmla="*/ 890124 w 2812178"/>
              <a:gd name="connsiteY1390" fmla="*/ 898930 h 3190227"/>
              <a:gd name="connsiteX1391" fmla="*/ 889171 w 2812178"/>
              <a:gd name="connsiteY1391" fmla="*/ 885118 h 3190227"/>
              <a:gd name="connsiteX1392" fmla="*/ 889933 w 2812178"/>
              <a:gd name="connsiteY1392" fmla="*/ 852734 h 3190227"/>
              <a:gd name="connsiteX1393" fmla="*/ 921461 w 2812178"/>
              <a:gd name="connsiteY1393" fmla="*/ 845209 h 3190227"/>
              <a:gd name="connsiteX1394" fmla="*/ 974325 w 2812178"/>
              <a:gd name="connsiteY1394" fmla="*/ 866068 h 3190227"/>
              <a:gd name="connsiteX1395" fmla="*/ 1001185 w 2812178"/>
              <a:gd name="connsiteY1395" fmla="*/ 857496 h 3190227"/>
              <a:gd name="connsiteX1396" fmla="*/ 1003566 w 2812178"/>
              <a:gd name="connsiteY1396" fmla="*/ 837208 h 3190227"/>
              <a:gd name="connsiteX1397" fmla="*/ 1020616 w 2812178"/>
              <a:gd name="connsiteY1397" fmla="*/ 842447 h 3190227"/>
              <a:gd name="connsiteX1398" fmla="*/ 1022712 w 2812178"/>
              <a:gd name="connsiteY1398" fmla="*/ 821682 h 3190227"/>
              <a:gd name="connsiteX1399" fmla="*/ 983278 w 2812178"/>
              <a:gd name="connsiteY1399" fmla="*/ 805870 h 3190227"/>
              <a:gd name="connsiteX1400" fmla="*/ 960799 w 2812178"/>
              <a:gd name="connsiteY1400" fmla="*/ 795679 h 3190227"/>
              <a:gd name="connsiteX1401" fmla="*/ 947750 w 2812178"/>
              <a:gd name="connsiteY1401" fmla="*/ 787678 h 3190227"/>
              <a:gd name="connsiteX1402" fmla="*/ 916984 w 2812178"/>
              <a:gd name="connsiteY1402" fmla="*/ 773486 h 3190227"/>
              <a:gd name="connsiteX1403" fmla="*/ 929557 w 2812178"/>
              <a:gd name="connsiteY1403" fmla="*/ 747673 h 3190227"/>
              <a:gd name="connsiteX1404" fmla="*/ 949750 w 2812178"/>
              <a:gd name="connsiteY1404" fmla="*/ 753197 h 3190227"/>
              <a:gd name="connsiteX1405" fmla="*/ 959466 w 2812178"/>
              <a:gd name="connsiteY1405" fmla="*/ 758626 h 3190227"/>
              <a:gd name="connsiteX1406" fmla="*/ 976230 w 2812178"/>
              <a:gd name="connsiteY1406" fmla="*/ 723955 h 3190227"/>
              <a:gd name="connsiteX1407" fmla="*/ 970229 w 2812178"/>
              <a:gd name="connsiteY1407" fmla="*/ 690999 h 3190227"/>
              <a:gd name="connsiteX1408" fmla="*/ 966419 w 2812178"/>
              <a:gd name="connsiteY1408" fmla="*/ 673854 h 3190227"/>
              <a:gd name="connsiteX1409" fmla="*/ 981373 w 2812178"/>
              <a:gd name="connsiteY1409" fmla="*/ 673759 h 3190227"/>
              <a:gd name="connsiteX1410" fmla="*/ 990708 w 2812178"/>
              <a:gd name="connsiteY1410" fmla="*/ 674330 h 3190227"/>
              <a:gd name="connsiteX1411" fmla="*/ 1017568 w 2812178"/>
              <a:gd name="connsiteY1411" fmla="*/ 626038 h 3190227"/>
              <a:gd name="connsiteX1412" fmla="*/ 1025950 w 2812178"/>
              <a:gd name="connsiteY1412" fmla="*/ 591368 h 3190227"/>
              <a:gd name="connsiteX1413" fmla="*/ 1034999 w 2812178"/>
              <a:gd name="connsiteY1413" fmla="*/ 625562 h 3190227"/>
              <a:gd name="connsiteX1414" fmla="*/ 1035951 w 2812178"/>
              <a:gd name="connsiteY1414" fmla="*/ 643660 h 3190227"/>
              <a:gd name="connsiteX1415" fmla="*/ 1054430 w 2812178"/>
              <a:gd name="connsiteY1415" fmla="*/ 652804 h 3190227"/>
              <a:gd name="connsiteX1416" fmla="*/ 1086053 w 2812178"/>
              <a:gd name="connsiteY1416" fmla="*/ 644612 h 3190227"/>
              <a:gd name="connsiteX1417" fmla="*/ 1121486 w 2812178"/>
              <a:gd name="connsiteY1417" fmla="*/ 609655 h 3190227"/>
              <a:gd name="connsiteX1418" fmla="*/ 1134726 w 2812178"/>
              <a:gd name="connsiteY1418" fmla="*/ 567174 h 3190227"/>
              <a:gd name="connsiteX1419" fmla="*/ 1137202 w 2812178"/>
              <a:gd name="connsiteY1419" fmla="*/ 556982 h 3190227"/>
              <a:gd name="connsiteX1420" fmla="*/ 1126725 w 2812178"/>
              <a:gd name="connsiteY1420" fmla="*/ 555839 h 3190227"/>
              <a:gd name="connsiteX1421" fmla="*/ 991946 w 2812178"/>
              <a:gd name="connsiteY1421" fmla="*/ 568031 h 3190227"/>
              <a:gd name="connsiteX1422" fmla="*/ 969276 w 2812178"/>
              <a:gd name="connsiteY1422" fmla="*/ 570222 h 3190227"/>
              <a:gd name="connsiteX1423" fmla="*/ 957846 w 2812178"/>
              <a:gd name="connsiteY1423" fmla="*/ 566888 h 3190227"/>
              <a:gd name="connsiteX1424" fmla="*/ 968038 w 2812178"/>
              <a:gd name="connsiteY1424" fmla="*/ 554506 h 3190227"/>
              <a:gd name="connsiteX1425" fmla="*/ 1034237 w 2812178"/>
              <a:gd name="connsiteY1425" fmla="*/ 553077 h 3190227"/>
              <a:gd name="connsiteX1426" fmla="*/ 1046905 w 2812178"/>
              <a:gd name="connsiteY1426" fmla="*/ 550696 h 3190227"/>
              <a:gd name="connsiteX1427" fmla="*/ 1057002 w 2812178"/>
              <a:gd name="connsiteY1427" fmla="*/ 547076 h 3190227"/>
              <a:gd name="connsiteX1428" fmla="*/ 1143298 w 2812178"/>
              <a:gd name="connsiteY1428" fmla="*/ 531360 h 3190227"/>
              <a:gd name="connsiteX1429" fmla="*/ 1195876 w 2812178"/>
              <a:gd name="connsiteY1429" fmla="*/ 525550 h 3190227"/>
              <a:gd name="connsiteX1430" fmla="*/ 1205687 w 2812178"/>
              <a:gd name="connsiteY1430" fmla="*/ 513739 h 3190227"/>
              <a:gd name="connsiteX1431" fmla="*/ 1222356 w 2812178"/>
              <a:gd name="connsiteY1431" fmla="*/ 493831 h 3190227"/>
              <a:gd name="connsiteX1432" fmla="*/ 1246930 w 2812178"/>
              <a:gd name="connsiteY1432" fmla="*/ 486021 h 3190227"/>
              <a:gd name="connsiteX1433" fmla="*/ 1267314 w 2812178"/>
              <a:gd name="connsiteY1433" fmla="*/ 489450 h 3190227"/>
              <a:gd name="connsiteX1434" fmla="*/ 1334179 w 2812178"/>
              <a:gd name="connsiteY1434" fmla="*/ 456303 h 3190227"/>
              <a:gd name="connsiteX1435" fmla="*/ 1342180 w 2812178"/>
              <a:gd name="connsiteY1435" fmla="*/ 435824 h 3190227"/>
              <a:gd name="connsiteX1436" fmla="*/ 1354372 w 2812178"/>
              <a:gd name="connsiteY1436" fmla="*/ 424775 h 3190227"/>
              <a:gd name="connsiteX1437" fmla="*/ 1362087 w 2812178"/>
              <a:gd name="connsiteY1437" fmla="*/ 437158 h 3190227"/>
              <a:gd name="connsiteX1438" fmla="*/ 1378470 w 2812178"/>
              <a:gd name="connsiteY1438" fmla="*/ 455446 h 3190227"/>
              <a:gd name="connsiteX1439" fmla="*/ 1388567 w 2812178"/>
              <a:gd name="connsiteY1439" fmla="*/ 466685 h 3190227"/>
              <a:gd name="connsiteX1440" fmla="*/ 1388603 w 2812178"/>
              <a:gd name="connsiteY1440" fmla="*/ 474389 h 3190227"/>
              <a:gd name="connsiteX1441" fmla="*/ 1395130 w 2812178"/>
              <a:gd name="connsiteY1441" fmla="*/ 476673 h 3190227"/>
              <a:gd name="connsiteX1442" fmla="*/ 1395044 w 2812178"/>
              <a:gd name="connsiteY1442" fmla="*/ 477544 h 3190227"/>
              <a:gd name="connsiteX1443" fmla="*/ 1395265 w 2812178"/>
              <a:gd name="connsiteY1443" fmla="*/ 477397 h 3190227"/>
              <a:gd name="connsiteX1444" fmla="*/ 1384769 w 2812178"/>
              <a:gd name="connsiteY1444" fmla="*/ 489617 h 3190227"/>
              <a:gd name="connsiteX1445" fmla="*/ 1367040 w 2812178"/>
              <a:gd name="connsiteY1445" fmla="*/ 491926 h 3190227"/>
              <a:gd name="connsiteX1446" fmla="*/ 1302080 w 2812178"/>
              <a:gd name="connsiteY1446" fmla="*/ 486211 h 3190227"/>
              <a:gd name="connsiteX1447" fmla="*/ 1271886 w 2812178"/>
              <a:gd name="connsiteY1447" fmla="*/ 494784 h 3190227"/>
              <a:gd name="connsiteX1448" fmla="*/ 1267504 w 2812178"/>
              <a:gd name="connsiteY1448" fmla="*/ 503356 h 3190227"/>
              <a:gd name="connsiteX1449" fmla="*/ 1274934 w 2812178"/>
              <a:gd name="connsiteY1449" fmla="*/ 511357 h 3190227"/>
              <a:gd name="connsiteX1450" fmla="*/ 1292174 w 2812178"/>
              <a:gd name="connsiteY1450" fmla="*/ 507547 h 3190227"/>
              <a:gd name="connsiteX1451" fmla="*/ 1307604 w 2812178"/>
              <a:gd name="connsiteY1451" fmla="*/ 500499 h 3190227"/>
              <a:gd name="connsiteX1452" fmla="*/ 1392758 w 2812178"/>
              <a:gd name="connsiteY1452" fmla="*/ 506119 h 3190227"/>
              <a:gd name="connsiteX1453" fmla="*/ 1406664 w 2812178"/>
              <a:gd name="connsiteY1453" fmla="*/ 496975 h 3190227"/>
              <a:gd name="connsiteX1454" fmla="*/ 1406569 w 2812178"/>
              <a:gd name="connsiteY1454" fmla="*/ 474972 h 3190227"/>
              <a:gd name="connsiteX1455" fmla="*/ 1400985 w 2812178"/>
              <a:gd name="connsiteY1455" fmla="*/ 473579 h 3190227"/>
              <a:gd name="connsiteX1456" fmla="*/ 1395265 w 2812178"/>
              <a:gd name="connsiteY1456" fmla="*/ 477397 h 3190227"/>
              <a:gd name="connsiteX1457" fmla="*/ 1395711 w 2812178"/>
              <a:gd name="connsiteY1457" fmla="*/ 476877 h 3190227"/>
              <a:gd name="connsiteX1458" fmla="*/ 1395130 w 2812178"/>
              <a:gd name="connsiteY1458" fmla="*/ 476673 h 3190227"/>
              <a:gd name="connsiteX1459" fmla="*/ 1396377 w 2812178"/>
              <a:gd name="connsiteY1459" fmla="*/ 463923 h 3190227"/>
              <a:gd name="connsiteX1460" fmla="*/ 1433620 w 2812178"/>
              <a:gd name="connsiteY1460" fmla="*/ 428395 h 3190227"/>
              <a:gd name="connsiteX1461" fmla="*/ 1498200 w 2812178"/>
              <a:gd name="connsiteY1461" fmla="*/ 427442 h 3190227"/>
              <a:gd name="connsiteX1462" fmla="*/ 1532394 w 2812178"/>
              <a:gd name="connsiteY1462" fmla="*/ 430585 h 3190227"/>
              <a:gd name="connsiteX1463" fmla="*/ 1538586 w 2812178"/>
              <a:gd name="connsiteY1463" fmla="*/ 396391 h 3190227"/>
              <a:gd name="connsiteX1464" fmla="*/ 1539919 w 2812178"/>
              <a:gd name="connsiteY1464" fmla="*/ 392009 h 3190227"/>
              <a:gd name="connsiteX1465" fmla="*/ 1545063 w 2812178"/>
              <a:gd name="connsiteY1465" fmla="*/ 375150 h 3190227"/>
              <a:gd name="connsiteX1466" fmla="*/ 1557064 w 2812178"/>
              <a:gd name="connsiteY1466" fmla="*/ 389342 h 3190227"/>
              <a:gd name="connsiteX1467" fmla="*/ 1562970 w 2812178"/>
              <a:gd name="connsiteY1467" fmla="*/ 394200 h 3190227"/>
              <a:gd name="connsiteX1468" fmla="*/ 1571352 w 2812178"/>
              <a:gd name="connsiteY1468" fmla="*/ 387723 h 3190227"/>
              <a:gd name="connsiteX1469" fmla="*/ 1585830 w 2812178"/>
              <a:gd name="connsiteY1469" fmla="*/ 382389 h 3190227"/>
              <a:gd name="connsiteX1470" fmla="*/ 1634979 w 2812178"/>
              <a:gd name="connsiteY1470" fmla="*/ 428490 h 3190227"/>
              <a:gd name="connsiteX1471" fmla="*/ 1668697 w 2812178"/>
              <a:gd name="connsiteY1471" fmla="*/ 458684 h 3190227"/>
              <a:gd name="connsiteX1472" fmla="*/ 1698320 w 2812178"/>
              <a:gd name="connsiteY1472" fmla="*/ 457636 h 3190227"/>
              <a:gd name="connsiteX1473" fmla="*/ 1712036 w 2812178"/>
              <a:gd name="connsiteY1473" fmla="*/ 461065 h 3190227"/>
              <a:gd name="connsiteX1474" fmla="*/ 1727752 w 2812178"/>
              <a:gd name="connsiteY1474" fmla="*/ 476782 h 3190227"/>
              <a:gd name="connsiteX1475" fmla="*/ 1749850 w 2812178"/>
              <a:gd name="connsiteY1475" fmla="*/ 470971 h 3190227"/>
              <a:gd name="connsiteX1476" fmla="*/ 1763947 w 2812178"/>
              <a:gd name="connsiteY1476" fmla="*/ 464875 h 3190227"/>
              <a:gd name="connsiteX1477" fmla="*/ 1798999 w 2812178"/>
              <a:gd name="connsiteY1477" fmla="*/ 480401 h 3190227"/>
              <a:gd name="connsiteX1478" fmla="*/ 1814049 w 2812178"/>
              <a:gd name="connsiteY1478" fmla="*/ 482782 h 3190227"/>
              <a:gd name="connsiteX1479" fmla="*/ 1815477 w 2812178"/>
              <a:gd name="connsiteY1479" fmla="*/ 460303 h 3190227"/>
              <a:gd name="connsiteX1480" fmla="*/ 1804238 w 2812178"/>
              <a:gd name="connsiteY1480" fmla="*/ 449159 h 3190227"/>
              <a:gd name="connsiteX1481" fmla="*/ 1736706 w 2812178"/>
              <a:gd name="connsiteY1481" fmla="*/ 400391 h 3190227"/>
              <a:gd name="connsiteX1482" fmla="*/ 1600689 w 2812178"/>
              <a:gd name="connsiteY1482" fmla="*/ 342955 h 3190227"/>
              <a:gd name="connsiteX1483" fmla="*/ 1495247 w 2812178"/>
              <a:gd name="connsiteY1483" fmla="*/ 305808 h 3190227"/>
              <a:gd name="connsiteX1484" fmla="*/ 1473054 w 2812178"/>
              <a:gd name="connsiteY1484" fmla="*/ 301045 h 3190227"/>
              <a:gd name="connsiteX1485" fmla="*/ 1425143 w 2812178"/>
              <a:gd name="connsiteY1485" fmla="*/ 287425 h 3190227"/>
              <a:gd name="connsiteX1486" fmla="*/ 1398854 w 2812178"/>
              <a:gd name="connsiteY1486" fmla="*/ 281329 h 3190227"/>
              <a:gd name="connsiteX1487" fmla="*/ 1256169 w 2812178"/>
              <a:gd name="connsiteY1487" fmla="*/ 275233 h 3190227"/>
              <a:gd name="connsiteX1488" fmla="*/ 1240263 w 2812178"/>
              <a:gd name="connsiteY1488" fmla="*/ 269137 h 3190227"/>
              <a:gd name="connsiteX1489" fmla="*/ 1223499 w 2812178"/>
              <a:gd name="connsiteY1489" fmla="*/ 266755 h 3190227"/>
              <a:gd name="connsiteX1490" fmla="*/ 1211783 w 2812178"/>
              <a:gd name="connsiteY1490" fmla="*/ 265327 h 3190227"/>
              <a:gd name="connsiteX1491" fmla="*/ 1211116 w 2812178"/>
              <a:gd name="connsiteY1491" fmla="*/ 253801 h 3190227"/>
              <a:gd name="connsiteX1492" fmla="*/ 1288745 w 2812178"/>
              <a:gd name="connsiteY1492" fmla="*/ 174458 h 3190227"/>
              <a:gd name="connsiteX1493" fmla="*/ 1344180 w 2812178"/>
              <a:gd name="connsiteY1493" fmla="*/ 183126 h 3190227"/>
              <a:gd name="connsiteX1494" fmla="*/ 1373232 w 2812178"/>
              <a:gd name="connsiteY1494" fmla="*/ 193413 h 3190227"/>
              <a:gd name="connsiteX1495" fmla="*/ 1377042 w 2812178"/>
              <a:gd name="connsiteY1495" fmla="*/ 189793 h 3190227"/>
              <a:gd name="connsiteX1496" fmla="*/ 1389519 w 2812178"/>
              <a:gd name="connsiteY1496" fmla="*/ 175125 h 3190227"/>
              <a:gd name="connsiteX1497" fmla="*/ 1396758 w 2812178"/>
              <a:gd name="connsiteY1497" fmla="*/ 160266 h 3190227"/>
              <a:gd name="connsiteX1498" fmla="*/ 1383804 w 2812178"/>
              <a:gd name="connsiteY1498" fmla="*/ 154360 h 3190227"/>
              <a:gd name="connsiteX1499" fmla="*/ 1343704 w 2812178"/>
              <a:gd name="connsiteY1499" fmla="*/ 139787 h 3190227"/>
              <a:gd name="connsiteX1500" fmla="*/ 1298460 w 2812178"/>
              <a:gd name="connsiteY1500" fmla="*/ 149598 h 3190227"/>
              <a:gd name="connsiteX1501" fmla="*/ 1288745 w 2812178"/>
              <a:gd name="connsiteY1501" fmla="*/ 158647 h 3190227"/>
              <a:gd name="connsiteX1502" fmla="*/ 1216260 w 2812178"/>
              <a:gd name="connsiteY1502" fmla="*/ 205510 h 3190227"/>
              <a:gd name="connsiteX1503" fmla="*/ 1204830 w 2812178"/>
              <a:gd name="connsiteY1503" fmla="*/ 200842 h 3190227"/>
              <a:gd name="connsiteX1504" fmla="*/ 1219784 w 2812178"/>
              <a:gd name="connsiteY1504" fmla="*/ 151693 h 3190227"/>
              <a:gd name="connsiteX1505" fmla="*/ 1245787 w 2812178"/>
              <a:gd name="connsiteY1505" fmla="*/ 119975 h 3190227"/>
              <a:gd name="connsiteX1506" fmla="*/ 1279410 w 2812178"/>
              <a:gd name="connsiteY1506" fmla="*/ 63682 h 3190227"/>
              <a:gd name="connsiteX1507" fmla="*/ 1279791 w 2812178"/>
              <a:gd name="connsiteY1507" fmla="*/ 46252 h 3190227"/>
              <a:gd name="connsiteX1508" fmla="*/ 1288745 w 2812178"/>
              <a:gd name="connsiteY1508" fmla="*/ 24535 h 3190227"/>
              <a:gd name="connsiteX1509" fmla="*/ 1314653 w 2812178"/>
              <a:gd name="connsiteY1509" fmla="*/ 7009 h 3190227"/>
              <a:gd name="connsiteX1510" fmla="*/ 1324940 w 2812178"/>
              <a:gd name="connsiteY1510" fmla="*/ 115 h 3190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Lst>
            <a:rect l="l" t="t" r="r" b="b"/>
            <a:pathLst>
              <a:path w="2812178" h="3190227">
                <a:moveTo>
                  <a:pt x="1281125" y="2724776"/>
                </a:moveTo>
                <a:cubicBezTo>
                  <a:pt x="1277791" y="2722490"/>
                  <a:pt x="1276172" y="2724490"/>
                  <a:pt x="1274362" y="2725538"/>
                </a:cubicBezTo>
                <a:cubicBezTo>
                  <a:pt x="1259789" y="2734111"/>
                  <a:pt x="1242739" y="2736016"/>
                  <a:pt x="1227118" y="2740873"/>
                </a:cubicBezTo>
                <a:cubicBezTo>
                  <a:pt x="1214164" y="2744969"/>
                  <a:pt x="1197591" y="2736968"/>
                  <a:pt x="1182541" y="2735063"/>
                </a:cubicBezTo>
                <a:cubicBezTo>
                  <a:pt x="1174636" y="2734015"/>
                  <a:pt x="1163587" y="2727729"/>
                  <a:pt x="1163110" y="2744112"/>
                </a:cubicBezTo>
                <a:cubicBezTo>
                  <a:pt x="1163015" y="2747160"/>
                  <a:pt x="1159777" y="2749351"/>
                  <a:pt x="1156538" y="2749255"/>
                </a:cubicBezTo>
                <a:cubicBezTo>
                  <a:pt x="1152728" y="2749160"/>
                  <a:pt x="1152823" y="2745350"/>
                  <a:pt x="1151490" y="2742778"/>
                </a:cubicBezTo>
                <a:cubicBezTo>
                  <a:pt x="1149585" y="2739063"/>
                  <a:pt x="1153585" y="2733253"/>
                  <a:pt x="1146156" y="2730777"/>
                </a:cubicBezTo>
                <a:cubicBezTo>
                  <a:pt x="1136726" y="2738683"/>
                  <a:pt x="1129678" y="2756209"/>
                  <a:pt x="1111675" y="2741730"/>
                </a:cubicBezTo>
                <a:cubicBezTo>
                  <a:pt x="1108723" y="2739349"/>
                  <a:pt x="1099579" y="2744683"/>
                  <a:pt x="1093197" y="2746398"/>
                </a:cubicBezTo>
                <a:cubicBezTo>
                  <a:pt x="1099388" y="2766495"/>
                  <a:pt x="1079671" y="2768115"/>
                  <a:pt x="1070813" y="2777259"/>
                </a:cubicBezTo>
                <a:cubicBezTo>
                  <a:pt x="1061383" y="2786974"/>
                  <a:pt x="1059002" y="2791070"/>
                  <a:pt x="1059669" y="2804691"/>
                </a:cubicBezTo>
                <a:cubicBezTo>
                  <a:pt x="1078624" y="2778211"/>
                  <a:pt x="1079862" y="2778497"/>
                  <a:pt x="1101960" y="2813644"/>
                </a:cubicBezTo>
                <a:cubicBezTo>
                  <a:pt x="1090149" y="2777926"/>
                  <a:pt x="1125487" y="2776116"/>
                  <a:pt x="1135869" y="2755732"/>
                </a:cubicBezTo>
                <a:cubicBezTo>
                  <a:pt x="1144060" y="2764400"/>
                  <a:pt x="1127106" y="2769353"/>
                  <a:pt x="1137202" y="2775259"/>
                </a:cubicBezTo>
                <a:cubicBezTo>
                  <a:pt x="1143965" y="2779164"/>
                  <a:pt x="1150252" y="2775449"/>
                  <a:pt x="1156157" y="2771639"/>
                </a:cubicBezTo>
                <a:cubicBezTo>
                  <a:pt x="1163682" y="2766877"/>
                  <a:pt x="1170635" y="2762209"/>
                  <a:pt x="1181017" y="2763162"/>
                </a:cubicBezTo>
                <a:cubicBezTo>
                  <a:pt x="1215784" y="2766114"/>
                  <a:pt x="1244549" y="2748874"/>
                  <a:pt x="1273505" y="2732968"/>
                </a:cubicBezTo>
                <a:cubicBezTo>
                  <a:pt x="1276553" y="2731253"/>
                  <a:pt x="1278553" y="2727634"/>
                  <a:pt x="1281125" y="2724776"/>
                </a:cubicBezTo>
                <a:close/>
                <a:moveTo>
                  <a:pt x="887457" y="2647339"/>
                </a:moveTo>
                <a:cubicBezTo>
                  <a:pt x="899840" y="2648291"/>
                  <a:pt x="913746" y="2647053"/>
                  <a:pt x="923938" y="2656102"/>
                </a:cubicBezTo>
                <a:cubicBezTo>
                  <a:pt x="944512" y="2674199"/>
                  <a:pt x="946322" y="2704012"/>
                  <a:pt x="927462" y="2724396"/>
                </a:cubicBezTo>
                <a:cubicBezTo>
                  <a:pt x="919271" y="2733254"/>
                  <a:pt x="920509" y="2744113"/>
                  <a:pt x="917175" y="2753923"/>
                </a:cubicBezTo>
                <a:cubicBezTo>
                  <a:pt x="916509" y="2755828"/>
                  <a:pt x="914318" y="2757257"/>
                  <a:pt x="912889" y="2758877"/>
                </a:cubicBezTo>
                <a:cubicBezTo>
                  <a:pt x="909460" y="2755733"/>
                  <a:pt x="915080" y="2753828"/>
                  <a:pt x="914032" y="2751447"/>
                </a:cubicBezTo>
                <a:cubicBezTo>
                  <a:pt x="910984" y="2744208"/>
                  <a:pt x="906698" y="2748209"/>
                  <a:pt x="903936" y="2751352"/>
                </a:cubicBezTo>
                <a:cubicBezTo>
                  <a:pt x="885171" y="2772402"/>
                  <a:pt x="861645" y="2785737"/>
                  <a:pt x="834784" y="2792500"/>
                </a:cubicBezTo>
                <a:cubicBezTo>
                  <a:pt x="818782" y="2796500"/>
                  <a:pt x="817639" y="2813360"/>
                  <a:pt x="805542" y="2821456"/>
                </a:cubicBezTo>
                <a:cubicBezTo>
                  <a:pt x="789636" y="2832028"/>
                  <a:pt x="771252" y="2834029"/>
                  <a:pt x="754679" y="2841553"/>
                </a:cubicBezTo>
                <a:cubicBezTo>
                  <a:pt x="748773" y="2844316"/>
                  <a:pt x="736867" y="2836029"/>
                  <a:pt x="744011" y="2828314"/>
                </a:cubicBezTo>
                <a:cubicBezTo>
                  <a:pt x="758203" y="2813074"/>
                  <a:pt x="739248" y="2817169"/>
                  <a:pt x="736010" y="2812312"/>
                </a:cubicBezTo>
                <a:cubicBezTo>
                  <a:pt x="742392" y="2804501"/>
                  <a:pt x="751536" y="2802025"/>
                  <a:pt x="759060" y="2797262"/>
                </a:cubicBezTo>
                <a:cubicBezTo>
                  <a:pt x="762680" y="2794976"/>
                  <a:pt x="768585" y="2791738"/>
                  <a:pt x="770967" y="2797072"/>
                </a:cubicBezTo>
                <a:cubicBezTo>
                  <a:pt x="775158" y="2806216"/>
                  <a:pt x="778777" y="2804692"/>
                  <a:pt x="783159" y="2798119"/>
                </a:cubicBezTo>
                <a:cubicBezTo>
                  <a:pt x="787350" y="2791738"/>
                  <a:pt x="783635" y="2788404"/>
                  <a:pt x="777729" y="2786309"/>
                </a:cubicBezTo>
                <a:cubicBezTo>
                  <a:pt x="775634" y="2785546"/>
                  <a:pt x="773634" y="2784785"/>
                  <a:pt x="769062" y="2783070"/>
                </a:cubicBezTo>
                <a:cubicBezTo>
                  <a:pt x="777920" y="2779546"/>
                  <a:pt x="786302" y="2780498"/>
                  <a:pt x="791350" y="2772307"/>
                </a:cubicBezTo>
                <a:cubicBezTo>
                  <a:pt x="814115" y="2734969"/>
                  <a:pt x="848310" y="2706489"/>
                  <a:pt x="873075" y="2670675"/>
                </a:cubicBezTo>
                <a:cubicBezTo>
                  <a:pt x="874789" y="2668198"/>
                  <a:pt x="876313" y="2665531"/>
                  <a:pt x="878313" y="2663341"/>
                </a:cubicBezTo>
                <a:cubicBezTo>
                  <a:pt x="882600" y="2658483"/>
                  <a:pt x="877551" y="2646672"/>
                  <a:pt x="887457" y="2647339"/>
                </a:cubicBezTo>
                <a:close/>
                <a:moveTo>
                  <a:pt x="1017473" y="2539230"/>
                </a:moveTo>
                <a:cubicBezTo>
                  <a:pt x="1019568" y="2550565"/>
                  <a:pt x="1028903" y="2553422"/>
                  <a:pt x="1039380" y="2556851"/>
                </a:cubicBezTo>
                <a:cubicBezTo>
                  <a:pt x="1061859" y="2564185"/>
                  <a:pt x="1072146" y="2585140"/>
                  <a:pt x="1066241" y="2607333"/>
                </a:cubicBezTo>
                <a:cubicBezTo>
                  <a:pt x="1064717" y="2612953"/>
                  <a:pt x="1042047" y="2616477"/>
                  <a:pt x="1039285" y="2610096"/>
                </a:cubicBezTo>
                <a:cubicBezTo>
                  <a:pt x="1031951" y="2592856"/>
                  <a:pt x="1015758" y="2614668"/>
                  <a:pt x="1008710" y="2601618"/>
                </a:cubicBezTo>
                <a:cubicBezTo>
                  <a:pt x="1002709" y="2608000"/>
                  <a:pt x="1005186" y="2618478"/>
                  <a:pt x="997280" y="2624574"/>
                </a:cubicBezTo>
                <a:cubicBezTo>
                  <a:pt x="994899" y="2626383"/>
                  <a:pt x="1000899" y="2629146"/>
                  <a:pt x="1004233" y="2630956"/>
                </a:cubicBezTo>
                <a:cubicBezTo>
                  <a:pt x="1012425" y="2635527"/>
                  <a:pt x="1014806" y="2653244"/>
                  <a:pt x="1008138" y="2654101"/>
                </a:cubicBezTo>
                <a:cubicBezTo>
                  <a:pt x="998804" y="2655244"/>
                  <a:pt x="987088" y="2652673"/>
                  <a:pt x="979563" y="2647243"/>
                </a:cubicBezTo>
                <a:cubicBezTo>
                  <a:pt x="973944" y="2643243"/>
                  <a:pt x="972991" y="2632289"/>
                  <a:pt x="974706" y="2623621"/>
                </a:cubicBezTo>
                <a:cubicBezTo>
                  <a:pt x="976325" y="2615715"/>
                  <a:pt x="977754" y="2608572"/>
                  <a:pt x="989184" y="2611715"/>
                </a:cubicBezTo>
                <a:cubicBezTo>
                  <a:pt x="994518" y="2613144"/>
                  <a:pt x="991851" y="2607905"/>
                  <a:pt x="991755" y="2605524"/>
                </a:cubicBezTo>
                <a:cubicBezTo>
                  <a:pt x="990231" y="2580664"/>
                  <a:pt x="992422" y="2556851"/>
                  <a:pt x="1017473" y="2539230"/>
                </a:cubicBezTo>
                <a:close/>
                <a:moveTo>
                  <a:pt x="1597355" y="2388734"/>
                </a:moveTo>
                <a:cubicBezTo>
                  <a:pt x="1599832" y="2386734"/>
                  <a:pt x="1602022" y="2387496"/>
                  <a:pt x="1604785" y="2390353"/>
                </a:cubicBezTo>
                <a:cubicBezTo>
                  <a:pt x="1617834" y="2403212"/>
                  <a:pt x="1631740" y="2415118"/>
                  <a:pt x="1644790" y="2427882"/>
                </a:cubicBezTo>
                <a:cubicBezTo>
                  <a:pt x="1649266" y="2432263"/>
                  <a:pt x="1653076" y="2436073"/>
                  <a:pt x="1657363" y="2429311"/>
                </a:cubicBezTo>
                <a:cubicBezTo>
                  <a:pt x="1664983" y="2417499"/>
                  <a:pt x="1674793" y="2422452"/>
                  <a:pt x="1683747" y="2425405"/>
                </a:cubicBezTo>
                <a:cubicBezTo>
                  <a:pt x="1696034" y="2429406"/>
                  <a:pt x="1707655" y="2435407"/>
                  <a:pt x="1720037" y="2439026"/>
                </a:cubicBezTo>
                <a:cubicBezTo>
                  <a:pt x="1734515" y="2443312"/>
                  <a:pt x="1747660" y="2460267"/>
                  <a:pt x="1765376" y="2443312"/>
                </a:cubicBezTo>
                <a:cubicBezTo>
                  <a:pt x="1768996" y="2439883"/>
                  <a:pt x="1780711" y="2442169"/>
                  <a:pt x="1787188" y="2445122"/>
                </a:cubicBezTo>
                <a:cubicBezTo>
                  <a:pt x="1797952" y="2449980"/>
                  <a:pt x="1801000" y="2445884"/>
                  <a:pt x="1801857" y="2436359"/>
                </a:cubicBezTo>
                <a:cubicBezTo>
                  <a:pt x="1803095" y="2422738"/>
                  <a:pt x="1812430" y="2426929"/>
                  <a:pt x="1820526" y="2427406"/>
                </a:cubicBezTo>
                <a:cubicBezTo>
                  <a:pt x="1830432" y="2427977"/>
                  <a:pt x="1831003" y="2432073"/>
                  <a:pt x="1828622" y="2441026"/>
                </a:cubicBezTo>
                <a:cubicBezTo>
                  <a:pt x="1826527" y="2448932"/>
                  <a:pt x="1845291" y="2463791"/>
                  <a:pt x="1853006" y="2461600"/>
                </a:cubicBezTo>
                <a:cubicBezTo>
                  <a:pt x="1858816" y="2459981"/>
                  <a:pt x="1858150" y="2454647"/>
                  <a:pt x="1858721" y="2450361"/>
                </a:cubicBezTo>
                <a:cubicBezTo>
                  <a:pt x="1859483" y="2444646"/>
                  <a:pt x="1855102" y="2438073"/>
                  <a:pt x="1861674" y="2433502"/>
                </a:cubicBezTo>
                <a:cubicBezTo>
                  <a:pt x="1864722" y="2431406"/>
                  <a:pt x="1868341" y="2427882"/>
                  <a:pt x="1871294" y="2428263"/>
                </a:cubicBezTo>
                <a:cubicBezTo>
                  <a:pt x="1877485" y="2428930"/>
                  <a:pt x="1871485" y="2435026"/>
                  <a:pt x="1873485" y="2437026"/>
                </a:cubicBezTo>
                <a:cubicBezTo>
                  <a:pt x="1881581" y="2445027"/>
                  <a:pt x="1869103" y="2465791"/>
                  <a:pt x="1891106" y="2465220"/>
                </a:cubicBezTo>
                <a:cubicBezTo>
                  <a:pt x="1893487" y="2465125"/>
                  <a:pt x="1891582" y="2468649"/>
                  <a:pt x="1891201" y="2470744"/>
                </a:cubicBezTo>
                <a:cubicBezTo>
                  <a:pt x="1887106" y="2495224"/>
                  <a:pt x="1887201" y="2495128"/>
                  <a:pt x="1910156" y="2504368"/>
                </a:cubicBezTo>
                <a:cubicBezTo>
                  <a:pt x="1913585" y="2505701"/>
                  <a:pt x="1916443" y="2508368"/>
                  <a:pt x="1920348" y="2510940"/>
                </a:cubicBezTo>
                <a:cubicBezTo>
                  <a:pt x="1925491" y="2501510"/>
                  <a:pt x="1920157" y="2492652"/>
                  <a:pt x="1921110" y="2484079"/>
                </a:cubicBezTo>
                <a:cubicBezTo>
                  <a:pt x="1921491" y="2480364"/>
                  <a:pt x="1921586" y="2475316"/>
                  <a:pt x="1925682" y="2474364"/>
                </a:cubicBezTo>
                <a:cubicBezTo>
                  <a:pt x="1930921" y="2473221"/>
                  <a:pt x="1933492" y="2478078"/>
                  <a:pt x="1935397" y="2482269"/>
                </a:cubicBezTo>
                <a:cubicBezTo>
                  <a:pt x="1937779" y="2487413"/>
                  <a:pt x="1934921" y="2492842"/>
                  <a:pt x="1935302" y="2497986"/>
                </a:cubicBezTo>
                <a:cubicBezTo>
                  <a:pt x="1936255" y="2511226"/>
                  <a:pt x="1938541" y="2523513"/>
                  <a:pt x="1950828" y="2532371"/>
                </a:cubicBezTo>
                <a:cubicBezTo>
                  <a:pt x="1957781" y="2537419"/>
                  <a:pt x="1960639" y="2546087"/>
                  <a:pt x="1957019" y="2554945"/>
                </a:cubicBezTo>
                <a:cubicBezTo>
                  <a:pt x="1948637" y="2575234"/>
                  <a:pt x="1940731" y="2595808"/>
                  <a:pt x="1931016" y="2615524"/>
                </a:cubicBezTo>
                <a:cubicBezTo>
                  <a:pt x="1926253" y="2625240"/>
                  <a:pt x="1916919" y="2634669"/>
                  <a:pt x="1905203" y="2626764"/>
                </a:cubicBezTo>
                <a:cubicBezTo>
                  <a:pt x="1881867" y="2610952"/>
                  <a:pt x="1855197" y="2606952"/>
                  <a:pt x="1828717" y="2601808"/>
                </a:cubicBezTo>
                <a:cubicBezTo>
                  <a:pt x="1788427" y="2593903"/>
                  <a:pt x="1749946" y="2578567"/>
                  <a:pt x="1708988" y="2573233"/>
                </a:cubicBezTo>
                <a:cubicBezTo>
                  <a:pt x="1674317" y="2568661"/>
                  <a:pt x="1639837" y="2562184"/>
                  <a:pt x="1604499" y="2558374"/>
                </a:cubicBezTo>
                <a:cubicBezTo>
                  <a:pt x="1616977" y="2568852"/>
                  <a:pt x="1629264" y="2580186"/>
                  <a:pt x="1638217" y="2591617"/>
                </a:cubicBezTo>
                <a:cubicBezTo>
                  <a:pt x="1655743" y="2613714"/>
                  <a:pt x="1679365" y="2627811"/>
                  <a:pt x="1698415" y="2647338"/>
                </a:cubicBezTo>
                <a:cubicBezTo>
                  <a:pt x="1706416" y="2655529"/>
                  <a:pt x="1687843" y="2661244"/>
                  <a:pt x="1697272" y="2670484"/>
                </a:cubicBezTo>
                <a:cubicBezTo>
                  <a:pt x="1682223" y="2644766"/>
                  <a:pt x="1659934" y="2631717"/>
                  <a:pt x="1632026" y="2622954"/>
                </a:cubicBezTo>
                <a:cubicBezTo>
                  <a:pt x="1636789" y="2631621"/>
                  <a:pt x="1646123" y="2634669"/>
                  <a:pt x="1646790" y="2647052"/>
                </a:cubicBezTo>
                <a:cubicBezTo>
                  <a:pt x="1634312" y="2638384"/>
                  <a:pt x="1623358" y="2640385"/>
                  <a:pt x="1611452" y="2643433"/>
                </a:cubicBezTo>
                <a:cubicBezTo>
                  <a:pt x="1596307" y="2647338"/>
                  <a:pt x="1581353" y="2642575"/>
                  <a:pt x="1567256" y="2636098"/>
                </a:cubicBezTo>
                <a:cubicBezTo>
                  <a:pt x="1540491" y="2623906"/>
                  <a:pt x="1511725" y="2641909"/>
                  <a:pt x="1510297" y="2672198"/>
                </a:cubicBezTo>
                <a:cubicBezTo>
                  <a:pt x="1510011" y="2677722"/>
                  <a:pt x="1507630" y="2679723"/>
                  <a:pt x="1503439" y="2682390"/>
                </a:cubicBezTo>
                <a:cubicBezTo>
                  <a:pt x="1494390" y="2688105"/>
                  <a:pt x="1498486" y="2697344"/>
                  <a:pt x="1499724" y="2704869"/>
                </a:cubicBezTo>
                <a:cubicBezTo>
                  <a:pt x="1500391" y="2709060"/>
                  <a:pt x="1506201" y="2707917"/>
                  <a:pt x="1509725" y="2706869"/>
                </a:cubicBezTo>
                <a:cubicBezTo>
                  <a:pt x="1518774" y="2704107"/>
                  <a:pt x="1524679" y="2696201"/>
                  <a:pt x="1522679" y="2688391"/>
                </a:cubicBezTo>
                <a:cubicBezTo>
                  <a:pt x="1519822" y="2677532"/>
                  <a:pt x="1515631" y="2671912"/>
                  <a:pt x="1532109" y="2677246"/>
                </a:cubicBezTo>
                <a:cubicBezTo>
                  <a:pt x="1539157" y="2679532"/>
                  <a:pt x="1544491" y="2669626"/>
                  <a:pt x="1548968" y="2663721"/>
                </a:cubicBezTo>
                <a:cubicBezTo>
                  <a:pt x="1552588" y="2658863"/>
                  <a:pt x="1554683" y="2652291"/>
                  <a:pt x="1561922" y="2652481"/>
                </a:cubicBezTo>
                <a:cubicBezTo>
                  <a:pt x="1595355" y="2653148"/>
                  <a:pt x="1631359" y="2645242"/>
                  <a:pt x="1653838" y="2681533"/>
                </a:cubicBezTo>
                <a:cubicBezTo>
                  <a:pt x="1660315" y="2692010"/>
                  <a:pt x="1668316" y="2703821"/>
                  <a:pt x="1676413" y="2681628"/>
                </a:cubicBezTo>
                <a:cubicBezTo>
                  <a:pt x="1679365" y="2673532"/>
                  <a:pt x="1683747" y="2679913"/>
                  <a:pt x="1685842" y="2683152"/>
                </a:cubicBezTo>
                <a:cubicBezTo>
                  <a:pt x="1691938" y="2692582"/>
                  <a:pt x="1701463" y="2697344"/>
                  <a:pt x="1710607" y="2702773"/>
                </a:cubicBezTo>
                <a:cubicBezTo>
                  <a:pt x="1712512" y="2703916"/>
                  <a:pt x="1715656" y="2706583"/>
                  <a:pt x="1716227" y="2706202"/>
                </a:cubicBezTo>
                <a:cubicBezTo>
                  <a:pt x="1732991" y="2692201"/>
                  <a:pt x="1740897" y="2704297"/>
                  <a:pt x="1749184" y="2716680"/>
                </a:cubicBezTo>
                <a:cubicBezTo>
                  <a:pt x="1750517" y="2718680"/>
                  <a:pt x="1754041" y="2718299"/>
                  <a:pt x="1755184" y="2716203"/>
                </a:cubicBezTo>
                <a:cubicBezTo>
                  <a:pt x="1760614" y="2706012"/>
                  <a:pt x="1765186" y="2701821"/>
                  <a:pt x="1769948" y="2716680"/>
                </a:cubicBezTo>
                <a:cubicBezTo>
                  <a:pt x="1772139" y="2723443"/>
                  <a:pt x="1776139" y="2720585"/>
                  <a:pt x="1780426" y="2717823"/>
                </a:cubicBezTo>
                <a:cubicBezTo>
                  <a:pt x="1791951" y="2710203"/>
                  <a:pt x="1789855" y="2698011"/>
                  <a:pt x="1791760" y="2687057"/>
                </a:cubicBezTo>
                <a:cubicBezTo>
                  <a:pt x="1792427" y="2683342"/>
                  <a:pt x="1795380" y="2674579"/>
                  <a:pt x="1797475" y="2678389"/>
                </a:cubicBezTo>
                <a:cubicBezTo>
                  <a:pt x="1805762" y="2693344"/>
                  <a:pt x="1816716" y="2680961"/>
                  <a:pt x="1825669" y="2683533"/>
                </a:cubicBezTo>
                <a:cubicBezTo>
                  <a:pt x="1840624" y="2687819"/>
                  <a:pt x="1849482" y="2698963"/>
                  <a:pt x="1857197" y="2711727"/>
                </a:cubicBezTo>
                <a:cubicBezTo>
                  <a:pt x="1860055" y="2716489"/>
                  <a:pt x="1859007" y="2725919"/>
                  <a:pt x="1867103" y="2724871"/>
                </a:cubicBezTo>
                <a:cubicBezTo>
                  <a:pt x="1873199" y="2724109"/>
                  <a:pt x="1876152" y="2717156"/>
                  <a:pt x="1877962" y="2711155"/>
                </a:cubicBezTo>
                <a:cubicBezTo>
                  <a:pt x="1879962" y="2704488"/>
                  <a:pt x="1881391" y="2698011"/>
                  <a:pt x="1873104" y="2693534"/>
                </a:cubicBezTo>
                <a:cubicBezTo>
                  <a:pt x="1867198" y="2690295"/>
                  <a:pt x="1862150" y="2685438"/>
                  <a:pt x="1857007" y="2680961"/>
                </a:cubicBezTo>
                <a:cubicBezTo>
                  <a:pt x="1854911" y="2679151"/>
                  <a:pt x="1851673" y="2676389"/>
                  <a:pt x="1853959" y="2673532"/>
                </a:cubicBezTo>
                <a:cubicBezTo>
                  <a:pt x="1855578" y="2671531"/>
                  <a:pt x="1859483" y="2670007"/>
                  <a:pt x="1862055" y="2670388"/>
                </a:cubicBezTo>
                <a:cubicBezTo>
                  <a:pt x="1899012" y="2675627"/>
                  <a:pt x="1929873" y="2693344"/>
                  <a:pt x="1927968" y="2739635"/>
                </a:cubicBezTo>
                <a:cubicBezTo>
                  <a:pt x="1927206" y="2757066"/>
                  <a:pt x="1927111" y="2773830"/>
                  <a:pt x="1914728" y="2788308"/>
                </a:cubicBezTo>
                <a:cubicBezTo>
                  <a:pt x="1908061" y="2796118"/>
                  <a:pt x="1912347" y="2807548"/>
                  <a:pt x="1908727" y="2816978"/>
                </a:cubicBezTo>
                <a:cubicBezTo>
                  <a:pt x="1901774" y="2835457"/>
                  <a:pt x="1892630" y="2837933"/>
                  <a:pt x="1875580" y="2840124"/>
                </a:cubicBezTo>
                <a:cubicBezTo>
                  <a:pt x="1818240" y="2847363"/>
                  <a:pt x="1761471" y="2822503"/>
                  <a:pt x="1704130" y="2838409"/>
                </a:cubicBezTo>
                <a:cubicBezTo>
                  <a:pt x="1689081" y="2842600"/>
                  <a:pt x="1674222" y="2847649"/>
                  <a:pt x="1657553" y="2838886"/>
                </a:cubicBezTo>
                <a:cubicBezTo>
                  <a:pt x="1646885" y="2833266"/>
                  <a:pt x="1649362" y="2853840"/>
                  <a:pt x="1639551" y="2851935"/>
                </a:cubicBezTo>
                <a:cubicBezTo>
                  <a:pt x="1636884" y="2860888"/>
                  <a:pt x="1662601" y="2843934"/>
                  <a:pt x="1646218" y="2862888"/>
                </a:cubicBezTo>
                <a:cubicBezTo>
                  <a:pt x="1640980" y="2868889"/>
                  <a:pt x="1642218" y="2875557"/>
                  <a:pt x="1644790" y="2882224"/>
                </a:cubicBezTo>
                <a:cubicBezTo>
                  <a:pt x="1648504" y="2892226"/>
                  <a:pt x="1656886" y="2901084"/>
                  <a:pt x="1648314" y="2913466"/>
                </a:cubicBezTo>
                <a:cubicBezTo>
                  <a:pt x="1645552" y="2917467"/>
                  <a:pt x="1650886" y="2924229"/>
                  <a:pt x="1657839" y="2920896"/>
                </a:cubicBezTo>
                <a:cubicBezTo>
                  <a:pt x="1663173" y="2918324"/>
                  <a:pt x="1668126" y="2914324"/>
                  <a:pt x="1672317" y="2910133"/>
                </a:cubicBezTo>
                <a:cubicBezTo>
                  <a:pt x="1679175" y="2903179"/>
                  <a:pt x="1684890" y="2902322"/>
                  <a:pt x="1690795" y="2910990"/>
                </a:cubicBezTo>
                <a:cubicBezTo>
                  <a:pt x="1694701" y="2916800"/>
                  <a:pt x="1699558" y="2922420"/>
                  <a:pt x="1707464" y="2920705"/>
                </a:cubicBezTo>
                <a:cubicBezTo>
                  <a:pt x="1721752" y="2917467"/>
                  <a:pt x="1732515" y="2921944"/>
                  <a:pt x="1741564" y="2933278"/>
                </a:cubicBezTo>
                <a:cubicBezTo>
                  <a:pt x="1746517" y="2939470"/>
                  <a:pt x="1750612" y="2936993"/>
                  <a:pt x="1755946" y="2931087"/>
                </a:cubicBezTo>
                <a:cubicBezTo>
                  <a:pt x="1768805" y="2916895"/>
                  <a:pt x="1774234" y="2919943"/>
                  <a:pt x="1793094" y="2928611"/>
                </a:cubicBezTo>
                <a:cubicBezTo>
                  <a:pt x="1803667" y="2933469"/>
                  <a:pt x="1814620" y="2939565"/>
                  <a:pt x="1826146" y="2942613"/>
                </a:cubicBezTo>
                <a:cubicBezTo>
                  <a:pt x="1835194" y="2944994"/>
                  <a:pt x="1832623" y="2933754"/>
                  <a:pt x="1837099" y="2930992"/>
                </a:cubicBezTo>
                <a:cubicBezTo>
                  <a:pt x="1840433" y="2928992"/>
                  <a:pt x="1843291" y="2909561"/>
                  <a:pt x="1850244" y="2929754"/>
                </a:cubicBezTo>
                <a:cubicBezTo>
                  <a:pt x="1852149" y="2935469"/>
                  <a:pt x="1855768" y="2928611"/>
                  <a:pt x="1857197" y="2926039"/>
                </a:cubicBezTo>
                <a:cubicBezTo>
                  <a:pt x="1859102" y="2922420"/>
                  <a:pt x="1858340" y="2918419"/>
                  <a:pt x="1855864" y="2915276"/>
                </a:cubicBezTo>
                <a:cubicBezTo>
                  <a:pt x="1851673" y="2909847"/>
                  <a:pt x="1853006" y="2903751"/>
                  <a:pt x="1857483" y="2901179"/>
                </a:cubicBezTo>
                <a:cubicBezTo>
                  <a:pt x="1870056" y="2893940"/>
                  <a:pt x="1883200" y="2887463"/>
                  <a:pt x="1896726" y="2882129"/>
                </a:cubicBezTo>
                <a:cubicBezTo>
                  <a:pt x="1903203" y="2879557"/>
                  <a:pt x="1907299" y="2883653"/>
                  <a:pt x="1903679" y="2890892"/>
                </a:cubicBezTo>
                <a:cubicBezTo>
                  <a:pt x="1897012" y="2903941"/>
                  <a:pt x="1901012" y="2915086"/>
                  <a:pt x="1906632" y="2927563"/>
                </a:cubicBezTo>
                <a:cubicBezTo>
                  <a:pt x="1924634" y="2967187"/>
                  <a:pt x="1896440" y="3024909"/>
                  <a:pt x="1854149" y="3034529"/>
                </a:cubicBezTo>
                <a:cubicBezTo>
                  <a:pt x="1837576" y="3038339"/>
                  <a:pt x="1826050" y="3049769"/>
                  <a:pt x="1818430" y="3061199"/>
                </a:cubicBezTo>
                <a:cubicBezTo>
                  <a:pt x="1805953" y="3079773"/>
                  <a:pt x="1784045" y="3093203"/>
                  <a:pt x="1783378" y="3119206"/>
                </a:cubicBezTo>
                <a:cubicBezTo>
                  <a:pt x="1783474" y="3137494"/>
                  <a:pt x="1783093" y="3137494"/>
                  <a:pt x="1803571" y="3147019"/>
                </a:cubicBezTo>
                <a:cubicBezTo>
                  <a:pt x="1747850" y="3156449"/>
                  <a:pt x="1696034" y="3150448"/>
                  <a:pt x="1644409" y="3152353"/>
                </a:cubicBezTo>
                <a:cubicBezTo>
                  <a:pt x="1592021" y="3154258"/>
                  <a:pt x="1539729" y="3156639"/>
                  <a:pt x="1487341" y="3158735"/>
                </a:cubicBezTo>
                <a:cubicBezTo>
                  <a:pt x="1463719" y="3159687"/>
                  <a:pt x="1440193" y="3160450"/>
                  <a:pt x="1416571" y="3161402"/>
                </a:cubicBezTo>
                <a:cubicBezTo>
                  <a:pt x="1363421" y="3163593"/>
                  <a:pt x="1310176" y="3169403"/>
                  <a:pt x="1257313" y="3166450"/>
                </a:cubicBezTo>
                <a:cubicBezTo>
                  <a:pt x="1229214" y="3164831"/>
                  <a:pt x="1202734" y="3174546"/>
                  <a:pt x="1176160" y="3171403"/>
                </a:cubicBezTo>
                <a:cubicBezTo>
                  <a:pt x="1130344" y="3166069"/>
                  <a:pt x="1085767" y="3177309"/>
                  <a:pt x="1040143" y="3176261"/>
                </a:cubicBezTo>
                <a:cubicBezTo>
                  <a:pt x="995661" y="3175213"/>
                  <a:pt x="950417" y="3175309"/>
                  <a:pt x="905840" y="3182167"/>
                </a:cubicBezTo>
                <a:cubicBezTo>
                  <a:pt x="898696" y="3183310"/>
                  <a:pt x="890886" y="3185214"/>
                  <a:pt x="883266" y="3178928"/>
                </a:cubicBezTo>
                <a:cubicBezTo>
                  <a:pt x="890219" y="3172070"/>
                  <a:pt x="899554" y="3176261"/>
                  <a:pt x="906602" y="3172832"/>
                </a:cubicBezTo>
                <a:cubicBezTo>
                  <a:pt x="889076" y="3162259"/>
                  <a:pt x="881075" y="3162069"/>
                  <a:pt x="869740" y="3175785"/>
                </a:cubicBezTo>
                <a:cubicBezTo>
                  <a:pt x="864692" y="3181881"/>
                  <a:pt x="859549" y="3181690"/>
                  <a:pt x="853929" y="3181976"/>
                </a:cubicBezTo>
                <a:cubicBezTo>
                  <a:pt x="812114" y="3183500"/>
                  <a:pt x="770299" y="3184929"/>
                  <a:pt x="728675" y="3189977"/>
                </a:cubicBezTo>
                <a:cubicBezTo>
                  <a:pt x="721722" y="3190834"/>
                  <a:pt x="714769" y="3189691"/>
                  <a:pt x="710197" y="3183405"/>
                </a:cubicBezTo>
                <a:cubicBezTo>
                  <a:pt x="707815" y="3180071"/>
                  <a:pt x="702481" y="3176261"/>
                  <a:pt x="708482" y="3172070"/>
                </a:cubicBezTo>
                <a:cubicBezTo>
                  <a:pt x="714769" y="3167784"/>
                  <a:pt x="714864" y="3173403"/>
                  <a:pt x="716864" y="3177499"/>
                </a:cubicBezTo>
                <a:cubicBezTo>
                  <a:pt x="720198" y="3184071"/>
                  <a:pt x="727437" y="3183214"/>
                  <a:pt x="733247" y="3182357"/>
                </a:cubicBezTo>
                <a:cubicBezTo>
                  <a:pt x="773062" y="3176356"/>
                  <a:pt x="813733" y="3183786"/>
                  <a:pt x="855072" y="3173689"/>
                </a:cubicBezTo>
                <a:cubicBezTo>
                  <a:pt x="843261" y="3159307"/>
                  <a:pt x="825640" y="3163783"/>
                  <a:pt x="811638" y="3158163"/>
                </a:cubicBezTo>
                <a:cubicBezTo>
                  <a:pt x="815257" y="3149972"/>
                  <a:pt x="828783" y="3153115"/>
                  <a:pt x="829164" y="3141685"/>
                </a:cubicBezTo>
                <a:cubicBezTo>
                  <a:pt x="823354" y="3136542"/>
                  <a:pt x="814019" y="3146067"/>
                  <a:pt x="814686" y="3144352"/>
                </a:cubicBezTo>
                <a:cubicBezTo>
                  <a:pt x="819353" y="3131303"/>
                  <a:pt x="794112" y="3116349"/>
                  <a:pt x="822592" y="3105109"/>
                </a:cubicBezTo>
                <a:cubicBezTo>
                  <a:pt x="803637" y="3104633"/>
                  <a:pt x="789635" y="3110062"/>
                  <a:pt x="776395" y="3101966"/>
                </a:cubicBezTo>
                <a:cubicBezTo>
                  <a:pt x="770871" y="3098537"/>
                  <a:pt x="764680" y="3095584"/>
                  <a:pt x="768871" y="3088250"/>
                </a:cubicBezTo>
                <a:cubicBezTo>
                  <a:pt x="774490" y="3078439"/>
                  <a:pt x="768871" y="3073677"/>
                  <a:pt x="761346" y="3071105"/>
                </a:cubicBezTo>
                <a:cubicBezTo>
                  <a:pt x="754678" y="3068819"/>
                  <a:pt x="744106" y="3064914"/>
                  <a:pt x="745249" y="3060818"/>
                </a:cubicBezTo>
                <a:cubicBezTo>
                  <a:pt x="748773" y="3047959"/>
                  <a:pt x="735914" y="3037005"/>
                  <a:pt x="742963" y="3024623"/>
                </a:cubicBezTo>
                <a:cubicBezTo>
                  <a:pt x="745439" y="3020337"/>
                  <a:pt x="751249" y="3016336"/>
                  <a:pt x="746582" y="3010526"/>
                </a:cubicBezTo>
                <a:cubicBezTo>
                  <a:pt x="739438" y="3001572"/>
                  <a:pt x="733152" y="2990904"/>
                  <a:pt x="724008" y="2984713"/>
                </a:cubicBezTo>
                <a:cubicBezTo>
                  <a:pt x="711340" y="2976141"/>
                  <a:pt x="696481" y="2972712"/>
                  <a:pt x="680860" y="2980808"/>
                </a:cubicBezTo>
                <a:cubicBezTo>
                  <a:pt x="675145" y="2983761"/>
                  <a:pt x="667810" y="2980903"/>
                  <a:pt x="665524" y="2974617"/>
                </a:cubicBezTo>
                <a:cubicBezTo>
                  <a:pt x="662572" y="2966425"/>
                  <a:pt x="671716" y="2968235"/>
                  <a:pt x="675430" y="2965568"/>
                </a:cubicBezTo>
                <a:cubicBezTo>
                  <a:pt x="685051" y="2958615"/>
                  <a:pt x="685717" y="2947852"/>
                  <a:pt x="688099" y="2937564"/>
                </a:cubicBezTo>
                <a:cubicBezTo>
                  <a:pt x="689623" y="2931087"/>
                  <a:pt x="690956" y="2922039"/>
                  <a:pt x="699243" y="2933564"/>
                </a:cubicBezTo>
                <a:cubicBezTo>
                  <a:pt x="703529" y="2939565"/>
                  <a:pt x="706958" y="2936136"/>
                  <a:pt x="709625" y="2932040"/>
                </a:cubicBezTo>
                <a:cubicBezTo>
                  <a:pt x="719150" y="2917562"/>
                  <a:pt x="732390" y="2910609"/>
                  <a:pt x="749821" y="2910609"/>
                </a:cubicBezTo>
                <a:cubicBezTo>
                  <a:pt x="756583" y="2910609"/>
                  <a:pt x="762298" y="2906418"/>
                  <a:pt x="768204" y="2902512"/>
                </a:cubicBezTo>
                <a:cubicBezTo>
                  <a:pt x="779634" y="2894797"/>
                  <a:pt x="787730" y="2881558"/>
                  <a:pt x="804018" y="2880986"/>
                </a:cubicBezTo>
                <a:cubicBezTo>
                  <a:pt x="809066" y="2880795"/>
                  <a:pt x="811352" y="2873937"/>
                  <a:pt x="814305" y="2869461"/>
                </a:cubicBezTo>
                <a:cubicBezTo>
                  <a:pt x="831450" y="2842600"/>
                  <a:pt x="845166" y="2839267"/>
                  <a:pt x="874884" y="2849077"/>
                </a:cubicBezTo>
                <a:cubicBezTo>
                  <a:pt x="893267" y="2855173"/>
                  <a:pt x="913270" y="2851363"/>
                  <a:pt x="929938" y="2842124"/>
                </a:cubicBezTo>
                <a:cubicBezTo>
                  <a:pt x="937177" y="2838124"/>
                  <a:pt x="937749" y="2838600"/>
                  <a:pt x="942797" y="2843553"/>
                </a:cubicBezTo>
                <a:cubicBezTo>
                  <a:pt x="948607" y="2849268"/>
                  <a:pt x="957370" y="2849458"/>
                  <a:pt x="965848" y="2849553"/>
                </a:cubicBezTo>
                <a:cubicBezTo>
                  <a:pt x="969848" y="2849649"/>
                  <a:pt x="972706" y="2852411"/>
                  <a:pt x="973277" y="2846125"/>
                </a:cubicBezTo>
                <a:cubicBezTo>
                  <a:pt x="974896" y="2828027"/>
                  <a:pt x="989565" y="2817930"/>
                  <a:pt x="998995" y="2804595"/>
                </a:cubicBezTo>
                <a:cubicBezTo>
                  <a:pt x="1000995" y="2801738"/>
                  <a:pt x="1006234" y="2800500"/>
                  <a:pt x="1003090" y="2795833"/>
                </a:cubicBezTo>
                <a:cubicBezTo>
                  <a:pt x="1000614" y="2792213"/>
                  <a:pt x="995947" y="2791356"/>
                  <a:pt x="992899" y="2794023"/>
                </a:cubicBezTo>
                <a:cubicBezTo>
                  <a:pt x="973849" y="2810692"/>
                  <a:pt x="953179" y="2800786"/>
                  <a:pt x="927557" y="2797833"/>
                </a:cubicBezTo>
                <a:cubicBezTo>
                  <a:pt x="944131" y="2794785"/>
                  <a:pt x="952894" y="2789165"/>
                  <a:pt x="957847" y="2777544"/>
                </a:cubicBezTo>
                <a:cubicBezTo>
                  <a:pt x="960704" y="2770877"/>
                  <a:pt x="965276" y="2764114"/>
                  <a:pt x="973753" y="2762114"/>
                </a:cubicBezTo>
                <a:cubicBezTo>
                  <a:pt x="976325" y="2761543"/>
                  <a:pt x="980992" y="2758971"/>
                  <a:pt x="976516" y="2756589"/>
                </a:cubicBezTo>
                <a:cubicBezTo>
                  <a:pt x="956989" y="2746017"/>
                  <a:pt x="975849" y="2745826"/>
                  <a:pt x="980230" y="2743636"/>
                </a:cubicBezTo>
                <a:cubicBezTo>
                  <a:pt x="1006615" y="2730682"/>
                  <a:pt x="1030713" y="2714013"/>
                  <a:pt x="1057478" y="2701440"/>
                </a:cubicBezTo>
                <a:cubicBezTo>
                  <a:pt x="1075671" y="2692867"/>
                  <a:pt x="1101007" y="2691153"/>
                  <a:pt x="1110628" y="2666483"/>
                </a:cubicBezTo>
                <a:cubicBezTo>
                  <a:pt x="1113866" y="2658196"/>
                  <a:pt x="1125582" y="2660101"/>
                  <a:pt x="1133583" y="2659053"/>
                </a:cubicBezTo>
                <a:cubicBezTo>
                  <a:pt x="1147394" y="2657244"/>
                  <a:pt x="1148632" y="2660292"/>
                  <a:pt x="1142917" y="2675532"/>
                </a:cubicBezTo>
                <a:cubicBezTo>
                  <a:pt x="1160634" y="2661244"/>
                  <a:pt x="1159491" y="2629907"/>
                  <a:pt x="1187971" y="2628097"/>
                </a:cubicBezTo>
                <a:cubicBezTo>
                  <a:pt x="1185494" y="2616667"/>
                  <a:pt x="1173588" y="2629431"/>
                  <a:pt x="1174255" y="2618572"/>
                </a:cubicBezTo>
                <a:cubicBezTo>
                  <a:pt x="1174636" y="2612953"/>
                  <a:pt x="1179874" y="2610190"/>
                  <a:pt x="1186256" y="2610667"/>
                </a:cubicBezTo>
                <a:cubicBezTo>
                  <a:pt x="1201401" y="2612000"/>
                  <a:pt x="1209497" y="2600570"/>
                  <a:pt x="1217593" y="2591236"/>
                </a:cubicBezTo>
                <a:cubicBezTo>
                  <a:pt x="1225880" y="2581711"/>
                  <a:pt x="1236262" y="2577043"/>
                  <a:pt x="1246454" y="2570661"/>
                </a:cubicBezTo>
                <a:cubicBezTo>
                  <a:pt x="1272076" y="2554564"/>
                  <a:pt x="1304938" y="2549707"/>
                  <a:pt x="1323607" y="2522370"/>
                </a:cubicBezTo>
                <a:cubicBezTo>
                  <a:pt x="1328560" y="2515131"/>
                  <a:pt x="1336180" y="2512559"/>
                  <a:pt x="1345609" y="2513893"/>
                </a:cubicBezTo>
                <a:cubicBezTo>
                  <a:pt x="1359421" y="2515893"/>
                  <a:pt x="1373327" y="2512559"/>
                  <a:pt x="1385805" y="2507701"/>
                </a:cubicBezTo>
                <a:cubicBezTo>
                  <a:pt x="1402093" y="2501319"/>
                  <a:pt x="1416475" y="2490937"/>
                  <a:pt x="1416856" y="2470268"/>
                </a:cubicBezTo>
                <a:cubicBezTo>
                  <a:pt x="1416952" y="2467125"/>
                  <a:pt x="1417047" y="2463791"/>
                  <a:pt x="1421143" y="2463696"/>
                </a:cubicBezTo>
                <a:cubicBezTo>
                  <a:pt x="1424572" y="2463601"/>
                  <a:pt x="1427048" y="2466172"/>
                  <a:pt x="1426953" y="2469506"/>
                </a:cubicBezTo>
                <a:cubicBezTo>
                  <a:pt x="1426858" y="2478364"/>
                  <a:pt x="1428572" y="2484555"/>
                  <a:pt x="1439812" y="2482555"/>
                </a:cubicBezTo>
                <a:cubicBezTo>
                  <a:pt x="1444193" y="2481793"/>
                  <a:pt x="1447622" y="2485032"/>
                  <a:pt x="1443717" y="2489223"/>
                </a:cubicBezTo>
                <a:cubicBezTo>
                  <a:pt x="1439526" y="2493795"/>
                  <a:pt x="1436668" y="2497319"/>
                  <a:pt x="1443241" y="2501891"/>
                </a:cubicBezTo>
                <a:cubicBezTo>
                  <a:pt x="1449432" y="2506177"/>
                  <a:pt x="1453623" y="2502939"/>
                  <a:pt x="1459433" y="2499891"/>
                </a:cubicBezTo>
                <a:cubicBezTo>
                  <a:pt x="1472959" y="2493033"/>
                  <a:pt x="1482007" y="2479984"/>
                  <a:pt x="1497438" y="2475507"/>
                </a:cubicBezTo>
                <a:cubicBezTo>
                  <a:pt x="1513059" y="2470935"/>
                  <a:pt x="1528204" y="2468458"/>
                  <a:pt x="1546492" y="2473983"/>
                </a:cubicBezTo>
                <a:cubicBezTo>
                  <a:pt x="1543158" y="2464077"/>
                  <a:pt x="1537824" y="2461124"/>
                  <a:pt x="1532014" y="2462172"/>
                </a:cubicBezTo>
                <a:cubicBezTo>
                  <a:pt x="1509249" y="2466458"/>
                  <a:pt x="1495152" y="2458457"/>
                  <a:pt x="1490675" y="2432930"/>
                </a:cubicBezTo>
                <a:cubicBezTo>
                  <a:pt x="1488770" y="2449980"/>
                  <a:pt x="1487246" y="2464744"/>
                  <a:pt x="1465243" y="2461124"/>
                </a:cubicBezTo>
                <a:cubicBezTo>
                  <a:pt x="1454290" y="2459314"/>
                  <a:pt x="1453528" y="2456266"/>
                  <a:pt x="1459814" y="2448551"/>
                </a:cubicBezTo>
                <a:cubicBezTo>
                  <a:pt x="1481912" y="2421500"/>
                  <a:pt x="1510582" y="2406069"/>
                  <a:pt x="1544872" y="2400736"/>
                </a:cubicBezTo>
                <a:cubicBezTo>
                  <a:pt x="1562684" y="2397973"/>
                  <a:pt x="1581734" y="2401307"/>
                  <a:pt x="1597355" y="2388734"/>
                </a:cubicBezTo>
                <a:close/>
                <a:moveTo>
                  <a:pt x="1304176" y="2355707"/>
                </a:moveTo>
                <a:cubicBezTo>
                  <a:pt x="1307653" y="2354445"/>
                  <a:pt x="1310748" y="2353731"/>
                  <a:pt x="1312367" y="2357017"/>
                </a:cubicBezTo>
                <a:cubicBezTo>
                  <a:pt x="1316558" y="2365494"/>
                  <a:pt x="1315320" y="2376924"/>
                  <a:pt x="1308176" y="2384734"/>
                </a:cubicBezTo>
                <a:cubicBezTo>
                  <a:pt x="1303509" y="2389783"/>
                  <a:pt x="1302271" y="2395402"/>
                  <a:pt x="1301318" y="2401117"/>
                </a:cubicBezTo>
                <a:cubicBezTo>
                  <a:pt x="1299509" y="2412071"/>
                  <a:pt x="1296937" y="2419310"/>
                  <a:pt x="1283411" y="2422263"/>
                </a:cubicBezTo>
                <a:cubicBezTo>
                  <a:pt x="1268933" y="2425406"/>
                  <a:pt x="1269124" y="2432359"/>
                  <a:pt x="1281602" y="2441408"/>
                </a:cubicBezTo>
                <a:cubicBezTo>
                  <a:pt x="1283411" y="2442742"/>
                  <a:pt x="1285602" y="2443980"/>
                  <a:pt x="1286745" y="2445790"/>
                </a:cubicBezTo>
                <a:cubicBezTo>
                  <a:pt x="1292746" y="2454743"/>
                  <a:pt x="1309034" y="2455505"/>
                  <a:pt x="1309891" y="2464363"/>
                </a:cubicBezTo>
                <a:cubicBezTo>
                  <a:pt x="1310843" y="2474365"/>
                  <a:pt x="1294460" y="2474555"/>
                  <a:pt x="1288174" y="2482080"/>
                </a:cubicBezTo>
                <a:cubicBezTo>
                  <a:pt x="1280649" y="2491033"/>
                  <a:pt x="1273220" y="2499701"/>
                  <a:pt x="1276839" y="2513608"/>
                </a:cubicBezTo>
                <a:cubicBezTo>
                  <a:pt x="1278173" y="2518656"/>
                  <a:pt x="1282745" y="2532753"/>
                  <a:pt x="1266457" y="2528943"/>
                </a:cubicBezTo>
                <a:cubicBezTo>
                  <a:pt x="1249598" y="2552565"/>
                  <a:pt x="1215593" y="2542183"/>
                  <a:pt x="1197210" y="2564376"/>
                </a:cubicBezTo>
                <a:cubicBezTo>
                  <a:pt x="1190828" y="2572091"/>
                  <a:pt x="1179303" y="2575425"/>
                  <a:pt x="1178065" y="2587807"/>
                </a:cubicBezTo>
                <a:cubicBezTo>
                  <a:pt x="1177684" y="2591808"/>
                  <a:pt x="1173969" y="2595332"/>
                  <a:pt x="1169873" y="2593141"/>
                </a:cubicBezTo>
                <a:cubicBezTo>
                  <a:pt x="1160444" y="2588379"/>
                  <a:pt x="1161396" y="2594189"/>
                  <a:pt x="1162349" y="2599904"/>
                </a:cubicBezTo>
                <a:cubicBezTo>
                  <a:pt x="1163492" y="2606571"/>
                  <a:pt x="1160920" y="2610762"/>
                  <a:pt x="1154348" y="2610667"/>
                </a:cubicBezTo>
                <a:cubicBezTo>
                  <a:pt x="1146251" y="2610667"/>
                  <a:pt x="1147490" y="2603714"/>
                  <a:pt x="1147585" y="2598761"/>
                </a:cubicBezTo>
                <a:cubicBezTo>
                  <a:pt x="1147966" y="2584664"/>
                  <a:pt x="1146061" y="2570662"/>
                  <a:pt x="1156538" y="2557994"/>
                </a:cubicBezTo>
                <a:cubicBezTo>
                  <a:pt x="1164539" y="2548469"/>
                  <a:pt x="1170445" y="2536086"/>
                  <a:pt x="1161301" y="2518275"/>
                </a:cubicBezTo>
                <a:cubicBezTo>
                  <a:pt x="1180922" y="2523609"/>
                  <a:pt x="1195019" y="2530467"/>
                  <a:pt x="1210355" y="2520751"/>
                </a:cubicBezTo>
                <a:cubicBezTo>
                  <a:pt x="1213593" y="2518656"/>
                  <a:pt x="1218260" y="2520466"/>
                  <a:pt x="1218260" y="2513893"/>
                </a:cubicBezTo>
                <a:cubicBezTo>
                  <a:pt x="1218260" y="2504654"/>
                  <a:pt x="1225499" y="2499701"/>
                  <a:pt x="1231310" y="2493510"/>
                </a:cubicBezTo>
                <a:cubicBezTo>
                  <a:pt x="1237691" y="2486747"/>
                  <a:pt x="1250264" y="2479699"/>
                  <a:pt x="1234167" y="2469031"/>
                </a:cubicBezTo>
                <a:cubicBezTo>
                  <a:pt x="1229214" y="2465697"/>
                  <a:pt x="1234739" y="2460934"/>
                  <a:pt x="1237025" y="2457315"/>
                </a:cubicBezTo>
                <a:cubicBezTo>
                  <a:pt x="1244264" y="2445694"/>
                  <a:pt x="1251884" y="2434360"/>
                  <a:pt x="1258932" y="2422644"/>
                </a:cubicBezTo>
                <a:cubicBezTo>
                  <a:pt x="1267409" y="2408737"/>
                  <a:pt x="1270934" y="2393593"/>
                  <a:pt x="1273029" y="2377400"/>
                </a:cubicBezTo>
                <a:cubicBezTo>
                  <a:pt x="1274363" y="2367208"/>
                  <a:pt x="1274077" y="2351016"/>
                  <a:pt x="1293698" y="2357683"/>
                </a:cubicBezTo>
                <a:cubicBezTo>
                  <a:pt x="1296842" y="2358779"/>
                  <a:pt x="1300700" y="2356969"/>
                  <a:pt x="1304176" y="2355707"/>
                </a:cubicBezTo>
                <a:close/>
                <a:moveTo>
                  <a:pt x="1255312" y="2320441"/>
                </a:moveTo>
                <a:cubicBezTo>
                  <a:pt x="1259217" y="2319012"/>
                  <a:pt x="1262837" y="2319964"/>
                  <a:pt x="1264075" y="2324727"/>
                </a:cubicBezTo>
                <a:cubicBezTo>
                  <a:pt x="1265123" y="2328822"/>
                  <a:pt x="1264456" y="2330918"/>
                  <a:pt x="1259789" y="2333204"/>
                </a:cubicBezTo>
                <a:cubicBezTo>
                  <a:pt x="1236357" y="2344634"/>
                  <a:pt x="1230357" y="2371304"/>
                  <a:pt x="1213212" y="2388354"/>
                </a:cubicBezTo>
                <a:cubicBezTo>
                  <a:pt x="1220832" y="2408642"/>
                  <a:pt x="1197781" y="2410261"/>
                  <a:pt x="1191304" y="2422358"/>
                </a:cubicBezTo>
                <a:cubicBezTo>
                  <a:pt x="1186256" y="2431883"/>
                  <a:pt x="1172730" y="2426835"/>
                  <a:pt x="1162634" y="2415500"/>
                </a:cubicBezTo>
                <a:cubicBezTo>
                  <a:pt x="1197686" y="2411785"/>
                  <a:pt x="1209592" y="2389211"/>
                  <a:pt x="1195495" y="2358255"/>
                </a:cubicBezTo>
                <a:cubicBezTo>
                  <a:pt x="1194257" y="2355588"/>
                  <a:pt x="1191399" y="2353111"/>
                  <a:pt x="1193495" y="2350349"/>
                </a:cubicBezTo>
                <a:cubicBezTo>
                  <a:pt x="1198829" y="2343205"/>
                  <a:pt x="1207496" y="2339110"/>
                  <a:pt x="1211021" y="2330061"/>
                </a:cubicBezTo>
                <a:cubicBezTo>
                  <a:pt x="1215212" y="2319202"/>
                  <a:pt x="1225308" y="2324441"/>
                  <a:pt x="1232928" y="2323584"/>
                </a:cubicBezTo>
                <a:cubicBezTo>
                  <a:pt x="1240453" y="2322822"/>
                  <a:pt x="1247978" y="2323012"/>
                  <a:pt x="1255312" y="2320441"/>
                </a:cubicBezTo>
                <a:close/>
                <a:moveTo>
                  <a:pt x="1875390" y="2194139"/>
                </a:moveTo>
                <a:cubicBezTo>
                  <a:pt x="1881295" y="2192139"/>
                  <a:pt x="1883105" y="2197187"/>
                  <a:pt x="1885677" y="2200711"/>
                </a:cubicBezTo>
                <a:cubicBezTo>
                  <a:pt x="1889677" y="2206236"/>
                  <a:pt x="1892059" y="2212903"/>
                  <a:pt x="1898059" y="2216904"/>
                </a:cubicBezTo>
                <a:cubicBezTo>
                  <a:pt x="1904155" y="2221095"/>
                  <a:pt x="1906441" y="2231001"/>
                  <a:pt x="1918633" y="2220809"/>
                </a:cubicBezTo>
                <a:cubicBezTo>
                  <a:pt x="1927968" y="2212998"/>
                  <a:pt x="1939684" y="2222904"/>
                  <a:pt x="1943589" y="2235763"/>
                </a:cubicBezTo>
                <a:cubicBezTo>
                  <a:pt x="1951876" y="2262624"/>
                  <a:pt x="1948256" y="2290056"/>
                  <a:pt x="1946256" y="2317202"/>
                </a:cubicBezTo>
                <a:cubicBezTo>
                  <a:pt x="1944827" y="2335109"/>
                  <a:pt x="1941208" y="2353016"/>
                  <a:pt x="1938445" y="2372256"/>
                </a:cubicBezTo>
                <a:cubicBezTo>
                  <a:pt x="1944732" y="2371399"/>
                  <a:pt x="1945399" y="2368065"/>
                  <a:pt x="1947304" y="2365970"/>
                </a:cubicBezTo>
                <a:cubicBezTo>
                  <a:pt x="1950542" y="2362255"/>
                  <a:pt x="1955114" y="2359493"/>
                  <a:pt x="1958829" y="2364160"/>
                </a:cubicBezTo>
                <a:cubicBezTo>
                  <a:pt x="1962925" y="2369399"/>
                  <a:pt x="1957686" y="2372542"/>
                  <a:pt x="1953781" y="2374257"/>
                </a:cubicBezTo>
                <a:cubicBezTo>
                  <a:pt x="1943494" y="2378638"/>
                  <a:pt x="1932349" y="2385591"/>
                  <a:pt x="1921491" y="2379210"/>
                </a:cubicBezTo>
                <a:cubicBezTo>
                  <a:pt x="1878247" y="2353683"/>
                  <a:pt x="1828241" y="2351968"/>
                  <a:pt x="1781378" y="2340729"/>
                </a:cubicBezTo>
                <a:cubicBezTo>
                  <a:pt x="1725943" y="2327489"/>
                  <a:pt x="1670412" y="2314630"/>
                  <a:pt x="1615453" y="2299676"/>
                </a:cubicBezTo>
                <a:cubicBezTo>
                  <a:pt x="1601165" y="2295771"/>
                  <a:pt x="1590973" y="2284817"/>
                  <a:pt x="1578972" y="2277102"/>
                </a:cubicBezTo>
                <a:cubicBezTo>
                  <a:pt x="1574686" y="2274339"/>
                  <a:pt x="1571257" y="2268910"/>
                  <a:pt x="1576210" y="2263481"/>
                </a:cubicBezTo>
                <a:cubicBezTo>
                  <a:pt x="1580877" y="2258242"/>
                  <a:pt x="1585735" y="2259576"/>
                  <a:pt x="1589545" y="2264624"/>
                </a:cubicBezTo>
                <a:cubicBezTo>
                  <a:pt x="1593640" y="2270053"/>
                  <a:pt x="1600403" y="2274816"/>
                  <a:pt x="1604689" y="2269482"/>
                </a:cubicBezTo>
                <a:cubicBezTo>
                  <a:pt x="1617167" y="2254051"/>
                  <a:pt x="1634598" y="2254242"/>
                  <a:pt x="1650600" y="2254527"/>
                </a:cubicBezTo>
                <a:cubicBezTo>
                  <a:pt x="1669364" y="2254813"/>
                  <a:pt x="1671269" y="2239097"/>
                  <a:pt x="1680032" y="2229858"/>
                </a:cubicBezTo>
                <a:cubicBezTo>
                  <a:pt x="1683556" y="2226143"/>
                  <a:pt x="1682223" y="2219380"/>
                  <a:pt x="1689462" y="2215951"/>
                </a:cubicBezTo>
                <a:cubicBezTo>
                  <a:pt x="1697749" y="2231001"/>
                  <a:pt x="1696225" y="2246526"/>
                  <a:pt x="1695082" y="2262147"/>
                </a:cubicBezTo>
                <a:cubicBezTo>
                  <a:pt x="1694796" y="2265576"/>
                  <a:pt x="1689081" y="2271387"/>
                  <a:pt x="1697844" y="2272339"/>
                </a:cubicBezTo>
                <a:cubicBezTo>
                  <a:pt x="1702797" y="2272911"/>
                  <a:pt x="1708131" y="2275006"/>
                  <a:pt x="1709655" y="2266529"/>
                </a:cubicBezTo>
                <a:cubicBezTo>
                  <a:pt x="1711655" y="2255385"/>
                  <a:pt x="1718037" y="2245574"/>
                  <a:pt x="1718704" y="2233763"/>
                </a:cubicBezTo>
                <a:cubicBezTo>
                  <a:pt x="1719466" y="2220237"/>
                  <a:pt x="1728705" y="2210808"/>
                  <a:pt x="1741278" y="2214141"/>
                </a:cubicBezTo>
                <a:cubicBezTo>
                  <a:pt x="1753470" y="2217380"/>
                  <a:pt x="1763566" y="2215951"/>
                  <a:pt x="1774901" y="2213284"/>
                </a:cubicBezTo>
                <a:cubicBezTo>
                  <a:pt x="1782426" y="2211570"/>
                  <a:pt x="1790998" y="2212617"/>
                  <a:pt x="1796523" y="2218047"/>
                </a:cubicBezTo>
                <a:cubicBezTo>
                  <a:pt x="1806715" y="2228143"/>
                  <a:pt x="1807858" y="2225000"/>
                  <a:pt x="1813763" y="2213094"/>
                </a:cubicBezTo>
                <a:cubicBezTo>
                  <a:pt x="1820621" y="2199187"/>
                  <a:pt x="1837766" y="2208045"/>
                  <a:pt x="1845862" y="2212522"/>
                </a:cubicBezTo>
                <a:cubicBezTo>
                  <a:pt x="1861102" y="2220904"/>
                  <a:pt x="1867675" y="2221190"/>
                  <a:pt x="1868913" y="2202616"/>
                </a:cubicBezTo>
                <a:cubicBezTo>
                  <a:pt x="1869199" y="2198425"/>
                  <a:pt x="1871580" y="2195377"/>
                  <a:pt x="1875390" y="2194139"/>
                </a:cubicBezTo>
                <a:close/>
                <a:moveTo>
                  <a:pt x="1718508" y="2011518"/>
                </a:moveTo>
                <a:cubicBezTo>
                  <a:pt x="1715721" y="2010985"/>
                  <a:pt x="1712536" y="2011569"/>
                  <a:pt x="1708702" y="2013926"/>
                </a:cubicBezTo>
                <a:cubicBezTo>
                  <a:pt x="1699749" y="2015641"/>
                  <a:pt x="1689843" y="2005830"/>
                  <a:pt x="1685747" y="2018498"/>
                </a:cubicBezTo>
                <a:cubicBezTo>
                  <a:pt x="1682413" y="2028881"/>
                  <a:pt x="1688128" y="2037834"/>
                  <a:pt x="1694415" y="2045263"/>
                </a:cubicBezTo>
                <a:cubicBezTo>
                  <a:pt x="1699653" y="2051455"/>
                  <a:pt x="1706226" y="2057075"/>
                  <a:pt x="1713274" y="2061170"/>
                </a:cubicBezTo>
                <a:cubicBezTo>
                  <a:pt x="1726323" y="2068695"/>
                  <a:pt x="1739373" y="2062408"/>
                  <a:pt x="1741944" y="2047550"/>
                </a:cubicBezTo>
                <a:cubicBezTo>
                  <a:pt x="1742992" y="2041263"/>
                  <a:pt x="1746612" y="2032119"/>
                  <a:pt x="1739658" y="2028690"/>
                </a:cubicBezTo>
                <a:cubicBezTo>
                  <a:pt x="1731657" y="2024761"/>
                  <a:pt x="1726871" y="2013116"/>
                  <a:pt x="1718508" y="2011518"/>
                </a:cubicBezTo>
                <a:close/>
                <a:moveTo>
                  <a:pt x="1397806" y="1996781"/>
                </a:moveTo>
                <a:cubicBezTo>
                  <a:pt x="1403521" y="1998210"/>
                  <a:pt x="1398949" y="2005163"/>
                  <a:pt x="1400950" y="2008497"/>
                </a:cubicBezTo>
                <a:cubicBezTo>
                  <a:pt x="1407712" y="2019737"/>
                  <a:pt x="1414666" y="2030595"/>
                  <a:pt x="1419714" y="2042978"/>
                </a:cubicBezTo>
                <a:cubicBezTo>
                  <a:pt x="1422571" y="2050121"/>
                  <a:pt x="1431144" y="2052312"/>
                  <a:pt x="1439335" y="2050312"/>
                </a:cubicBezTo>
                <a:cubicBezTo>
                  <a:pt x="1443622" y="2049264"/>
                  <a:pt x="1448956" y="2046216"/>
                  <a:pt x="1449337" y="2053741"/>
                </a:cubicBezTo>
                <a:cubicBezTo>
                  <a:pt x="1449622" y="2059741"/>
                  <a:pt x="1445812" y="2063552"/>
                  <a:pt x="1439335" y="2063456"/>
                </a:cubicBezTo>
                <a:cubicBezTo>
                  <a:pt x="1428763" y="2063552"/>
                  <a:pt x="1418190" y="2062694"/>
                  <a:pt x="1407808" y="2065647"/>
                </a:cubicBezTo>
                <a:cubicBezTo>
                  <a:pt x="1399045" y="2067076"/>
                  <a:pt x="1396568" y="2061361"/>
                  <a:pt x="1393520" y="2054503"/>
                </a:cubicBezTo>
                <a:cubicBezTo>
                  <a:pt x="1389139" y="2044502"/>
                  <a:pt x="1386472" y="2033167"/>
                  <a:pt x="1376089" y="2026690"/>
                </a:cubicBezTo>
                <a:cubicBezTo>
                  <a:pt x="1370184" y="2023070"/>
                  <a:pt x="1373232" y="2018784"/>
                  <a:pt x="1376470" y="2015736"/>
                </a:cubicBezTo>
                <a:cubicBezTo>
                  <a:pt x="1380090" y="2012402"/>
                  <a:pt x="1386853" y="2013736"/>
                  <a:pt x="1388377" y="2006878"/>
                </a:cubicBezTo>
                <a:cubicBezTo>
                  <a:pt x="1389520" y="2001925"/>
                  <a:pt x="1390567" y="1994971"/>
                  <a:pt x="1397806" y="1996781"/>
                </a:cubicBezTo>
                <a:close/>
                <a:moveTo>
                  <a:pt x="1185090" y="1920259"/>
                </a:moveTo>
                <a:cubicBezTo>
                  <a:pt x="1189186" y="1921699"/>
                  <a:pt x="1192210" y="1925486"/>
                  <a:pt x="1194353" y="1931534"/>
                </a:cubicBezTo>
                <a:cubicBezTo>
                  <a:pt x="1198449" y="1943059"/>
                  <a:pt x="1203973" y="1952394"/>
                  <a:pt x="1193877" y="1967634"/>
                </a:cubicBezTo>
                <a:cubicBezTo>
                  <a:pt x="1179589" y="1989351"/>
                  <a:pt x="1174827" y="2017069"/>
                  <a:pt x="1180065" y="2044405"/>
                </a:cubicBezTo>
                <a:cubicBezTo>
                  <a:pt x="1184256" y="2066313"/>
                  <a:pt x="1201592" y="2077838"/>
                  <a:pt x="1223880" y="2073171"/>
                </a:cubicBezTo>
                <a:cubicBezTo>
                  <a:pt x="1232453" y="2071361"/>
                  <a:pt x="1239406" y="2071075"/>
                  <a:pt x="1242073" y="2080600"/>
                </a:cubicBezTo>
                <a:cubicBezTo>
                  <a:pt x="1245026" y="2090983"/>
                  <a:pt x="1237501" y="2093459"/>
                  <a:pt x="1229405" y="2095269"/>
                </a:cubicBezTo>
                <a:cubicBezTo>
                  <a:pt x="1178541" y="2106699"/>
                  <a:pt x="1136631" y="2135369"/>
                  <a:pt x="1094817" y="2164516"/>
                </a:cubicBezTo>
                <a:cubicBezTo>
                  <a:pt x="1083958" y="2172041"/>
                  <a:pt x="1074814" y="2182423"/>
                  <a:pt x="1057002" y="2176803"/>
                </a:cubicBezTo>
                <a:cubicBezTo>
                  <a:pt x="1042810" y="2172326"/>
                  <a:pt x="1025951" y="2176898"/>
                  <a:pt x="1010235" y="2176993"/>
                </a:cubicBezTo>
                <a:cubicBezTo>
                  <a:pt x="1003853" y="2176993"/>
                  <a:pt x="1000614" y="2180804"/>
                  <a:pt x="997471" y="2185185"/>
                </a:cubicBezTo>
                <a:cubicBezTo>
                  <a:pt x="994709" y="2189090"/>
                  <a:pt x="991280" y="2191471"/>
                  <a:pt x="986327" y="2192138"/>
                </a:cubicBezTo>
                <a:cubicBezTo>
                  <a:pt x="965372" y="2194900"/>
                  <a:pt x="964705" y="2195948"/>
                  <a:pt x="967086" y="2216522"/>
                </a:cubicBezTo>
                <a:cubicBezTo>
                  <a:pt x="967944" y="2224047"/>
                  <a:pt x="968610" y="2231667"/>
                  <a:pt x="968896" y="2239287"/>
                </a:cubicBezTo>
                <a:cubicBezTo>
                  <a:pt x="969372" y="2250050"/>
                  <a:pt x="960895" y="2252527"/>
                  <a:pt x="953561" y="2251574"/>
                </a:cubicBezTo>
                <a:cubicBezTo>
                  <a:pt x="941178" y="2249955"/>
                  <a:pt x="950989" y="2241763"/>
                  <a:pt x="952037" y="2238144"/>
                </a:cubicBezTo>
                <a:cubicBezTo>
                  <a:pt x="958704" y="2215093"/>
                  <a:pt x="959276" y="2193472"/>
                  <a:pt x="933749" y="2182899"/>
                </a:cubicBezTo>
                <a:cubicBezTo>
                  <a:pt x="918128" y="2176422"/>
                  <a:pt x="906507" y="2167659"/>
                  <a:pt x="897840" y="2153848"/>
                </a:cubicBezTo>
                <a:cubicBezTo>
                  <a:pt x="895268" y="2149657"/>
                  <a:pt x="891363" y="2146228"/>
                  <a:pt x="886695" y="2147180"/>
                </a:cubicBezTo>
                <a:cubicBezTo>
                  <a:pt x="878504" y="2148800"/>
                  <a:pt x="886314" y="2154514"/>
                  <a:pt x="884981" y="2157658"/>
                </a:cubicBezTo>
                <a:cubicBezTo>
                  <a:pt x="881171" y="2166516"/>
                  <a:pt x="869550" y="2164135"/>
                  <a:pt x="863835" y="2171564"/>
                </a:cubicBezTo>
                <a:cubicBezTo>
                  <a:pt x="862311" y="2173564"/>
                  <a:pt x="852310" y="2172707"/>
                  <a:pt x="856882" y="2163278"/>
                </a:cubicBezTo>
                <a:cubicBezTo>
                  <a:pt x="858311" y="2160325"/>
                  <a:pt x="854596" y="2160229"/>
                  <a:pt x="852596" y="2160039"/>
                </a:cubicBezTo>
                <a:cubicBezTo>
                  <a:pt x="830688" y="2157467"/>
                  <a:pt x="830688" y="2157467"/>
                  <a:pt x="835832" y="2137274"/>
                </a:cubicBezTo>
                <a:cubicBezTo>
                  <a:pt x="830307" y="2137084"/>
                  <a:pt x="823545" y="2146513"/>
                  <a:pt x="820497" y="2139179"/>
                </a:cubicBezTo>
                <a:cubicBezTo>
                  <a:pt x="818306" y="2133845"/>
                  <a:pt x="822306" y="2120225"/>
                  <a:pt x="825831" y="2119272"/>
                </a:cubicBezTo>
                <a:cubicBezTo>
                  <a:pt x="842880" y="2114795"/>
                  <a:pt x="839356" y="2099650"/>
                  <a:pt x="843738" y="2087554"/>
                </a:cubicBezTo>
                <a:cubicBezTo>
                  <a:pt x="848691" y="2097174"/>
                  <a:pt x="845262" y="2105556"/>
                  <a:pt x="845547" y="2113843"/>
                </a:cubicBezTo>
                <a:cubicBezTo>
                  <a:pt x="845928" y="2122510"/>
                  <a:pt x="847167" y="2130797"/>
                  <a:pt x="856406" y="2134703"/>
                </a:cubicBezTo>
                <a:cubicBezTo>
                  <a:pt x="861264" y="2136798"/>
                  <a:pt x="866407" y="2140037"/>
                  <a:pt x="871455" y="2136322"/>
                </a:cubicBezTo>
                <a:cubicBezTo>
                  <a:pt x="875551" y="2133274"/>
                  <a:pt x="874789" y="2128511"/>
                  <a:pt x="874027" y="2123749"/>
                </a:cubicBezTo>
                <a:cubicBezTo>
                  <a:pt x="872503" y="2114986"/>
                  <a:pt x="870884" y="2106032"/>
                  <a:pt x="873646" y="2092412"/>
                </a:cubicBezTo>
                <a:cubicBezTo>
                  <a:pt x="878980" y="2103175"/>
                  <a:pt x="875646" y="2113081"/>
                  <a:pt x="885171" y="2118891"/>
                </a:cubicBezTo>
                <a:cubicBezTo>
                  <a:pt x="891458" y="2116986"/>
                  <a:pt x="884124" y="2106604"/>
                  <a:pt x="890505" y="2105270"/>
                </a:cubicBezTo>
                <a:cubicBezTo>
                  <a:pt x="896982" y="2103937"/>
                  <a:pt x="902031" y="2108318"/>
                  <a:pt x="906603" y="2112319"/>
                </a:cubicBezTo>
                <a:cubicBezTo>
                  <a:pt x="912318" y="2117367"/>
                  <a:pt x="918604" y="2117081"/>
                  <a:pt x="925748" y="2116891"/>
                </a:cubicBezTo>
                <a:cubicBezTo>
                  <a:pt x="940512" y="2116414"/>
                  <a:pt x="941559" y="2110414"/>
                  <a:pt x="932892" y="2100793"/>
                </a:cubicBezTo>
                <a:cubicBezTo>
                  <a:pt x="910032" y="2075647"/>
                  <a:pt x="919271" y="2048501"/>
                  <a:pt x="928224" y="2021831"/>
                </a:cubicBezTo>
                <a:cubicBezTo>
                  <a:pt x="931177" y="2012783"/>
                  <a:pt x="937083" y="2004686"/>
                  <a:pt x="940321" y="1994685"/>
                </a:cubicBezTo>
                <a:cubicBezTo>
                  <a:pt x="932892" y="2037643"/>
                  <a:pt x="964134" y="2070885"/>
                  <a:pt x="967372" y="2110890"/>
                </a:cubicBezTo>
                <a:cubicBezTo>
                  <a:pt x="967658" y="2114414"/>
                  <a:pt x="969849" y="2118034"/>
                  <a:pt x="971944" y="2121177"/>
                </a:cubicBezTo>
                <a:cubicBezTo>
                  <a:pt x="972992" y="2122701"/>
                  <a:pt x="975849" y="2124416"/>
                  <a:pt x="977469" y="2123939"/>
                </a:cubicBezTo>
                <a:cubicBezTo>
                  <a:pt x="981279" y="2122987"/>
                  <a:pt x="980707" y="2119653"/>
                  <a:pt x="979755" y="2116700"/>
                </a:cubicBezTo>
                <a:cubicBezTo>
                  <a:pt x="977088" y="2108795"/>
                  <a:pt x="973659" y="2101079"/>
                  <a:pt x="971849" y="2093078"/>
                </a:cubicBezTo>
                <a:cubicBezTo>
                  <a:pt x="969372" y="2082410"/>
                  <a:pt x="967086" y="2071266"/>
                  <a:pt x="975183" y="2058883"/>
                </a:cubicBezTo>
                <a:cubicBezTo>
                  <a:pt x="982993" y="2072218"/>
                  <a:pt x="984898" y="2086792"/>
                  <a:pt x="996138" y="2095555"/>
                </a:cubicBezTo>
                <a:cubicBezTo>
                  <a:pt x="999186" y="2097936"/>
                  <a:pt x="1002519" y="2100984"/>
                  <a:pt x="1006234" y="2098793"/>
                </a:cubicBezTo>
                <a:cubicBezTo>
                  <a:pt x="1010330" y="2096412"/>
                  <a:pt x="1008901" y="2091935"/>
                  <a:pt x="1006901" y="2088697"/>
                </a:cubicBezTo>
                <a:cubicBezTo>
                  <a:pt x="1002424" y="2081553"/>
                  <a:pt x="1004996" y="2075838"/>
                  <a:pt x="1009282" y="2069933"/>
                </a:cubicBezTo>
                <a:cubicBezTo>
                  <a:pt x="1016140" y="2060693"/>
                  <a:pt x="1020617" y="2050311"/>
                  <a:pt x="1024808" y="2038500"/>
                </a:cubicBezTo>
                <a:cubicBezTo>
                  <a:pt x="1026999" y="2058979"/>
                  <a:pt x="1036143" y="2078029"/>
                  <a:pt x="1032618" y="2099079"/>
                </a:cubicBezTo>
                <a:cubicBezTo>
                  <a:pt x="1031856" y="2103556"/>
                  <a:pt x="1030428" y="2108033"/>
                  <a:pt x="1030428" y="2112414"/>
                </a:cubicBezTo>
                <a:cubicBezTo>
                  <a:pt x="1030523" y="2121367"/>
                  <a:pt x="1038143" y="2124130"/>
                  <a:pt x="1044620" y="2124225"/>
                </a:cubicBezTo>
                <a:cubicBezTo>
                  <a:pt x="1052145" y="2124320"/>
                  <a:pt x="1050716" y="2116891"/>
                  <a:pt x="1050430" y="2111842"/>
                </a:cubicBezTo>
                <a:cubicBezTo>
                  <a:pt x="1050144" y="2106508"/>
                  <a:pt x="1048525" y="2101270"/>
                  <a:pt x="1048716" y="2096031"/>
                </a:cubicBezTo>
                <a:cubicBezTo>
                  <a:pt x="1049192" y="2076791"/>
                  <a:pt x="1043096" y="2057645"/>
                  <a:pt x="1051859" y="2038214"/>
                </a:cubicBezTo>
                <a:cubicBezTo>
                  <a:pt x="1054907" y="2031451"/>
                  <a:pt x="1055288" y="2020974"/>
                  <a:pt x="1049573" y="2012116"/>
                </a:cubicBezTo>
                <a:cubicBezTo>
                  <a:pt x="1043382" y="2002496"/>
                  <a:pt x="1047763" y="1991446"/>
                  <a:pt x="1049478" y="1980969"/>
                </a:cubicBezTo>
                <a:cubicBezTo>
                  <a:pt x="1050144" y="1976968"/>
                  <a:pt x="1053097" y="1972111"/>
                  <a:pt x="1056621" y="1973921"/>
                </a:cubicBezTo>
                <a:cubicBezTo>
                  <a:pt x="1075862" y="1983826"/>
                  <a:pt x="1071385" y="1967158"/>
                  <a:pt x="1074624" y="1958776"/>
                </a:cubicBezTo>
                <a:cubicBezTo>
                  <a:pt x="1079386" y="1946203"/>
                  <a:pt x="1082339" y="1932677"/>
                  <a:pt x="1091769" y="1920485"/>
                </a:cubicBezTo>
                <a:cubicBezTo>
                  <a:pt x="1099103" y="1927248"/>
                  <a:pt x="1097198" y="1935154"/>
                  <a:pt x="1096150" y="1941726"/>
                </a:cubicBezTo>
                <a:cubicBezTo>
                  <a:pt x="1091197" y="1973063"/>
                  <a:pt x="1087863" y="2004496"/>
                  <a:pt x="1085196" y="2036024"/>
                </a:cubicBezTo>
                <a:cubicBezTo>
                  <a:pt x="1085101" y="2037547"/>
                  <a:pt x="1084720" y="2039071"/>
                  <a:pt x="1084720" y="2040596"/>
                </a:cubicBezTo>
                <a:cubicBezTo>
                  <a:pt x="1084530" y="2051073"/>
                  <a:pt x="1088054" y="2053740"/>
                  <a:pt x="1100151" y="2063551"/>
                </a:cubicBezTo>
                <a:cubicBezTo>
                  <a:pt x="1105961" y="2068313"/>
                  <a:pt x="1107390" y="2078219"/>
                  <a:pt x="1111295" y="2085554"/>
                </a:cubicBezTo>
                <a:cubicBezTo>
                  <a:pt x="1113390" y="2089459"/>
                  <a:pt x="1111485" y="2098793"/>
                  <a:pt x="1119486" y="2095745"/>
                </a:cubicBezTo>
                <a:cubicBezTo>
                  <a:pt x="1126249" y="2093174"/>
                  <a:pt x="1121868" y="2086125"/>
                  <a:pt x="1119772" y="2081839"/>
                </a:cubicBezTo>
                <a:cubicBezTo>
                  <a:pt x="1110819" y="2064122"/>
                  <a:pt x="1123011" y="2047930"/>
                  <a:pt x="1123392" y="2030975"/>
                </a:cubicBezTo>
                <a:cubicBezTo>
                  <a:pt x="1123677" y="2020498"/>
                  <a:pt x="1128440" y="2010306"/>
                  <a:pt x="1123392" y="1999733"/>
                </a:cubicBezTo>
                <a:cubicBezTo>
                  <a:pt x="1122439" y="1997828"/>
                  <a:pt x="1121772" y="1994685"/>
                  <a:pt x="1122725" y="1993161"/>
                </a:cubicBezTo>
                <a:cubicBezTo>
                  <a:pt x="1137679" y="1969444"/>
                  <a:pt x="1140537" y="1938106"/>
                  <a:pt x="1169397" y="1923057"/>
                </a:cubicBezTo>
                <a:cubicBezTo>
                  <a:pt x="1175827" y="1919723"/>
                  <a:pt x="1180994" y="1918818"/>
                  <a:pt x="1185090" y="1920259"/>
                </a:cubicBezTo>
                <a:close/>
                <a:moveTo>
                  <a:pt x="1249693" y="1886386"/>
                </a:moveTo>
                <a:cubicBezTo>
                  <a:pt x="1258075" y="1884576"/>
                  <a:pt x="1264838" y="1889338"/>
                  <a:pt x="1268457" y="1896387"/>
                </a:cubicBezTo>
                <a:cubicBezTo>
                  <a:pt x="1275792" y="1910770"/>
                  <a:pt x="1280078" y="1926010"/>
                  <a:pt x="1279411" y="1942488"/>
                </a:cubicBezTo>
                <a:cubicBezTo>
                  <a:pt x="1279221" y="1946584"/>
                  <a:pt x="1278363" y="1952870"/>
                  <a:pt x="1284840" y="1952965"/>
                </a:cubicBezTo>
                <a:cubicBezTo>
                  <a:pt x="1289031" y="1953061"/>
                  <a:pt x="1289127" y="1947631"/>
                  <a:pt x="1290841" y="1944393"/>
                </a:cubicBezTo>
                <a:cubicBezTo>
                  <a:pt x="1293984" y="1938392"/>
                  <a:pt x="1286460" y="1925724"/>
                  <a:pt x="1298080" y="1926390"/>
                </a:cubicBezTo>
                <a:cubicBezTo>
                  <a:pt x="1306081" y="1926867"/>
                  <a:pt x="1309986" y="1938964"/>
                  <a:pt x="1310463" y="1946298"/>
                </a:cubicBezTo>
                <a:cubicBezTo>
                  <a:pt x="1311415" y="1958966"/>
                  <a:pt x="1318940" y="1974397"/>
                  <a:pt x="1301985" y="1983636"/>
                </a:cubicBezTo>
                <a:cubicBezTo>
                  <a:pt x="1298652" y="1985445"/>
                  <a:pt x="1299604" y="1989541"/>
                  <a:pt x="1302652" y="1991161"/>
                </a:cubicBezTo>
                <a:cubicBezTo>
                  <a:pt x="1314844" y="1997542"/>
                  <a:pt x="1305891" y="2009449"/>
                  <a:pt x="1309891" y="2018021"/>
                </a:cubicBezTo>
                <a:cubicBezTo>
                  <a:pt x="1310367" y="2019164"/>
                  <a:pt x="1308272" y="2021926"/>
                  <a:pt x="1306843" y="2023355"/>
                </a:cubicBezTo>
                <a:cubicBezTo>
                  <a:pt x="1306081" y="2024117"/>
                  <a:pt x="1304081" y="2023545"/>
                  <a:pt x="1302652" y="2023641"/>
                </a:cubicBezTo>
                <a:cubicBezTo>
                  <a:pt x="1305224" y="2008686"/>
                  <a:pt x="1285221" y="2027070"/>
                  <a:pt x="1286460" y="2012306"/>
                </a:cubicBezTo>
                <a:cubicBezTo>
                  <a:pt x="1287507" y="1998114"/>
                  <a:pt x="1286555" y="1983731"/>
                  <a:pt x="1286555" y="1965443"/>
                </a:cubicBezTo>
                <a:cubicBezTo>
                  <a:pt x="1277030" y="1972396"/>
                  <a:pt x="1278459" y="1980397"/>
                  <a:pt x="1272553" y="1987636"/>
                </a:cubicBezTo>
                <a:cubicBezTo>
                  <a:pt x="1271791" y="1972396"/>
                  <a:pt x="1270839" y="1958871"/>
                  <a:pt x="1246455" y="1970491"/>
                </a:cubicBezTo>
                <a:cubicBezTo>
                  <a:pt x="1260647" y="1955918"/>
                  <a:pt x="1254456" y="1938868"/>
                  <a:pt x="1269505" y="1931153"/>
                </a:cubicBezTo>
                <a:cubicBezTo>
                  <a:pt x="1273506" y="1929057"/>
                  <a:pt x="1268838" y="1921342"/>
                  <a:pt x="1264266" y="1918104"/>
                </a:cubicBezTo>
                <a:cubicBezTo>
                  <a:pt x="1258075" y="1913818"/>
                  <a:pt x="1254456" y="1917056"/>
                  <a:pt x="1252170" y="1922961"/>
                </a:cubicBezTo>
                <a:cubicBezTo>
                  <a:pt x="1249979" y="1928581"/>
                  <a:pt x="1248074" y="1934201"/>
                  <a:pt x="1245216" y="1942011"/>
                </a:cubicBezTo>
                <a:cubicBezTo>
                  <a:pt x="1237882" y="1933344"/>
                  <a:pt x="1240835" y="1925343"/>
                  <a:pt x="1241787" y="1917913"/>
                </a:cubicBezTo>
                <a:cubicBezTo>
                  <a:pt x="1242454" y="1912770"/>
                  <a:pt x="1246645" y="1908007"/>
                  <a:pt x="1245026" y="1902578"/>
                </a:cubicBezTo>
                <a:cubicBezTo>
                  <a:pt x="1243026" y="1895815"/>
                  <a:pt x="1239406" y="1888672"/>
                  <a:pt x="1249693" y="1886386"/>
                </a:cubicBezTo>
                <a:close/>
                <a:moveTo>
                  <a:pt x="2406742" y="1866372"/>
                </a:moveTo>
                <a:cubicBezTo>
                  <a:pt x="2404647" y="1865670"/>
                  <a:pt x="2402599" y="1866003"/>
                  <a:pt x="2401170" y="1868956"/>
                </a:cubicBezTo>
                <a:cubicBezTo>
                  <a:pt x="2398788" y="1873909"/>
                  <a:pt x="2404503" y="1876766"/>
                  <a:pt x="2408599" y="1878671"/>
                </a:cubicBezTo>
                <a:cubicBezTo>
                  <a:pt x="2412695" y="1880481"/>
                  <a:pt x="2417267" y="1882862"/>
                  <a:pt x="2421553" y="1882767"/>
                </a:cubicBezTo>
                <a:cubicBezTo>
                  <a:pt x="2451176" y="1882196"/>
                  <a:pt x="2459367" y="1906484"/>
                  <a:pt x="2472321" y="1925344"/>
                </a:cubicBezTo>
                <a:cubicBezTo>
                  <a:pt x="2475465" y="1929821"/>
                  <a:pt x="2473655" y="1933821"/>
                  <a:pt x="2471750" y="1938107"/>
                </a:cubicBezTo>
                <a:cubicBezTo>
                  <a:pt x="2460987" y="1963634"/>
                  <a:pt x="2468416" y="1987447"/>
                  <a:pt x="2481275" y="2009354"/>
                </a:cubicBezTo>
                <a:cubicBezTo>
                  <a:pt x="2487752" y="2020308"/>
                  <a:pt x="2496610" y="2032214"/>
                  <a:pt x="2512803" y="2031452"/>
                </a:cubicBezTo>
                <a:cubicBezTo>
                  <a:pt x="2513184" y="2028976"/>
                  <a:pt x="2513660" y="2027547"/>
                  <a:pt x="2513565" y="2026118"/>
                </a:cubicBezTo>
                <a:cubicBezTo>
                  <a:pt x="2512041" y="2009640"/>
                  <a:pt x="2499944" y="1989542"/>
                  <a:pt x="2529186" y="1983923"/>
                </a:cubicBezTo>
                <a:cubicBezTo>
                  <a:pt x="2533758" y="1983065"/>
                  <a:pt x="2532805" y="1976112"/>
                  <a:pt x="2531948" y="1971731"/>
                </a:cubicBezTo>
                <a:cubicBezTo>
                  <a:pt x="2530900" y="1966587"/>
                  <a:pt x="2527281" y="1963729"/>
                  <a:pt x="2522042" y="1964873"/>
                </a:cubicBezTo>
                <a:cubicBezTo>
                  <a:pt x="2517661" y="1965825"/>
                  <a:pt x="2513470" y="1968016"/>
                  <a:pt x="2509183" y="1969445"/>
                </a:cubicBezTo>
                <a:cubicBezTo>
                  <a:pt x="2504040" y="1971159"/>
                  <a:pt x="2497563" y="1972778"/>
                  <a:pt x="2494610" y="1967540"/>
                </a:cubicBezTo>
                <a:cubicBezTo>
                  <a:pt x="2490800" y="1960682"/>
                  <a:pt x="2497563" y="1958681"/>
                  <a:pt x="2502420" y="1956681"/>
                </a:cubicBezTo>
                <a:cubicBezTo>
                  <a:pt x="2507088" y="1954681"/>
                  <a:pt x="2510993" y="1951537"/>
                  <a:pt x="2508612" y="1946489"/>
                </a:cubicBezTo>
                <a:cubicBezTo>
                  <a:pt x="2506326" y="1941441"/>
                  <a:pt x="2500801" y="1941536"/>
                  <a:pt x="2497182" y="1945061"/>
                </a:cubicBezTo>
                <a:cubicBezTo>
                  <a:pt x="2492800" y="1949442"/>
                  <a:pt x="2488990" y="1946870"/>
                  <a:pt x="2489847" y="1943251"/>
                </a:cubicBezTo>
                <a:cubicBezTo>
                  <a:pt x="2493467" y="1928678"/>
                  <a:pt x="2478798" y="1922582"/>
                  <a:pt x="2475370" y="1909342"/>
                </a:cubicBezTo>
                <a:cubicBezTo>
                  <a:pt x="2492895" y="1904484"/>
                  <a:pt x="2505468" y="1918676"/>
                  <a:pt x="2520518" y="1917438"/>
                </a:cubicBezTo>
                <a:cubicBezTo>
                  <a:pt x="2537949" y="1916009"/>
                  <a:pt x="2553665" y="1917438"/>
                  <a:pt x="2566428" y="1931345"/>
                </a:cubicBezTo>
                <a:cubicBezTo>
                  <a:pt x="2572048" y="1937345"/>
                  <a:pt x="2580525" y="1934869"/>
                  <a:pt x="2585383" y="1930868"/>
                </a:cubicBezTo>
                <a:cubicBezTo>
                  <a:pt x="2591479" y="1925725"/>
                  <a:pt x="2595956" y="1917438"/>
                  <a:pt x="2593861" y="1908770"/>
                </a:cubicBezTo>
                <a:cubicBezTo>
                  <a:pt x="2592051" y="1901246"/>
                  <a:pt x="2584812" y="1898960"/>
                  <a:pt x="2577573" y="1898674"/>
                </a:cubicBezTo>
                <a:cubicBezTo>
                  <a:pt x="2566905" y="1898198"/>
                  <a:pt x="2555665" y="1897721"/>
                  <a:pt x="2546045" y="1902198"/>
                </a:cubicBezTo>
                <a:cubicBezTo>
                  <a:pt x="2529281" y="1909913"/>
                  <a:pt x="2514136" y="1905913"/>
                  <a:pt x="2500706" y="1896769"/>
                </a:cubicBezTo>
                <a:cubicBezTo>
                  <a:pt x="2481180" y="1883434"/>
                  <a:pt x="2459082" y="1878862"/>
                  <a:pt x="2436984" y="1873433"/>
                </a:cubicBezTo>
                <a:cubicBezTo>
                  <a:pt x="2428887" y="1871432"/>
                  <a:pt x="2420220" y="1875719"/>
                  <a:pt x="2412600" y="1870004"/>
                </a:cubicBezTo>
                <a:cubicBezTo>
                  <a:pt x="2410981" y="1868813"/>
                  <a:pt x="2408837" y="1867075"/>
                  <a:pt x="2406742" y="1866372"/>
                </a:cubicBezTo>
                <a:close/>
                <a:moveTo>
                  <a:pt x="657560" y="1833022"/>
                </a:moveTo>
                <a:cubicBezTo>
                  <a:pt x="659524" y="1833998"/>
                  <a:pt x="661143" y="1835808"/>
                  <a:pt x="662286" y="1837713"/>
                </a:cubicBezTo>
                <a:cubicBezTo>
                  <a:pt x="669335" y="1849334"/>
                  <a:pt x="678764" y="1849619"/>
                  <a:pt x="689051" y="1843523"/>
                </a:cubicBezTo>
                <a:cubicBezTo>
                  <a:pt x="703910" y="1834760"/>
                  <a:pt x="721055" y="1849810"/>
                  <a:pt x="735914" y="1838666"/>
                </a:cubicBezTo>
                <a:cubicBezTo>
                  <a:pt x="738105" y="1837046"/>
                  <a:pt x="752012" y="1866574"/>
                  <a:pt x="750964" y="1875527"/>
                </a:cubicBezTo>
                <a:cubicBezTo>
                  <a:pt x="736391" y="1890291"/>
                  <a:pt x="753917" y="1894863"/>
                  <a:pt x="762394" y="1903245"/>
                </a:cubicBezTo>
                <a:cubicBezTo>
                  <a:pt x="765918" y="1906769"/>
                  <a:pt x="772586" y="1911246"/>
                  <a:pt x="769442" y="1916009"/>
                </a:cubicBezTo>
                <a:cubicBezTo>
                  <a:pt x="766680" y="1920104"/>
                  <a:pt x="759441" y="1922581"/>
                  <a:pt x="753917" y="1923152"/>
                </a:cubicBezTo>
                <a:cubicBezTo>
                  <a:pt x="747249" y="1923914"/>
                  <a:pt x="748964" y="1914770"/>
                  <a:pt x="748106" y="1914104"/>
                </a:cubicBezTo>
                <a:cubicBezTo>
                  <a:pt x="734962" y="1902293"/>
                  <a:pt x="720770" y="1891529"/>
                  <a:pt x="706387" y="1881052"/>
                </a:cubicBezTo>
                <a:cubicBezTo>
                  <a:pt x="689623" y="1868764"/>
                  <a:pt x="669716" y="1863145"/>
                  <a:pt x="650856" y="1855430"/>
                </a:cubicBezTo>
                <a:cubicBezTo>
                  <a:pt x="646951" y="1853810"/>
                  <a:pt x="640664" y="1853620"/>
                  <a:pt x="640950" y="1847809"/>
                </a:cubicBezTo>
                <a:cubicBezTo>
                  <a:pt x="641236" y="1841618"/>
                  <a:pt x="645332" y="1836475"/>
                  <a:pt x="650761" y="1833331"/>
                </a:cubicBezTo>
                <a:cubicBezTo>
                  <a:pt x="653285" y="1831903"/>
                  <a:pt x="655595" y="1832046"/>
                  <a:pt x="657560" y="1833022"/>
                </a:cubicBezTo>
                <a:close/>
                <a:moveTo>
                  <a:pt x="1027950" y="1803233"/>
                </a:moveTo>
                <a:lnTo>
                  <a:pt x="1028903" y="1804376"/>
                </a:lnTo>
                <a:lnTo>
                  <a:pt x="1027900" y="1803426"/>
                </a:lnTo>
                <a:close/>
                <a:moveTo>
                  <a:pt x="1008710" y="1612543"/>
                </a:moveTo>
                <a:cubicBezTo>
                  <a:pt x="1011377" y="1636736"/>
                  <a:pt x="1000995" y="1657787"/>
                  <a:pt x="998233" y="1679980"/>
                </a:cubicBezTo>
                <a:cubicBezTo>
                  <a:pt x="995089" y="1705126"/>
                  <a:pt x="993184" y="1729700"/>
                  <a:pt x="996708" y="1754846"/>
                </a:cubicBezTo>
                <a:cubicBezTo>
                  <a:pt x="998137" y="1765800"/>
                  <a:pt x="1001543" y="1775325"/>
                  <a:pt x="1006912" y="1783540"/>
                </a:cubicBezTo>
                <a:lnTo>
                  <a:pt x="1027900" y="1803426"/>
                </a:lnTo>
                <a:lnTo>
                  <a:pt x="1020831" y="1830487"/>
                </a:lnTo>
                <a:cubicBezTo>
                  <a:pt x="1015687" y="1837952"/>
                  <a:pt x="1008377" y="1844096"/>
                  <a:pt x="1000709" y="1849811"/>
                </a:cubicBezTo>
                <a:cubicBezTo>
                  <a:pt x="990993" y="1857049"/>
                  <a:pt x="979944" y="1862574"/>
                  <a:pt x="969277" y="1868289"/>
                </a:cubicBezTo>
                <a:cubicBezTo>
                  <a:pt x="924604" y="1892102"/>
                  <a:pt x="888028" y="1926868"/>
                  <a:pt x="848881" y="1958015"/>
                </a:cubicBezTo>
                <a:cubicBezTo>
                  <a:pt x="832116" y="1971349"/>
                  <a:pt x="829640" y="1993352"/>
                  <a:pt x="820115" y="2014783"/>
                </a:cubicBezTo>
                <a:cubicBezTo>
                  <a:pt x="799922" y="1970587"/>
                  <a:pt x="810209" y="1934012"/>
                  <a:pt x="834879" y="1899341"/>
                </a:cubicBezTo>
                <a:cubicBezTo>
                  <a:pt x="877646" y="1839428"/>
                  <a:pt x="913460" y="1774849"/>
                  <a:pt x="957180" y="1715508"/>
                </a:cubicBezTo>
                <a:cubicBezTo>
                  <a:pt x="959847" y="1711888"/>
                  <a:pt x="962323" y="1707412"/>
                  <a:pt x="962800" y="1703221"/>
                </a:cubicBezTo>
                <a:cubicBezTo>
                  <a:pt x="966324" y="1667502"/>
                  <a:pt x="985660" y="1639975"/>
                  <a:pt x="1008710" y="1612543"/>
                </a:cubicBezTo>
                <a:close/>
                <a:moveTo>
                  <a:pt x="1319034" y="1556250"/>
                </a:moveTo>
                <a:cubicBezTo>
                  <a:pt x="1304461" y="1555393"/>
                  <a:pt x="1300746" y="1560155"/>
                  <a:pt x="1305604" y="1573586"/>
                </a:cubicBezTo>
                <a:cubicBezTo>
                  <a:pt x="1310367" y="1586635"/>
                  <a:pt x="1318558" y="1597588"/>
                  <a:pt x="1327893" y="1607780"/>
                </a:cubicBezTo>
                <a:cubicBezTo>
                  <a:pt x="1333989" y="1614543"/>
                  <a:pt x="1340085" y="1624925"/>
                  <a:pt x="1348848" y="1622830"/>
                </a:cubicBezTo>
                <a:cubicBezTo>
                  <a:pt x="1358277" y="1620639"/>
                  <a:pt x="1353039" y="1608352"/>
                  <a:pt x="1355515" y="1600732"/>
                </a:cubicBezTo>
                <a:cubicBezTo>
                  <a:pt x="1355896" y="1599589"/>
                  <a:pt x="1357515" y="1598732"/>
                  <a:pt x="1359706" y="1596731"/>
                </a:cubicBezTo>
                <a:cubicBezTo>
                  <a:pt x="1373327" y="1608447"/>
                  <a:pt x="1381518" y="1623306"/>
                  <a:pt x="1385709" y="1640546"/>
                </a:cubicBezTo>
                <a:cubicBezTo>
                  <a:pt x="1388567" y="1652262"/>
                  <a:pt x="1398663" y="1665787"/>
                  <a:pt x="1392663" y="1675217"/>
                </a:cubicBezTo>
                <a:cubicBezTo>
                  <a:pt x="1385138" y="1687124"/>
                  <a:pt x="1391234" y="1695125"/>
                  <a:pt x="1393139" y="1704459"/>
                </a:cubicBezTo>
                <a:cubicBezTo>
                  <a:pt x="1394091" y="1709317"/>
                  <a:pt x="1398092" y="1715699"/>
                  <a:pt x="1403997" y="1713984"/>
                </a:cubicBezTo>
                <a:cubicBezTo>
                  <a:pt x="1410951" y="1711984"/>
                  <a:pt x="1407617" y="1705126"/>
                  <a:pt x="1406664" y="1700268"/>
                </a:cubicBezTo>
                <a:cubicBezTo>
                  <a:pt x="1404093" y="1687504"/>
                  <a:pt x="1396854" y="1674836"/>
                  <a:pt x="1405236" y="1660549"/>
                </a:cubicBezTo>
                <a:cubicBezTo>
                  <a:pt x="1415904" y="1667597"/>
                  <a:pt x="1409903" y="1680646"/>
                  <a:pt x="1419999" y="1689314"/>
                </a:cubicBezTo>
                <a:cubicBezTo>
                  <a:pt x="1423428" y="1657977"/>
                  <a:pt x="1409998" y="1633783"/>
                  <a:pt x="1394663" y="1611209"/>
                </a:cubicBezTo>
                <a:cubicBezTo>
                  <a:pt x="1378661" y="1587587"/>
                  <a:pt x="1352753" y="1574633"/>
                  <a:pt x="1330179" y="1558346"/>
                </a:cubicBezTo>
                <a:cubicBezTo>
                  <a:pt x="1327416" y="1556345"/>
                  <a:pt x="1322844" y="1556536"/>
                  <a:pt x="1319034" y="1556250"/>
                </a:cubicBezTo>
                <a:close/>
                <a:moveTo>
                  <a:pt x="1412760" y="1507387"/>
                </a:moveTo>
                <a:cubicBezTo>
                  <a:pt x="1403521" y="1503862"/>
                  <a:pt x="1403140" y="1509863"/>
                  <a:pt x="1401426" y="1516150"/>
                </a:cubicBezTo>
                <a:cubicBezTo>
                  <a:pt x="1399140" y="1524722"/>
                  <a:pt x="1397901" y="1532723"/>
                  <a:pt x="1405712" y="1538915"/>
                </a:cubicBezTo>
                <a:cubicBezTo>
                  <a:pt x="1407903" y="1540629"/>
                  <a:pt x="1410284" y="1538819"/>
                  <a:pt x="1410474" y="1536152"/>
                </a:cubicBezTo>
                <a:cubicBezTo>
                  <a:pt x="1410855" y="1531580"/>
                  <a:pt x="1409903" y="1525770"/>
                  <a:pt x="1417428" y="1529390"/>
                </a:cubicBezTo>
                <a:cubicBezTo>
                  <a:pt x="1423619" y="1532437"/>
                  <a:pt x="1419618" y="1536438"/>
                  <a:pt x="1418094" y="1540629"/>
                </a:cubicBezTo>
                <a:cubicBezTo>
                  <a:pt x="1414951" y="1549583"/>
                  <a:pt x="1407712" y="1562822"/>
                  <a:pt x="1411141" y="1567204"/>
                </a:cubicBezTo>
                <a:cubicBezTo>
                  <a:pt x="1417904" y="1575776"/>
                  <a:pt x="1423714" y="1586158"/>
                  <a:pt x="1433620" y="1592445"/>
                </a:cubicBezTo>
                <a:cubicBezTo>
                  <a:pt x="1440669" y="1596922"/>
                  <a:pt x="1446574" y="1602541"/>
                  <a:pt x="1456194" y="1600732"/>
                </a:cubicBezTo>
                <a:cubicBezTo>
                  <a:pt x="1480007" y="1596350"/>
                  <a:pt x="1502581" y="1603970"/>
                  <a:pt x="1518774" y="1618925"/>
                </a:cubicBezTo>
                <a:cubicBezTo>
                  <a:pt x="1538490" y="1637212"/>
                  <a:pt x="1570494" y="1626259"/>
                  <a:pt x="1585544" y="1651310"/>
                </a:cubicBezTo>
                <a:cubicBezTo>
                  <a:pt x="1585830" y="1651691"/>
                  <a:pt x="1588687" y="1651214"/>
                  <a:pt x="1589640" y="1650357"/>
                </a:cubicBezTo>
                <a:cubicBezTo>
                  <a:pt x="1598688" y="1642642"/>
                  <a:pt x="1600879" y="1650357"/>
                  <a:pt x="1604403" y="1656453"/>
                </a:cubicBezTo>
                <a:cubicBezTo>
                  <a:pt x="1613643" y="1672265"/>
                  <a:pt x="1624787" y="1687314"/>
                  <a:pt x="1642789" y="1692743"/>
                </a:cubicBezTo>
                <a:cubicBezTo>
                  <a:pt x="1659458" y="1697791"/>
                  <a:pt x="1666697" y="1704650"/>
                  <a:pt x="1664411" y="1723414"/>
                </a:cubicBezTo>
                <a:cubicBezTo>
                  <a:pt x="1662696" y="1737130"/>
                  <a:pt x="1671174" y="1749798"/>
                  <a:pt x="1682127" y="1758561"/>
                </a:cubicBezTo>
                <a:cubicBezTo>
                  <a:pt x="1691748" y="1766276"/>
                  <a:pt x="1698606" y="1755132"/>
                  <a:pt x="1706797" y="1752560"/>
                </a:cubicBezTo>
                <a:cubicBezTo>
                  <a:pt x="1723085" y="1747512"/>
                  <a:pt x="1737087" y="1744845"/>
                  <a:pt x="1731372" y="1718842"/>
                </a:cubicBezTo>
                <a:cubicBezTo>
                  <a:pt x="1725942" y="1693982"/>
                  <a:pt x="1730991" y="1692743"/>
                  <a:pt x="1706416" y="1685219"/>
                </a:cubicBezTo>
                <a:cubicBezTo>
                  <a:pt x="1702511" y="1684075"/>
                  <a:pt x="1698987" y="1683313"/>
                  <a:pt x="1698606" y="1678741"/>
                </a:cubicBezTo>
                <a:cubicBezTo>
                  <a:pt x="1698320" y="1674550"/>
                  <a:pt x="1700987" y="1671598"/>
                  <a:pt x="1704416" y="1669598"/>
                </a:cubicBezTo>
                <a:cubicBezTo>
                  <a:pt x="1712131" y="1665025"/>
                  <a:pt x="1720418" y="1666073"/>
                  <a:pt x="1728800" y="1667312"/>
                </a:cubicBezTo>
                <a:cubicBezTo>
                  <a:pt x="1738134" y="1668740"/>
                  <a:pt x="1747564" y="1671788"/>
                  <a:pt x="1756899" y="1666835"/>
                </a:cubicBezTo>
                <a:cubicBezTo>
                  <a:pt x="1754898" y="1661596"/>
                  <a:pt x="1751374" y="1663025"/>
                  <a:pt x="1748612" y="1662454"/>
                </a:cubicBezTo>
                <a:cubicBezTo>
                  <a:pt x="1727562" y="1658167"/>
                  <a:pt x="1706511" y="1656834"/>
                  <a:pt x="1688700" y="1640165"/>
                </a:cubicBezTo>
                <a:cubicBezTo>
                  <a:pt x="1677460" y="1629688"/>
                  <a:pt x="1660982" y="1622639"/>
                  <a:pt x="1642884" y="1624258"/>
                </a:cubicBezTo>
                <a:cubicBezTo>
                  <a:pt x="1631359" y="1625306"/>
                  <a:pt x="1625930" y="1617115"/>
                  <a:pt x="1621834" y="1606161"/>
                </a:cubicBezTo>
                <a:cubicBezTo>
                  <a:pt x="1617643" y="1595207"/>
                  <a:pt x="1599736" y="1592826"/>
                  <a:pt x="1601260" y="1577015"/>
                </a:cubicBezTo>
                <a:cubicBezTo>
                  <a:pt x="1599736" y="1577205"/>
                  <a:pt x="1598117" y="1577110"/>
                  <a:pt x="1596783" y="1577586"/>
                </a:cubicBezTo>
                <a:cubicBezTo>
                  <a:pt x="1584020" y="1582634"/>
                  <a:pt x="1573638" y="1576729"/>
                  <a:pt x="1562398" y="1571395"/>
                </a:cubicBezTo>
                <a:cubicBezTo>
                  <a:pt x="1548873" y="1565299"/>
                  <a:pt x="1534680" y="1560536"/>
                  <a:pt x="1519631" y="1557869"/>
                </a:cubicBezTo>
                <a:cubicBezTo>
                  <a:pt x="1519345" y="1563775"/>
                  <a:pt x="1523060" y="1563965"/>
                  <a:pt x="1525536" y="1565204"/>
                </a:cubicBezTo>
                <a:cubicBezTo>
                  <a:pt x="1530204" y="1567585"/>
                  <a:pt x="1536204" y="1568633"/>
                  <a:pt x="1537443" y="1574729"/>
                </a:cubicBezTo>
                <a:cubicBezTo>
                  <a:pt x="1538205" y="1578348"/>
                  <a:pt x="1535061" y="1580062"/>
                  <a:pt x="1531823" y="1580253"/>
                </a:cubicBezTo>
                <a:cubicBezTo>
                  <a:pt x="1524489" y="1580634"/>
                  <a:pt x="1516773" y="1583396"/>
                  <a:pt x="1511820" y="1574348"/>
                </a:cubicBezTo>
                <a:cubicBezTo>
                  <a:pt x="1509153" y="1569490"/>
                  <a:pt x="1508487" y="1564441"/>
                  <a:pt x="1507248" y="1559298"/>
                </a:cubicBezTo>
                <a:cubicBezTo>
                  <a:pt x="1505915" y="1553774"/>
                  <a:pt x="1500105" y="1547678"/>
                  <a:pt x="1496199" y="1550249"/>
                </a:cubicBezTo>
                <a:cubicBezTo>
                  <a:pt x="1484293" y="1558060"/>
                  <a:pt x="1481055" y="1549487"/>
                  <a:pt x="1473720" y="1543201"/>
                </a:cubicBezTo>
                <a:cubicBezTo>
                  <a:pt x="1467434" y="1537771"/>
                  <a:pt x="1455909" y="1538248"/>
                  <a:pt x="1451051" y="1529485"/>
                </a:cubicBezTo>
                <a:cubicBezTo>
                  <a:pt x="1442574" y="1514150"/>
                  <a:pt x="1426667" y="1512721"/>
                  <a:pt x="1412760" y="1507387"/>
                </a:cubicBezTo>
                <a:close/>
                <a:moveTo>
                  <a:pt x="2325601" y="1440200"/>
                </a:moveTo>
                <a:cubicBezTo>
                  <a:pt x="2322970" y="1439164"/>
                  <a:pt x="2320303" y="1439140"/>
                  <a:pt x="2317445" y="1442331"/>
                </a:cubicBezTo>
                <a:cubicBezTo>
                  <a:pt x="2312873" y="1447475"/>
                  <a:pt x="2315921" y="1453952"/>
                  <a:pt x="2316969" y="1459762"/>
                </a:cubicBezTo>
                <a:cubicBezTo>
                  <a:pt x="2319255" y="1472335"/>
                  <a:pt x="2329732" y="1480050"/>
                  <a:pt x="2336114" y="1490242"/>
                </a:cubicBezTo>
                <a:cubicBezTo>
                  <a:pt x="2339448" y="1495671"/>
                  <a:pt x="2339352" y="1506529"/>
                  <a:pt x="2347353" y="1505101"/>
                </a:cubicBezTo>
                <a:cubicBezTo>
                  <a:pt x="2355354" y="1503672"/>
                  <a:pt x="2358307" y="1493766"/>
                  <a:pt x="2360879" y="1485956"/>
                </a:cubicBezTo>
                <a:cubicBezTo>
                  <a:pt x="2361927" y="1482431"/>
                  <a:pt x="2361831" y="1478526"/>
                  <a:pt x="2362212" y="1475764"/>
                </a:cubicBezTo>
                <a:cubicBezTo>
                  <a:pt x="2362593" y="1455380"/>
                  <a:pt x="2359355" y="1452142"/>
                  <a:pt x="2333542" y="1444141"/>
                </a:cubicBezTo>
                <a:cubicBezTo>
                  <a:pt x="2330828" y="1443284"/>
                  <a:pt x="2328232" y="1441236"/>
                  <a:pt x="2325601" y="1440200"/>
                </a:cubicBezTo>
                <a:close/>
                <a:moveTo>
                  <a:pt x="2161711" y="1376704"/>
                </a:moveTo>
                <a:cubicBezTo>
                  <a:pt x="2148948" y="1383276"/>
                  <a:pt x="2134755" y="1381276"/>
                  <a:pt x="2119801" y="1385753"/>
                </a:cubicBezTo>
                <a:cubicBezTo>
                  <a:pt x="2132374" y="1389848"/>
                  <a:pt x="2125802" y="1410232"/>
                  <a:pt x="2140280" y="1410327"/>
                </a:cubicBezTo>
                <a:cubicBezTo>
                  <a:pt x="2156187" y="1410422"/>
                  <a:pt x="2163426" y="1414042"/>
                  <a:pt x="2157520" y="1431282"/>
                </a:cubicBezTo>
                <a:cubicBezTo>
                  <a:pt x="2156187" y="1435187"/>
                  <a:pt x="2159997" y="1440521"/>
                  <a:pt x="2164854" y="1441569"/>
                </a:cubicBezTo>
                <a:cubicBezTo>
                  <a:pt x="2170379" y="1442807"/>
                  <a:pt x="2169903" y="1437950"/>
                  <a:pt x="2170760" y="1434235"/>
                </a:cubicBezTo>
                <a:cubicBezTo>
                  <a:pt x="2173332" y="1423281"/>
                  <a:pt x="2176761" y="1429853"/>
                  <a:pt x="2180380" y="1433758"/>
                </a:cubicBezTo>
                <a:cubicBezTo>
                  <a:pt x="2190096" y="1444427"/>
                  <a:pt x="2198478" y="1442426"/>
                  <a:pt x="2206288" y="1431282"/>
                </a:cubicBezTo>
                <a:cubicBezTo>
                  <a:pt x="2210574" y="1425091"/>
                  <a:pt x="2215908" y="1419471"/>
                  <a:pt x="2220004" y="1413185"/>
                </a:cubicBezTo>
                <a:cubicBezTo>
                  <a:pt x="2228958" y="1399564"/>
                  <a:pt x="2226957" y="1394135"/>
                  <a:pt x="2211432" y="1391944"/>
                </a:cubicBezTo>
                <a:cubicBezTo>
                  <a:pt x="2197049" y="1389848"/>
                  <a:pt x="2182952" y="1387753"/>
                  <a:pt x="2171903" y="1377275"/>
                </a:cubicBezTo>
                <a:cubicBezTo>
                  <a:pt x="2168379" y="1373941"/>
                  <a:pt x="2165331" y="1374894"/>
                  <a:pt x="2161711" y="1376704"/>
                </a:cubicBezTo>
                <a:close/>
                <a:moveTo>
                  <a:pt x="1371220" y="1330543"/>
                </a:moveTo>
                <a:cubicBezTo>
                  <a:pt x="1365469" y="1329174"/>
                  <a:pt x="1359039" y="1329793"/>
                  <a:pt x="1352181" y="1331079"/>
                </a:cubicBezTo>
                <a:cubicBezTo>
                  <a:pt x="1342847" y="1332889"/>
                  <a:pt x="1333989" y="1339747"/>
                  <a:pt x="1323511" y="1334794"/>
                </a:cubicBezTo>
                <a:cubicBezTo>
                  <a:pt x="1318272" y="1332317"/>
                  <a:pt x="1312272" y="1327841"/>
                  <a:pt x="1307223" y="1334699"/>
                </a:cubicBezTo>
                <a:cubicBezTo>
                  <a:pt x="1301985" y="1341747"/>
                  <a:pt x="1303413" y="1348986"/>
                  <a:pt x="1308652" y="1355654"/>
                </a:cubicBezTo>
                <a:cubicBezTo>
                  <a:pt x="1312748" y="1360892"/>
                  <a:pt x="1318749" y="1364988"/>
                  <a:pt x="1311414" y="1372894"/>
                </a:cubicBezTo>
                <a:cubicBezTo>
                  <a:pt x="1302842" y="1382038"/>
                  <a:pt x="1306938" y="1383848"/>
                  <a:pt x="1318177" y="1384610"/>
                </a:cubicBezTo>
                <a:cubicBezTo>
                  <a:pt x="1344276" y="1386324"/>
                  <a:pt x="1345704" y="1388991"/>
                  <a:pt x="1353991" y="1415375"/>
                </a:cubicBezTo>
                <a:cubicBezTo>
                  <a:pt x="1359039" y="1431568"/>
                  <a:pt x="1369707" y="1444522"/>
                  <a:pt x="1381137" y="1456809"/>
                </a:cubicBezTo>
                <a:cubicBezTo>
                  <a:pt x="1385233" y="1461191"/>
                  <a:pt x="1388757" y="1461381"/>
                  <a:pt x="1394949" y="1459762"/>
                </a:cubicBezTo>
                <a:cubicBezTo>
                  <a:pt x="1414665" y="1454809"/>
                  <a:pt x="1419047" y="1459476"/>
                  <a:pt x="1416189" y="1480526"/>
                </a:cubicBezTo>
                <a:cubicBezTo>
                  <a:pt x="1416285" y="1484527"/>
                  <a:pt x="1411236" y="1488718"/>
                  <a:pt x="1414856" y="1493004"/>
                </a:cubicBezTo>
                <a:cubicBezTo>
                  <a:pt x="1417047" y="1495576"/>
                  <a:pt x="1420571" y="1494337"/>
                  <a:pt x="1423143" y="1492718"/>
                </a:cubicBezTo>
                <a:cubicBezTo>
                  <a:pt x="1430477" y="1488241"/>
                  <a:pt x="1433049" y="1480717"/>
                  <a:pt x="1432287" y="1473097"/>
                </a:cubicBezTo>
                <a:cubicBezTo>
                  <a:pt x="1431144" y="1461476"/>
                  <a:pt x="1450860" y="1473668"/>
                  <a:pt x="1445907" y="1461000"/>
                </a:cubicBezTo>
                <a:cubicBezTo>
                  <a:pt x="1439430" y="1444427"/>
                  <a:pt x="1457242" y="1458619"/>
                  <a:pt x="1457814" y="1450618"/>
                </a:cubicBezTo>
                <a:cubicBezTo>
                  <a:pt x="1458480" y="1441188"/>
                  <a:pt x="1449908" y="1438331"/>
                  <a:pt x="1446288" y="1432044"/>
                </a:cubicBezTo>
                <a:cubicBezTo>
                  <a:pt x="1446098" y="1431663"/>
                  <a:pt x="1446860" y="1430806"/>
                  <a:pt x="1447146" y="1430044"/>
                </a:cubicBezTo>
                <a:cubicBezTo>
                  <a:pt x="1454670" y="1410613"/>
                  <a:pt x="1455432" y="1409946"/>
                  <a:pt x="1445336" y="1398897"/>
                </a:cubicBezTo>
                <a:cubicBezTo>
                  <a:pt x="1438287" y="1391182"/>
                  <a:pt x="1446860" y="1371751"/>
                  <a:pt x="1426762" y="1374132"/>
                </a:cubicBezTo>
                <a:cubicBezTo>
                  <a:pt x="1427143" y="1372703"/>
                  <a:pt x="1427905" y="1371275"/>
                  <a:pt x="1427905" y="1369846"/>
                </a:cubicBezTo>
                <a:cubicBezTo>
                  <a:pt x="1428096" y="1355749"/>
                  <a:pt x="1420285" y="1346605"/>
                  <a:pt x="1407141" y="1349367"/>
                </a:cubicBezTo>
                <a:cubicBezTo>
                  <a:pt x="1397139" y="1351558"/>
                  <a:pt x="1391234" y="1350129"/>
                  <a:pt x="1386186" y="1341937"/>
                </a:cubicBezTo>
                <a:cubicBezTo>
                  <a:pt x="1382043" y="1335270"/>
                  <a:pt x="1376971" y="1331913"/>
                  <a:pt x="1371220" y="1330543"/>
                </a:cubicBezTo>
                <a:close/>
                <a:moveTo>
                  <a:pt x="1483722" y="1297361"/>
                </a:moveTo>
                <a:cubicBezTo>
                  <a:pt x="1482198" y="1296789"/>
                  <a:pt x="1480007" y="1298694"/>
                  <a:pt x="1477626" y="1299551"/>
                </a:cubicBezTo>
                <a:cubicBezTo>
                  <a:pt x="1536109" y="1336508"/>
                  <a:pt x="1627073" y="1336318"/>
                  <a:pt x="1678603" y="1298027"/>
                </a:cubicBezTo>
                <a:cubicBezTo>
                  <a:pt x="1647171" y="1300028"/>
                  <a:pt x="1620024" y="1311267"/>
                  <a:pt x="1587735" y="1304314"/>
                </a:cubicBezTo>
                <a:cubicBezTo>
                  <a:pt x="1554969" y="1297265"/>
                  <a:pt x="1518202" y="1308791"/>
                  <a:pt x="1483722" y="1297361"/>
                </a:cubicBezTo>
                <a:close/>
                <a:moveTo>
                  <a:pt x="108039" y="1182989"/>
                </a:moveTo>
                <a:cubicBezTo>
                  <a:pt x="109932" y="1182132"/>
                  <a:pt x="111837" y="1182108"/>
                  <a:pt x="113837" y="1185060"/>
                </a:cubicBezTo>
                <a:cubicBezTo>
                  <a:pt x="116409" y="1188870"/>
                  <a:pt x="118695" y="1194585"/>
                  <a:pt x="115075" y="1197729"/>
                </a:cubicBezTo>
                <a:cubicBezTo>
                  <a:pt x="100407" y="1210397"/>
                  <a:pt x="85167" y="1222303"/>
                  <a:pt x="69831" y="1234305"/>
                </a:cubicBezTo>
                <a:cubicBezTo>
                  <a:pt x="68498" y="1235257"/>
                  <a:pt x="65545" y="1234305"/>
                  <a:pt x="61640" y="1234305"/>
                </a:cubicBezTo>
                <a:cubicBezTo>
                  <a:pt x="52591" y="1237257"/>
                  <a:pt x="44590" y="1224399"/>
                  <a:pt x="33255" y="1229256"/>
                </a:cubicBezTo>
                <a:cubicBezTo>
                  <a:pt x="30207" y="1230495"/>
                  <a:pt x="28493" y="1226208"/>
                  <a:pt x="27921" y="1223160"/>
                </a:cubicBezTo>
                <a:cubicBezTo>
                  <a:pt x="27159" y="1219255"/>
                  <a:pt x="29636" y="1217922"/>
                  <a:pt x="32970" y="1217636"/>
                </a:cubicBezTo>
                <a:cubicBezTo>
                  <a:pt x="34494" y="1217445"/>
                  <a:pt x="36875" y="1218017"/>
                  <a:pt x="37351" y="1217350"/>
                </a:cubicBezTo>
                <a:cubicBezTo>
                  <a:pt x="52401" y="1192966"/>
                  <a:pt x="77832" y="1190490"/>
                  <a:pt x="102312" y="1185918"/>
                </a:cubicBezTo>
                <a:cubicBezTo>
                  <a:pt x="104265" y="1185537"/>
                  <a:pt x="106146" y="1183846"/>
                  <a:pt x="108039" y="1182989"/>
                </a:cubicBezTo>
                <a:close/>
                <a:moveTo>
                  <a:pt x="1148633" y="750530"/>
                </a:moveTo>
                <a:cubicBezTo>
                  <a:pt x="1152729" y="750340"/>
                  <a:pt x="1154062" y="755293"/>
                  <a:pt x="1156253" y="758245"/>
                </a:cubicBezTo>
                <a:cubicBezTo>
                  <a:pt x="1159872" y="763008"/>
                  <a:pt x="1156158" y="779391"/>
                  <a:pt x="1170731" y="767008"/>
                </a:cubicBezTo>
                <a:cubicBezTo>
                  <a:pt x="1172064" y="765865"/>
                  <a:pt x="1174541" y="770533"/>
                  <a:pt x="1175684" y="773485"/>
                </a:cubicBezTo>
                <a:cubicBezTo>
                  <a:pt x="1183780" y="794250"/>
                  <a:pt x="1183875" y="794155"/>
                  <a:pt x="1202830" y="781582"/>
                </a:cubicBezTo>
                <a:cubicBezTo>
                  <a:pt x="1209974" y="776819"/>
                  <a:pt x="1218356" y="775962"/>
                  <a:pt x="1226357" y="774724"/>
                </a:cubicBezTo>
                <a:cubicBezTo>
                  <a:pt x="1229691" y="774247"/>
                  <a:pt x="1234739" y="773485"/>
                  <a:pt x="1235977" y="778248"/>
                </a:cubicBezTo>
                <a:cubicBezTo>
                  <a:pt x="1237025" y="782629"/>
                  <a:pt x="1236453" y="787487"/>
                  <a:pt x="1230833" y="789202"/>
                </a:cubicBezTo>
                <a:cubicBezTo>
                  <a:pt x="1216451" y="793488"/>
                  <a:pt x="1211593" y="802822"/>
                  <a:pt x="1208069" y="817777"/>
                </a:cubicBezTo>
                <a:cubicBezTo>
                  <a:pt x="1205116" y="830254"/>
                  <a:pt x="1191591" y="840160"/>
                  <a:pt x="1183113" y="851495"/>
                </a:cubicBezTo>
                <a:cubicBezTo>
                  <a:pt x="1174922" y="862449"/>
                  <a:pt x="1163778" y="874069"/>
                  <a:pt x="1186352" y="882070"/>
                </a:cubicBezTo>
                <a:cubicBezTo>
                  <a:pt x="1189019" y="883023"/>
                  <a:pt x="1191972" y="885499"/>
                  <a:pt x="1188162" y="888547"/>
                </a:cubicBezTo>
                <a:cubicBezTo>
                  <a:pt x="1179875" y="895215"/>
                  <a:pt x="1181970" y="904645"/>
                  <a:pt x="1183399" y="917980"/>
                </a:cubicBezTo>
                <a:cubicBezTo>
                  <a:pt x="1168254" y="900930"/>
                  <a:pt x="1161777" y="885785"/>
                  <a:pt x="1161587" y="867878"/>
                </a:cubicBezTo>
                <a:cubicBezTo>
                  <a:pt x="1161396" y="844256"/>
                  <a:pt x="1154253" y="823492"/>
                  <a:pt x="1136822" y="805680"/>
                </a:cubicBezTo>
                <a:cubicBezTo>
                  <a:pt x="1128916" y="820444"/>
                  <a:pt x="1116724" y="832064"/>
                  <a:pt x="1119867" y="849876"/>
                </a:cubicBezTo>
                <a:cubicBezTo>
                  <a:pt x="1120248" y="852162"/>
                  <a:pt x="1092626" y="870831"/>
                  <a:pt x="1089768" y="870450"/>
                </a:cubicBezTo>
                <a:cubicBezTo>
                  <a:pt x="1088435" y="870259"/>
                  <a:pt x="1086625" y="869497"/>
                  <a:pt x="1086054" y="868354"/>
                </a:cubicBezTo>
                <a:cubicBezTo>
                  <a:pt x="1084815" y="866164"/>
                  <a:pt x="1085482" y="863782"/>
                  <a:pt x="1087387" y="862258"/>
                </a:cubicBezTo>
                <a:cubicBezTo>
                  <a:pt x="1093959" y="857115"/>
                  <a:pt x="1101008" y="852543"/>
                  <a:pt x="1107104" y="846923"/>
                </a:cubicBezTo>
                <a:cubicBezTo>
                  <a:pt x="1121106" y="834160"/>
                  <a:pt x="1118724" y="821968"/>
                  <a:pt x="1100532" y="817967"/>
                </a:cubicBezTo>
                <a:cubicBezTo>
                  <a:pt x="1090626" y="815776"/>
                  <a:pt x="1081672" y="808537"/>
                  <a:pt x="1069956" y="811871"/>
                </a:cubicBezTo>
                <a:cubicBezTo>
                  <a:pt x="1067480" y="812538"/>
                  <a:pt x="1061574" y="803299"/>
                  <a:pt x="1053764" y="805680"/>
                </a:cubicBezTo>
                <a:cubicBezTo>
                  <a:pt x="1052430" y="806061"/>
                  <a:pt x="1051573" y="800917"/>
                  <a:pt x="1053383" y="800155"/>
                </a:cubicBezTo>
                <a:cubicBezTo>
                  <a:pt x="1069385" y="792726"/>
                  <a:pt x="1078053" y="770723"/>
                  <a:pt x="1095388" y="771104"/>
                </a:cubicBezTo>
                <a:cubicBezTo>
                  <a:pt x="1109961" y="771485"/>
                  <a:pt x="1122344" y="765675"/>
                  <a:pt x="1135965" y="765580"/>
                </a:cubicBezTo>
                <a:cubicBezTo>
                  <a:pt x="1140632" y="765580"/>
                  <a:pt x="1145490" y="765389"/>
                  <a:pt x="1145775" y="759007"/>
                </a:cubicBezTo>
                <a:cubicBezTo>
                  <a:pt x="1145966" y="755769"/>
                  <a:pt x="1142346" y="750816"/>
                  <a:pt x="1148633" y="750530"/>
                </a:cubicBezTo>
                <a:close/>
                <a:moveTo>
                  <a:pt x="842690" y="649565"/>
                </a:moveTo>
                <a:cubicBezTo>
                  <a:pt x="849738" y="648707"/>
                  <a:pt x="848024" y="653946"/>
                  <a:pt x="848595" y="658518"/>
                </a:cubicBezTo>
                <a:cubicBezTo>
                  <a:pt x="850881" y="676997"/>
                  <a:pt x="851739" y="676997"/>
                  <a:pt x="870312" y="670805"/>
                </a:cubicBezTo>
                <a:cubicBezTo>
                  <a:pt x="874884" y="669281"/>
                  <a:pt x="884028" y="663852"/>
                  <a:pt x="884505" y="673282"/>
                </a:cubicBezTo>
                <a:cubicBezTo>
                  <a:pt x="884886" y="681473"/>
                  <a:pt x="895458" y="692427"/>
                  <a:pt x="881457" y="698904"/>
                </a:cubicBezTo>
                <a:cubicBezTo>
                  <a:pt x="878123" y="700428"/>
                  <a:pt x="874122" y="700619"/>
                  <a:pt x="870408" y="701285"/>
                </a:cubicBezTo>
                <a:cubicBezTo>
                  <a:pt x="846309" y="705857"/>
                  <a:pt x="823830" y="713382"/>
                  <a:pt x="804209" y="729670"/>
                </a:cubicBezTo>
                <a:cubicBezTo>
                  <a:pt x="790969" y="740719"/>
                  <a:pt x="774396" y="747577"/>
                  <a:pt x="757441" y="750530"/>
                </a:cubicBezTo>
                <a:cubicBezTo>
                  <a:pt x="752298" y="749291"/>
                  <a:pt x="747821" y="748339"/>
                  <a:pt x="743439" y="747196"/>
                </a:cubicBezTo>
                <a:cubicBezTo>
                  <a:pt x="739725" y="746243"/>
                  <a:pt x="735724" y="745100"/>
                  <a:pt x="735819" y="740243"/>
                </a:cubicBezTo>
                <a:cubicBezTo>
                  <a:pt x="735915" y="734813"/>
                  <a:pt x="739820" y="731289"/>
                  <a:pt x="744582" y="731670"/>
                </a:cubicBezTo>
                <a:cubicBezTo>
                  <a:pt x="779158" y="734432"/>
                  <a:pt x="801542" y="708620"/>
                  <a:pt x="829545" y="696142"/>
                </a:cubicBezTo>
                <a:cubicBezTo>
                  <a:pt x="837737" y="692522"/>
                  <a:pt x="838023" y="686045"/>
                  <a:pt x="837546" y="679187"/>
                </a:cubicBezTo>
                <a:cubicBezTo>
                  <a:pt x="837070" y="672425"/>
                  <a:pt x="835356" y="665757"/>
                  <a:pt x="834784" y="658994"/>
                </a:cubicBezTo>
                <a:cubicBezTo>
                  <a:pt x="834308" y="653565"/>
                  <a:pt x="837927" y="650136"/>
                  <a:pt x="842690" y="649565"/>
                </a:cubicBezTo>
                <a:close/>
                <a:moveTo>
                  <a:pt x="1290745" y="572794"/>
                </a:moveTo>
                <a:cubicBezTo>
                  <a:pt x="1285411" y="577366"/>
                  <a:pt x="1281030" y="581366"/>
                  <a:pt x="1276458" y="585176"/>
                </a:cubicBezTo>
                <a:cubicBezTo>
                  <a:pt x="1258360" y="600321"/>
                  <a:pt x="1258455" y="602798"/>
                  <a:pt x="1277791" y="615275"/>
                </a:cubicBezTo>
                <a:cubicBezTo>
                  <a:pt x="1290459" y="623467"/>
                  <a:pt x="1301413" y="645279"/>
                  <a:pt x="1293412" y="650803"/>
                </a:cubicBezTo>
                <a:cubicBezTo>
                  <a:pt x="1275981" y="662805"/>
                  <a:pt x="1284268" y="681569"/>
                  <a:pt x="1275886" y="694904"/>
                </a:cubicBezTo>
                <a:cubicBezTo>
                  <a:pt x="1274743" y="696809"/>
                  <a:pt x="1274267" y="699286"/>
                  <a:pt x="1272743" y="700810"/>
                </a:cubicBezTo>
                <a:cubicBezTo>
                  <a:pt x="1246930" y="726241"/>
                  <a:pt x="1215307" y="734909"/>
                  <a:pt x="1179874" y="732242"/>
                </a:cubicBezTo>
                <a:cubicBezTo>
                  <a:pt x="1168539" y="731385"/>
                  <a:pt x="1167587" y="725765"/>
                  <a:pt x="1171778" y="716907"/>
                </a:cubicBezTo>
                <a:cubicBezTo>
                  <a:pt x="1175016" y="710049"/>
                  <a:pt x="1180065" y="707096"/>
                  <a:pt x="1187589" y="705668"/>
                </a:cubicBezTo>
                <a:cubicBezTo>
                  <a:pt x="1202639" y="702715"/>
                  <a:pt x="1209021" y="689570"/>
                  <a:pt x="1204258" y="675949"/>
                </a:cubicBezTo>
                <a:cubicBezTo>
                  <a:pt x="1201115" y="666996"/>
                  <a:pt x="1187589" y="675187"/>
                  <a:pt x="1186732" y="664138"/>
                </a:cubicBezTo>
                <a:cubicBezTo>
                  <a:pt x="1182446" y="666043"/>
                  <a:pt x="1183303" y="670234"/>
                  <a:pt x="1182351" y="673759"/>
                </a:cubicBezTo>
                <a:cubicBezTo>
                  <a:pt x="1180636" y="679950"/>
                  <a:pt x="1184827" y="690523"/>
                  <a:pt x="1176826" y="691570"/>
                </a:cubicBezTo>
                <a:cubicBezTo>
                  <a:pt x="1165872" y="693095"/>
                  <a:pt x="1173492" y="678426"/>
                  <a:pt x="1165206" y="674140"/>
                </a:cubicBezTo>
                <a:cubicBezTo>
                  <a:pt x="1161300" y="685951"/>
                  <a:pt x="1160919" y="697762"/>
                  <a:pt x="1161491" y="709763"/>
                </a:cubicBezTo>
                <a:cubicBezTo>
                  <a:pt x="1162539" y="732814"/>
                  <a:pt x="1162348" y="733099"/>
                  <a:pt x="1144822" y="739100"/>
                </a:cubicBezTo>
                <a:cubicBezTo>
                  <a:pt x="1153014" y="729099"/>
                  <a:pt x="1156919" y="715955"/>
                  <a:pt x="1150442" y="710525"/>
                </a:cubicBezTo>
                <a:cubicBezTo>
                  <a:pt x="1130535" y="693761"/>
                  <a:pt x="1146727" y="678331"/>
                  <a:pt x="1148918" y="664424"/>
                </a:cubicBezTo>
                <a:cubicBezTo>
                  <a:pt x="1120914" y="657471"/>
                  <a:pt x="1096149" y="678045"/>
                  <a:pt x="1067670" y="671759"/>
                </a:cubicBezTo>
                <a:cubicBezTo>
                  <a:pt x="1059478" y="669949"/>
                  <a:pt x="1049763" y="674426"/>
                  <a:pt x="1040904" y="676521"/>
                </a:cubicBezTo>
                <a:cubicBezTo>
                  <a:pt x="1036523" y="677569"/>
                  <a:pt x="1030141" y="679664"/>
                  <a:pt x="1032808" y="684998"/>
                </a:cubicBezTo>
                <a:cubicBezTo>
                  <a:pt x="1037952" y="695380"/>
                  <a:pt x="1034046" y="707763"/>
                  <a:pt x="1041476" y="717669"/>
                </a:cubicBezTo>
                <a:cubicBezTo>
                  <a:pt x="1045476" y="723098"/>
                  <a:pt x="1046715" y="727670"/>
                  <a:pt x="1055001" y="722146"/>
                </a:cubicBezTo>
                <a:cubicBezTo>
                  <a:pt x="1064812" y="715478"/>
                  <a:pt x="1078814" y="720431"/>
                  <a:pt x="1082719" y="727099"/>
                </a:cubicBezTo>
                <a:cubicBezTo>
                  <a:pt x="1088339" y="736624"/>
                  <a:pt x="1073575" y="740148"/>
                  <a:pt x="1068051" y="746625"/>
                </a:cubicBezTo>
                <a:cubicBezTo>
                  <a:pt x="1067098" y="747673"/>
                  <a:pt x="1065479" y="748339"/>
                  <a:pt x="1064050" y="748816"/>
                </a:cubicBezTo>
                <a:cubicBezTo>
                  <a:pt x="1050620" y="753102"/>
                  <a:pt x="1047096" y="764627"/>
                  <a:pt x="1047762" y="776057"/>
                </a:cubicBezTo>
                <a:cubicBezTo>
                  <a:pt x="1049382" y="805680"/>
                  <a:pt x="1041857" y="833779"/>
                  <a:pt x="1038142" y="862639"/>
                </a:cubicBezTo>
                <a:cubicBezTo>
                  <a:pt x="1035856" y="880070"/>
                  <a:pt x="1035570" y="900644"/>
                  <a:pt x="1049858" y="916265"/>
                </a:cubicBezTo>
                <a:cubicBezTo>
                  <a:pt x="1053477" y="920266"/>
                  <a:pt x="1057192" y="926457"/>
                  <a:pt x="1062240" y="919694"/>
                </a:cubicBezTo>
                <a:cubicBezTo>
                  <a:pt x="1072432" y="906169"/>
                  <a:pt x="1084243" y="915599"/>
                  <a:pt x="1086815" y="922076"/>
                </a:cubicBezTo>
                <a:cubicBezTo>
                  <a:pt x="1094816" y="942459"/>
                  <a:pt x="1119390" y="940554"/>
                  <a:pt x="1129106" y="957223"/>
                </a:cubicBezTo>
                <a:cubicBezTo>
                  <a:pt x="1130535" y="959699"/>
                  <a:pt x="1132059" y="957794"/>
                  <a:pt x="1134154" y="956556"/>
                </a:cubicBezTo>
                <a:cubicBezTo>
                  <a:pt x="1140822" y="952555"/>
                  <a:pt x="1141012" y="952936"/>
                  <a:pt x="1146918" y="962747"/>
                </a:cubicBezTo>
                <a:cubicBezTo>
                  <a:pt x="1148346" y="955318"/>
                  <a:pt x="1149299" y="950841"/>
                  <a:pt x="1150156" y="946364"/>
                </a:cubicBezTo>
                <a:cubicBezTo>
                  <a:pt x="1151204" y="941126"/>
                  <a:pt x="1152252" y="935887"/>
                  <a:pt x="1153204" y="930648"/>
                </a:cubicBezTo>
                <a:cubicBezTo>
                  <a:pt x="1153871" y="927124"/>
                  <a:pt x="1152347" y="922076"/>
                  <a:pt x="1157395" y="921313"/>
                </a:cubicBezTo>
                <a:cubicBezTo>
                  <a:pt x="1161967" y="920551"/>
                  <a:pt x="1162920" y="925124"/>
                  <a:pt x="1164825" y="928362"/>
                </a:cubicBezTo>
                <a:cubicBezTo>
                  <a:pt x="1173969" y="943793"/>
                  <a:pt x="1185589" y="945507"/>
                  <a:pt x="1199305" y="934172"/>
                </a:cubicBezTo>
                <a:cubicBezTo>
                  <a:pt x="1207687" y="927219"/>
                  <a:pt x="1214450" y="919694"/>
                  <a:pt x="1215688" y="908074"/>
                </a:cubicBezTo>
                <a:cubicBezTo>
                  <a:pt x="1216926" y="896168"/>
                  <a:pt x="1222070" y="893310"/>
                  <a:pt x="1234071" y="899311"/>
                </a:cubicBezTo>
                <a:cubicBezTo>
                  <a:pt x="1246930" y="905788"/>
                  <a:pt x="1261408" y="908074"/>
                  <a:pt x="1275410" y="899692"/>
                </a:cubicBezTo>
                <a:cubicBezTo>
                  <a:pt x="1270362" y="887881"/>
                  <a:pt x="1258551" y="896168"/>
                  <a:pt x="1251121" y="889595"/>
                </a:cubicBezTo>
                <a:cubicBezTo>
                  <a:pt x="1254264" y="886261"/>
                  <a:pt x="1256931" y="881023"/>
                  <a:pt x="1259217" y="881213"/>
                </a:cubicBezTo>
                <a:cubicBezTo>
                  <a:pt x="1273314" y="882356"/>
                  <a:pt x="1284840" y="873403"/>
                  <a:pt x="1298365" y="872069"/>
                </a:cubicBezTo>
                <a:cubicBezTo>
                  <a:pt x="1312748" y="870736"/>
                  <a:pt x="1324464" y="864259"/>
                  <a:pt x="1327416" y="848447"/>
                </a:cubicBezTo>
                <a:cubicBezTo>
                  <a:pt x="1328464" y="842732"/>
                  <a:pt x="1329702" y="837589"/>
                  <a:pt x="1336560" y="837589"/>
                </a:cubicBezTo>
                <a:cubicBezTo>
                  <a:pt x="1342942" y="837589"/>
                  <a:pt x="1344942" y="842732"/>
                  <a:pt x="1347514" y="847685"/>
                </a:cubicBezTo>
                <a:cubicBezTo>
                  <a:pt x="1351705" y="855972"/>
                  <a:pt x="1344276" y="872164"/>
                  <a:pt x="1356087" y="872164"/>
                </a:cubicBezTo>
                <a:cubicBezTo>
                  <a:pt x="1364373" y="872164"/>
                  <a:pt x="1363897" y="854353"/>
                  <a:pt x="1370279" y="845971"/>
                </a:cubicBezTo>
                <a:cubicBezTo>
                  <a:pt x="1371993" y="843685"/>
                  <a:pt x="1371993" y="840065"/>
                  <a:pt x="1373517" y="837493"/>
                </a:cubicBezTo>
                <a:cubicBezTo>
                  <a:pt x="1384757" y="817872"/>
                  <a:pt x="1385614" y="817586"/>
                  <a:pt x="1379899" y="798822"/>
                </a:cubicBezTo>
                <a:cubicBezTo>
                  <a:pt x="1376184" y="786630"/>
                  <a:pt x="1374470" y="776248"/>
                  <a:pt x="1382947" y="765103"/>
                </a:cubicBezTo>
                <a:cubicBezTo>
                  <a:pt x="1386471" y="760532"/>
                  <a:pt x="1386090" y="752911"/>
                  <a:pt x="1387614" y="745863"/>
                </a:cubicBezTo>
                <a:cubicBezTo>
                  <a:pt x="1395139" y="755959"/>
                  <a:pt x="1395139" y="755959"/>
                  <a:pt x="1416666" y="766818"/>
                </a:cubicBezTo>
                <a:cubicBezTo>
                  <a:pt x="1416094" y="758150"/>
                  <a:pt x="1417713" y="750530"/>
                  <a:pt x="1421619" y="742910"/>
                </a:cubicBezTo>
                <a:cubicBezTo>
                  <a:pt x="1424095" y="738053"/>
                  <a:pt x="1418761" y="726337"/>
                  <a:pt x="1414570" y="731004"/>
                </a:cubicBezTo>
                <a:cubicBezTo>
                  <a:pt x="1403712" y="743005"/>
                  <a:pt x="1397997" y="724146"/>
                  <a:pt x="1388757" y="729575"/>
                </a:cubicBezTo>
                <a:cubicBezTo>
                  <a:pt x="1383233" y="732814"/>
                  <a:pt x="1378566" y="726051"/>
                  <a:pt x="1379613" y="720431"/>
                </a:cubicBezTo>
                <a:cubicBezTo>
                  <a:pt x="1380661" y="714621"/>
                  <a:pt x="1386757" y="715669"/>
                  <a:pt x="1391043" y="716621"/>
                </a:cubicBezTo>
                <a:cubicBezTo>
                  <a:pt x="1396949" y="717859"/>
                  <a:pt x="1402569" y="720431"/>
                  <a:pt x="1408474" y="721955"/>
                </a:cubicBezTo>
                <a:cubicBezTo>
                  <a:pt x="1414475" y="723479"/>
                  <a:pt x="1419523" y="722908"/>
                  <a:pt x="1424952" y="717859"/>
                </a:cubicBezTo>
                <a:cubicBezTo>
                  <a:pt x="1436668" y="706811"/>
                  <a:pt x="1448003" y="710335"/>
                  <a:pt x="1451908" y="726051"/>
                </a:cubicBezTo>
                <a:cubicBezTo>
                  <a:pt x="1453623" y="732814"/>
                  <a:pt x="1450289" y="743291"/>
                  <a:pt x="1463148" y="738529"/>
                </a:cubicBezTo>
                <a:cubicBezTo>
                  <a:pt x="1472196" y="735195"/>
                  <a:pt x="1481245" y="733004"/>
                  <a:pt x="1474101" y="717669"/>
                </a:cubicBezTo>
                <a:cubicBezTo>
                  <a:pt x="1468101" y="704715"/>
                  <a:pt x="1461338" y="701572"/>
                  <a:pt x="1448765" y="701667"/>
                </a:cubicBezTo>
                <a:cubicBezTo>
                  <a:pt x="1421047" y="702048"/>
                  <a:pt x="1393425" y="699857"/>
                  <a:pt x="1361421" y="704810"/>
                </a:cubicBezTo>
                <a:cubicBezTo>
                  <a:pt x="1372184" y="691285"/>
                  <a:pt x="1383328" y="691475"/>
                  <a:pt x="1393139" y="688618"/>
                </a:cubicBezTo>
                <a:cubicBezTo>
                  <a:pt x="1397997" y="687189"/>
                  <a:pt x="1405331" y="687761"/>
                  <a:pt x="1404474" y="680331"/>
                </a:cubicBezTo>
                <a:cubicBezTo>
                  <a:pt x="1403712" y="673378"/>
                  <a:pt x="1397806" y="670616"/>
                  <a:pt x="1390948" y="670997"/>
                </a:cubicBezTo>
                <a:cubicBezTo>
                  <a:pt x="1387138" y="671187"/>
                  <a:pt x="1383423" y="672044"/>
                  <a:pt x="1379613" y="672330"/>
                </a:cubicBezTo>
                <a:cubicBezTo>
                  <a:pt x="1368183" y="673282"/>
                  <a:pt x="1356658" y="674140"/>
                  <a:pt x="1341704" y="675283"/>
                </a:cubicBezTo>
                <a:cubicBezTo>
                  <a:pt x="1361230" y="662614"/>
                  <a:pt x="1369231" y="640421"/>
                  <a:pt x="1393139" y="640802"/>
                </a:cubicBezTo>
                <a:cubicBezTo>
                  <a:pt x="1395996" y="640897"/>
                  <a:pt x="1399330" y="634516"/>
                  <a:pt x="1401807" y="630706"/>
                </a:cubicBezTo>
                <a:cubicBezTo>
                  <a:pt x="1406283" y="624038"/>
                  <a:pt x="1399711" y="620800"/>
                  <a:pt x="1396568" y="622895"/>
                </a:cubicBezTo>
                <a:cubicBezTo>
                  <a:pt x="1383709" y="631277"/>
                  <a:pt x="1368850" y="628610"/>
                  <a:pt x="1355325" y="632611"/>
                </a:cubicBezTo>
                <a:cubicBezTo>
                  <a:pt x="1350086" y="634135"/>
                  <a:pt x="1343418" y="636897"/>
                  <a:pt x="1347705" y="643374"/>
                </a:cubicBezTo>
                <a:cubicBezTo>
                  <a:pt x="1357230" y="657757"/>
                  <a:pt x="1349705" y="659186"/>
                  <a:pt x="1338275" y="656233"/>
                </a:cubicBezTo>
                <a:cubicBezTo>
                  <a:pt x="1328940" y="653851"/>
                  <a:pt x="1320939" y="659471"/>
                  <a:pt x="1312176" y="660138"/>
                </a:cubicBezTo>
                <a:cubicBezTo>
                  <a:pt x="1310938" y="650803"/>
                  <a:pt x="1315510" y="647374"/>
                  <a:pt x="1322178" y="646422"/>
                </a:cubicBezTo>
                <a:cubicBezTo>
                  <a:pt x="1327988" y="645565"/>
                  <a:pt x="1336370" y="647755"/>
                  <a:pt x="1335894" y="638993"/>
                </a:cubicBezTo>
                <a:cubicBezTo>
                  <a:pt x="1335417" y="630230"/>
                  <a:pt x="1326464" y="633849"/>
                  <a:pt x="1321130" y="632706"/>
                </a:cubicBezTo>
                <a:cubicBezTo>
                  <a:pt x="1316272" y="631658"/>
                  <a:pt x="1313700" y="628039"/>
                  <a:pt x="1310081" y="625562"/>
                </a:cubicBezTo>
                <a:cubicBezTo>
                  <a:pt x="1291507" y="612703"/>
                  <a:pt x="1292650" y="592796"/>
                  <a:pt x="1290745" y="572794"/>
                </a:cubicBezTo>
                <a:close/>
                <a:moveTo>
                  <a:pt x="843976" y="534074"/>
                </a:moveTo>
                <a:cubicBezTo>
                  <a:pt x="846214" y="532455"/>
                  <a:pt x="848643" y="533789"/>
                  <a:pt x="851357" y="542599"/>
                </a:cubicBezTo>
                <a:cubicBezTo>
                  <a:pt x="874789" y="542123"/>
                  <a:pt x="862501" y="553077"/>
                  <a:pt x="857644" y="561840"/>
                </a:cubicBezTo>
                <a:cubicBezTo>
                  <a:pt x="851738" y="572698"/>
                  <a:pt x="851929" y="572984"/>
                  <a:pt x="865740" y="575461"/>
                </a:cubicBezTo>
                <a:cubicBezTo>
                  <a:pt x="881361" y="578318"/>
                  <a:pt x="881837" y="580318"/>
                  <a:pt x="871550" y="593177"/>
                </a:cubicBezTo>
                <a:cubicBezTo>
                  <a:pt x="859358" y="608322"/>
                  <a:pt x="846214" y="619561"/>
                  <a:pt x="824687" y="621276"/>
                </a:cubicBezTo>
                <a:cubicBezTo>
                  <a:pt x="807733" y="622609"/>
                  <a:pt x="791254" y="630801"/>
                  <a:pt x="774490" y="635754"/>
                </a:cubicBezTo>
                <a:cubicBezTo>
                  <a:pt x="767823" y="637754"/>
                  <a:pt x="761060" y="638326"/>
                  <a:pt x="754202" y="636802"/>
                </a:cubicBezTo>
                <a:cubicBezTo>
                  <a:pt x="750202" y="635944"/>
                  <a:pt x="747249" y="633849"/>
                  <a:pt x="747630" y="629086"/>
                </a:cubicBezTo>
                <a:cubicBezTo>
                  <a:pt x="749154" y="611941"/>
                  <a:pt x="766013" y="596416"/>
                  <a:pt x="786301" y="596225"/>
                </a:cubicBezTo>
                <a:cubicBezTo>
                  <a:pt x="804018" y="609941"/>
                  <a:pt x="807733" y="592320"/>
                  <a:pt x="814781" y="579842"/>
                </a:cubicBezTo>
                <a:cubicBezTo>
                  <a:pt x="821925" y="567364"/>
                  <a:pt x="829926" y="555268"/>
                  <a:pt x="837736" y="543266"/>
                </a:cubicBezTo>
                <a:cubicBezTo>
                  <a:pt x="839689" y="540266"/>
                  <a:pt x="841737" y="535694"/>
                  <a:pt x="843976" y="534074"/>
                </a:cubicBezTo>
                <a:close/>
                <a:moveTo>
                  <a:pt x="1675043" y="287187"/>
                </a:moveTo>
                <a:cubicBezTo>
                  <a:pt x="1666078" y="289330"/>
                  <a:pt x="1657839" y="294950"/>
                  <a:pt x="1654695" y="302855"/>
                </a:cubicBezTo>
                <a:cubicBezTo>
                  <a:pt x="1651933" y="309713"/>
                  <a:pt x="1653933" y="314571"/>
                  <a:pt x="1659839" y="318286"/>
                </a:cubicBezTo>
                <a:cubicBezTo>
                  <a:pt x="1666221" y="322286"/>
                  <a:pt x="1673269" y="324858"/>
                  <a:pt x="1685271" y="325239"/>
                </a:cubicBezTo>
                <a:cubicBezTo>
                  <a:pt x="1698606" y="325239"/>
                  <a:pt x="1708607" y="310856"/>
                  <a:pt x="1722037" y="303236"/>
                </a:cubicBezTo>
                <a:cubicBezTo>
                  <a:pt x="1724418" y="301903"/>
                  <a:pt x="1725180" y="297902"/>
                  <a:pt x="1723466" y="295045"/>
                </a:cubicBezTo>
                <a:cubicBezTo>
                  <a:pt x="1721561" y="291806"/>
                  <a:pt x="1718418" y="292092"/>
                  <a:pt x="1715655" y="293902"/>
                </a:cubicBezTo>
                <a:cubicBezTo>
                  <a:pt x="1709845" y="297616"/>
                  <a:pt x="1705273" y="297807"/>
                  <a:pt x="1699749" y="292378"/>
                </a:cubicBezTo>
                <a:cubicBezTo>
                  <a:pt x="1693701" y="286377"/>
                  <a:pt x="1684009" y="285044"/>
                  <a:pt x="1675043" y="287187"/>
                </a:cubicBezTo>
                <a:close/>
                <a:moveTo>
                  <a:pt x="798017" y="281614"/>
                </a:moveTo>
                <a:cubicBezTo>
                  <a:pt x="805637" y="281804"/>
                  <a:pt x="809162" y="284186"/>
                  <a:pt x="810305" y="289329"/>
                </a:cubicBezTo>
                <a:cubicBezTo>
                  <a:pt x="812114" y="297330"/>
                  <a:pt x="797636" y="328382"/>
                  <a:pt x="789635" y="331239"/>
                </a:cubicBezTo>
                <a:cubicBezTo>
                  <a:pt x="782682" y="333716"/>
                  <a:pt x="778301" y="338668"/>
                  <a:pt x="773252" y="343050"/>
                </a:cubicBezTo>
                <a:cubicBezTo>
                  <a:pt x="765537" y="349813"/>
                  <a:pt x="757536" y="350670"/>
                  <a:pt x="748297" y="346289"/>
                </a:cubicBezTo>
                <a:cubicBezTo>
                  <a:pt x="742487" y="343621"/>
                  <a:pt x="736962" y="340859"/>
                  <a:pt x="737153" y="333716"/>
                </a:cubicBezTo>
                <a:cubicBezTo>
                  <a:pt x="737343" y="327048"/>
                  <a:pt x="741629" y="322667"/>
                  <a:pt x="747916" y="320476"/>
                </a:cubicBezTo>
                <a:cubicBezTo>
                  <a:pt x="752964" y="318761"/>
                  <a:pt x="759060" y="314475"/>
                  <a:pt x="762775" y="315999"/>
                </a:cubicBezTo>
                <a:cubicBezTo>
                  <a:pt x="772300" y="319904"/>
                  <a:pt x="771538" y="314570"/>
                  <a:pt x="773443" y="308379"/>
                </a:cubicBezTo>
                <a:cubicBezTo>
                  <a:pt x="777443" y="294949"/>
                  <a:pt x="784587" y="283614"/>
                  <a:pt x="798017" y="281614"/>
                </a:cubicBezTo>
                <a:close/>
                <a:moveTo>
                  <a:pt x="893267" y="164837"/>
                </a:moveTo>
                <a:cubicBezTo>
                  <a:pt x="899649" y="163885"/>
                  <a:pt x="902221" y="169790"/>
                  <a:pt x="905174" y="173981"/>
                </a:cubicBezTo>
                <a:cubicBezTo>
                  <a:pt x="914603" y="187316"/>
                  <a:pt x="926891" y="199222"/>
                  <a:pt x="925176" y="217796"/>
                </a:cubicBezTo>
                <a:cubicBezTo>
                  <a:pt x="924890" y="220654"/>
                  <a:pt x="925462" y="224178"/>
                  <a:pt x="926986" y="226559"/>
                </a:cubicBezTo>
                <a:cubicBezTo>
                  <a:pt x="950322" y="261992"/>
                  <a:pt x="944321" y="303331"/>
                  <a:pt x="911841" y="329143"/>
                </a:cubicBezTo>
                <a:cubicBezTo>
                  <a:pt x="907555" y="332477"/>
                  <a:pt x="900602" y="334858"/>
                  <a:pt x="897268" y="330572"/>
                </a:cubicBezTo>
                <a:cubicBezTo>
                  <a:pt x="893553" y="325810"/>
                  <a:pt x="896601" y="318856"/>
                  <a:pt x="901173" y="314856"/>
                </a:cubicBezTo>
                <a:cubicBezTo>
                  <a:pt x="904031" y="312379"/>
                  <a:pt x="911746" y="313332"/>
                  <a:pt x="906221" y="306569"/>
                </a:cubicBezTo>
                <a:cubicBezTo>
                  <a:pt x="903173" y="302854"/>
                  <a:pt x="899268" y="306379"/>
                  <a:pt x="895934" y="307807"/>
                </a:cubicBezTo>
                <a:cubicBezTo>
                  <a:pt x="892220" y="309331"/>
                  <a:pt x="890029" y="312094"/>
                  <a:pt x="888124" y="315618"/>
                </a:cubicBezTo>
                <a:cubicBezTo>
                  <a:pt x="885552" y="320380"/>
                  <a:pt x="880599" y="319142"/>
                  <a:pt x="878694" y="316285"/>
                </a:cubicBezTo>
                <a:cubicBezTo>
                  <a:pt x="869455" y="302473"/>
                  <a:pt x="852881" y="293710"/>
                  <a:pt x="848786" y="276661"/>
                </a:cubicBezTo>
                <a:cubicBezTo>
                  <a:pt x="846595" y="267421"/>
                  <a:pt x="847643" y="258087"/>
                  <a:pt x="862406" y="256944"/>
                </a:cubicBezTo>
                <a:cubicBezTo>
                  <a:pt x="867740" y="256563"/>
                  <a:pt x="873932" y="258754"/>
                  <a:pt x="880885" y="254848"/>
                </a:cubicBezTo>
                <a:cubicBezTo>
                  <a:pt x="861073" y="231322"/>
                  <a:pt x="834974" y="232846"/>
                  <a:pt x="819353" y="248657"/>
                </a:cubicBezTo>
                <a:cubicBezTo>
                  <a:pt x="800780" y="267421"/>
                  <a:pt x="779920" y="268945"/>
                  <a:pt x="758108" y="275232"/>
                </a:cubicBezTo>
                <a:cubicBezTo>
                  <a:pt x="740486" y="280280"/>
                  <a:pt x="720103" y="285233"/>
                  <a:pt x="717912" y="311713"/>
                </a:cubicBezTo>
                <a:cubicBezTo>
                  <a:pt x="717055" y="322285"/>
                  <a:pt x="705434" y="332096"/>
                  <a:pt x="698195" y="341812"/>
                </a:cubicBezTo>
                <a:cubicBezTo>
                  <a:pt x="694862" y="346384"/>
                  <a:pt x="689242" y="348574"/>
                  <a:pt x="684098" y="345336"/>
                </a:cubicBezTo>
                <a:cubicBezTo>
                  <a:pt x="679050" y="342097"/>
                  <a:pt x="682289" y="337430"/>
                  <a:pt x="683717" y="333144"/>
                </a:cubicBezTo>
                <a:cubicBezTo>
                  <a:pt x="687813" y="320476"/>
                  <a:pt x="693623" y="308665"/>
                  <a:pt x="692004" y="293996"/>
                </a:cubicBezTo>
                <a:cubicBezTo>
                  <a:pt x="690480" y="280852"/>
                  <a:pt x="697719" y="277804"/>
                  <a:pt x="710292" y="285043"/>
                </a:cubicBezTo>
                <a:cubicBezTo>
                  <a:pt x="718103" y="289519"/>
                  <a:pt x="718198" y="283423"/>
                  <a:pt x="718007" y="279804"/>
                </a:cubicBezTo>
                <a:cubicBezTo>
                  <a:pt x="717817" y="274946"/>
                  <a:pt x="710768" y="267421"/>
                  <a:pt x="716102" y="265612"/>
                </a:cubicBezTo>
                <a:cubicBezTo>
                  <a:pt x="741344" y="257230"/>
                  <a:pt x="731057" y="240847"/>
                  <a:pt x="724770" y="224178"/>
                </a:cubicBezTo>
                <a:cubicBezTo>
                  <a:pt x="745058" y="224273"/>
                  <a:pt x="748297" y="239418"/>
                  <a:pt x="753821" y="253801"/>
                </a:cubicBezTo>
                <a:cubicBezTo>
                  <a:pt x="759632" y="245514"/>
                  <a:pt x="765632" y="241323"/>
                  <a:pt x="771443" y="236751"/>
                </a:cubicBezTo>
                <a:cubicBezTo>
                  <a:pt x="780301" y="229798"/>
                  <a:pt x="794112" y="223130"/>
                  <a:pt x="778205" y="209224"/>
                </a:cubicBezTo>
                <a:cubicBezTo>
                  <a:pt x="774395" y="205890"/>
                  <a:pt x="775253" y="199794"/>
                  <a:pt x="779348" y="197127"/>
                </a:cubicBezTo>
                <a:cubicBezTo>
                  <a:pt x="786587" y="192364"/>
                  <a:pt x="795827" y="191412"/>
                  <a:pt x="802875" y="196079"/>
                </a:cubicBezTo>
                <a:cubicBezTo>
                  <a:pt x="824973" y="210748"/>
                  <a:pt x="848690" y="206176"/>
                  <a:pt x="871646" y="201794"/>
                </a:cubicBezTo>
                <a:cubicBezTo>
                  <a:pt x="880504" y="200080"/>
                  <a:pt x="882409" y="187983"/>
                  <a:pt x="883838" y="178744"/>
                </a:cubicBezTo>
                <a:cubicBezTo>
                  <a:pt x="884790" y="172552"/>
                  <a:pt x="885838" y="165980"/>
                  <a:pt x="893267" y="164837"/>
                </a:cubicBezTo>
                <a:close/>
                <a:moveTo>
                  <a:pt x="1142346" y="109973"/>
                </a:moveTo>
                <a:cubicBezTo>
                  <a:pt x="1148061" y="110640"/>
                  <a:pt x="1156920" y="109878"/>
                  <a:pt x="1153015" y="119498"/>
                </a:cubicBezTo>
                <a:cubicBezTo>
                  <a:pt x="1143013" y="143787"/>
                  <a:pt x="1143013" y="168076"/>
                  <a:pt x="1146728" y="193793"/>
                </a:cubicBezTo>
                <a:cubicBezTo>
                  <a:pt x="1150824" y="221702"/>
                  <a:pt x="1131202" y="246562"/>
                  <a:pt x="1104532" y="252563"/>
                </a:cubicBezTo>
                <a:cubicBezTo>
                  <a:pt x="1101675" y="253229"/>
                  <a:pt x="1098913" y="255325"/>
                  <a:pt x="1096246" y="253325"/>
                </a:cubicBezTo>
                <a:cubicBezTo>
                  <a:pt x="1078243" y="240085"/>
                  <a:pt x="1086911" y="256563"/>
                  <a:pt x="1085958" y="262373"/>
                </a:cubicBezTo>
                <a:cubicBezTo>
                  <a:pt x="1086244" y="280471"/>
                  <a:pt x="1070909" y="285233"/>
                  <a:pt x="1059288" y="286472"/>
                </a:cubicBezTo>
                <a:cubicBezTo>
                  <a:pt x="1040048" y="288567"/>
                  <a:pt x="1022236" y="294568"/>
                  <a:pt x="1004234" y="299997"/>
                </a:cubicBezTo>
                <a:cubicBezTo>
                  <a:pt x="993471" y="303236"/>
                  <a:pt x="993947" y="300092"/>
                  <a:pt x="990613" y="290758"/>
                </a:cubicBezTo>
                <a:cubicBezTo>
                  <a:pt x="981183" y="264183"/>
                  <a:pt x="975945" y="237989"/>
                  <a:pt x="985470" y="210938"/>
                </a:cubicBezTo>
                <a:cubicBezTo>
                  <a:pt x="994233" y="185792"/>
                  <a:pt x="1000519" y="159598"/>
                  <a:pt x="1016807" y="137501"/>
                </a:cubicBezTo>
                <a:cubicBezTo>
                  <a:pt x="1035000" y="112831"/>
                  <a:pt x="1057860" y="103211"/>
                  <a:pt x="1088054" y="111021"/>
                </a:cubicBezTo>
                <a:cubicBezTo>
                  <a:pt x="1106151" y="115688"/>
                  <a:pt x="1124249" y="107783"/>
                  <a:pt x="1142346" y="109973"/>
                </a:cubicBezTo>
                <a:close/>
                <a:moveTo>
                  <a:pt x="1324940" y="115"/>
                </a:moveTo>
                <a:cubicBezTo>
                  <a:pt x="1328655" y="-421"/>
                  <a:pt x="1332560" y="913"/>
                  <a:pt x="1336370" y="4437"/>
                </a:cubicBezTo>
                <a:cubicBezTo>
                  <a:pt x="1353420" y="20344"/>
                  <a:pt x="1376089" y="29392"/>
                  <a:pt x="1389138" y="50157"/>
                </a:cubicBezTo>
                <a:cubicBezTo>
                  <a:pt x="1396473" y="61873"/>
                  <a:pt x="1408665" y="60920"/>
                  <a:pt x="1419999" y="57777"/>
                </a:cubicBezTo>
                <a:cubicBezTo>
                  <a:pt x="1435335" y="53586"/>
                  <a:pt x="1450860" y="49204"/>
                  <a:pt x="1465434" y="43013"/>
                </a:cubicBezTo>
                <a:cubicBezTo>
                  <a:pt x="1472958" y="39870"/>
                  <a:pt x="1479626" y="38536"/>
                  <a:pt x="1487341" y="40441"/>
                </a:cubicBezTo>
                <a:cubicBezTo>
                  <a:pt x="1495914" y="42537"/>
                  <a:pt x="1504105" y="42632"/>
                  <a:pt x="1510582" y="35393"/>
                </a:cubicBezTo>
                <a:cubicBezTo>
                  <a:pt x="1516297" y="29011"/>
                  <a:pt x="1522584" y="30631"/>
                  <a:pt x="1529346" y="32917"/>
                </a:cubicBezTo>
                <a:cubicBezTo>
                  <a:pt x="1534966" y="34822"/>
                  <a:pt x="1543253" y="35107"/>
                  <a:pt x="1541919" y="43108"/>
                </a:cubicBezTo>
                <a:cubicBezTo>
                  <a:pt x="1540967" y="49014"/>
                  <a:pt x="1533633" y="48061"/>
                  <a:pt x="1528299" y="48347"/>
                </a:cubicBezTo>
                <a:cubicBezTo>
                  <a:pt x="1518393" y="48919"/>
                  <a:pt x="1508010" y="49300"/>
                  <a:pt x="1509725" y="63873"/>
                </a:cubicBezTo>
                <a:cubicBezTo>
                  <a:pt x="1509820" y="64540"/>
                  <a:pt x="1509344" y="65397"/>
                  <a:pt x="1508963" y="65968"/>
                </a:cubicBezTo>
                <a:cubicBezTo>
                  <a:pt x="1491342" y="88257"/>
                  <a:pt x="1477530" y="113974"/>
                  <a:pt x="1451622" y="128738"/>
                </a:cubicBezTo>
                <a:cubicBezTo>
                  <a:pt x="1441050" y="134739"/>
                  <a:pt x="1430858" y="141121"/>
                  <a:pt x="1416856" y="135025"/>
                </a:cubicBezTo>
                <a:cubicBezTo>
                  <a:pt x="1426762" y="154932"/>
                  <a:pt x="1443431" y="165028"/>
                  <a:pt x="1459719" y="175506"/>
                </a:cubicBezTo>
                <a:cubicBezTo>
                  <a:pt x="1461338" y="176554"/>
                  <a:pt x="1465624" y="176554"/>
                  <a:pt x="1466005" y="175696"/>
                </a:cubicBezTo>
                <a:cubicBezTo>
                  <a:pt x="1473435" y="160837"/>
                  <a:pt x="1482483" y="163409"/>
                  <a:pt x="1492675" y="172458"/>
                </a:cubicBezTo>
                <a:cubicBezTo>
                  <a:pt x="1494390" y="173982"/>
                  <a:pt x="1497342" y="173601"/>
                  <a:pt x="1498390" y="171029"/>
                </a:cubicBezTo>
                <a:cubicBezTo>
                  <a:pt x="1499819" y="167791"/>
                  <a:pt x="1498200" y="164933"/>
                  <a:pt x="1495914" y="162838"/>
                </a:cubicBezTo>
                <a:cubicBezTo>
                  <a:pt x="1483626" y="151408"/>
                  <a:pt x="1491056" y="149312"/>
                  <a:pt x="1502486" y="146550"/>
                </a:cubicBezTo>
                <a:cubicBezTo>
                  <a:pt x="1508772" y="145026"/>
                  <a:pt x="1520774" y="146074"/>
                  <a:pt x="1518964" y="135215"/>
                </a:cubicBezTo>
                <a:cubicBezTo>
                  <a:pt x="1517440" y="126547"/>
                  <a:pt x="1507629" y="130643"/>
                  <a:pt x="1501248" y="130167"/>
                </a:cubicBezTo>
                <a:cubicBezTo>
                  <a:pt x="1497723" y="129881"/>
                  <a:pt x="1493628" y="131881"/>
                  <a:pt x="1490580" y="126262"/>
                </a:cubicBezTo>
                <a:cubicBezTo>
                  <a:pt x="1496676" y="117594"/>
                  <a:pt x="1507820" y="115403"/>
                  <a:pt x="1516011" y="109402"/>
                </a:cubicBezTo>
                <a:cubicBezTo>
                  <a:pt x="1520869" y="105783"/>
                  <a:pt x="1526298" y="108450"/>
                  <a:pt x="1530299" y="112641"/>
                </a:cubicBezTo>
                <a:cubicBezTo>
                  <a:pt x="1533442" y="115975"/>
                  <a:pt x="1535919" y="119975"/>
                  <a:pt x="1539443" y="122833"/>
                </a:cubicBezTo>
                <a:cubicBezTo>
                  <a:pt x="1547920" y="129786"/>
                  <a:pt x="1559731" y="135977"/>
                  <a:pt x="1568304" y="131977"/>
                </a:cubicBezTo>
                <a:cubicBezTo>
                  <a:pt x="1576876" y="127976"/>
                  <a:pt x="1566589" y="117403"/>
                  <a:pt x="1566208" y="109593"/>
                </a:cubicBezTo>
                <a:cubicBezTo>
                  <a:pt x="1565637" y="96925"/>
                  <a:pt x="1560303" y="84161"/>
                  <a:pt x="1565922" y="71398"/>
                </a:cubicBezTo>
                <a:cubicBezTo>
                  <a:pt x="1568685" y="65206"/>
                  <a:pt x="1565732" y="59587"/>
                  <a:pt x="1563732" y="53872"/>
                </a:cubicBezTo>
                <a:cubicBezTo>
                  <a:pt x="1561827" y="48538"/>
                  <a:pt x="1554778" y="42727"/>
                  <a:pt x="1560493" y="37584"/>
                </a:cubicBezTo>
                <a:cubicBezTo>
                  <a:pt x="1565541" y="33107"/>
                  <a:pt x="1571542" y="40537"/>
                  <a:pt x="1577352" y="40727"/>
                </a:cubicBezTo>
                <a:cubicBezTo>
                  <a:pt x="1602403" y="41775"/>
                  <a:pt x="1608309" y="57491"/>
                  <a:pt x="1607737" y="78827"/>
                </a:cubicBezTo>
                <a:cubicBezTo>
                  <a:pt x="1607451" y="88924"/>
                  <a:pt x="1608594" y="98353"/>
                  <a:pt x="1618786" y="104449"/>
                </a:cubicBezTo>
                <a:cubicBezTo>
                  <a:pt x="1624120" y="107593"/>
                  <a:pt x="1626216" y="113784"/>
                  <a:pt x="1627644" y="119880"/>
                </a:cubicBezTo>
                <a:cubicBezTo>
                  <a:pt x="1635360" y="153122"/>
                  <a:pt x="1649647" y="182650"/>
                  <a:pt x="1677174" y="204271"/>
                </a:cubicBezTo>
                <a:cubicBezTo>
                  <a:pt x="1686890" y="211891"/>
                  <a:pt x="1686509" y="225036"/>
                  <a:pt x="1699844" y="232846"/>
                </a:cubicBezTo>
                <a:cubicBezTo>
                  <a:pt x="1726609" y="248467"/>
                  <a:pt x="1752803" y="257135"/>
                  <a:pt x="1783378" y="252373"/>
                </a:cubicBezTo>
                <a:cubicBezTo>
                  <a:pt x="1789569" y="251420"/>
                  <a:pt x="1795856" y="252277"/>
                  <a:pt x="1800809" y="256183"/>
                </a:cubicBezTo>
                <a:cubicBezTo>
                  <a:pt x="1823574" y="273994"/>
                  <a:pt x="1841671" y="260088"/>
                  <a:pt x="1858721" y="246658"/>
                </a:cubicBezTo>
                <a:cubicBezTo>
                  <a:pt x="1874628" y="234180"/>
                  <a:pt x="1873961" y="233323"/>
                  <a:pt x="1894725" y="229132"/>
                </a:cubicBezTo>
                <a:cubicBezTo>
                  <a:pt x="1892535" y="237799"/>
                  <a:pt x="1879485" y="246372"/>
                  <a:pt x="1892725" y="254182"/>
                </a:cubicBezTo>
                <a:cubicBezTo>
                  <a:pt x="1902917" y="260183"/>
                  <a:pt x="1913109" y="263993"/>
                  <a:pt x="1922824" y="251515"/>
                </a:cubicBezTo>
                <a:cubicBezTo>
                  <a:pt x="1927682" y="245324"/>
                  <a:pt x="1936635" y="243800"/>
                  <a:pt x="1942446" y="236752"/>
                </a:cubicBezTo>
                <a:cubicBezTo>
                  <a:pt x="1949970" y="227703"/>
                  <a:pt x="1959495" y="234085"/>
                  <a:pt x="1966925" y="239133"/>
                </a:cubicBezTo>
                <a:cubicBezTo>
                  <a:pt x="1982736" y="249896"/>
                  <a:pt x="1995500" y="255135"/>
                  <a:pt x="2012359" y="237514"/>
                </a:cubicBezTo>
                <a:cubicBezTo>
                  <a:pt x="2027218" y="221988"/>
                  <a:pt x="2055222" y="236180"/>
                  <a:pt x="2057317" y="258278"/>
                </a:cubicBezTo>
                <a:cubicBezTo>
                  <a:pt x="2058555" y="270565"/>
                  <a:pt x="2060746" y="282186"/>
                  <a:pt x="2069033" y="292187"/>
                </a:cubicBezTo>
                <a:cubicBezTo>
                  <a:pt x="2076081" y="300664"/>
                  <a:pt x="2077891" y="311332"/>
                  <a:pt x="2079225" y="322000"/>
                </a:cubicBezTo>
                <a:cubicBezTo>
                  <a:pt x="2082177" y="345337"/>
                  <a:pt x="2091321" y="350575"/>
                  <a:pt x="2112943" y="343908"/>
                </a:cubicBezTo>
                <a:cubicBezTo>
                  <a:pt x="2127707" y="339336"/>
                  <a:pt x="2142471" y="340574"/>
                  <a:pt x="2151900" y="355528"/>
                </a:cubicBezTo>
                <a:cubicBezTo>
                  <a:pt x="2156949" y="363529"/>
                  <a:pt x="2165426" y="365244"/>
                  <a:pt x="2173046" y="367530"/>
                </a:cubicBezTo>
                <a:cubicBezTo>
                  <a:pt x="2193334" y="373531"/>
                  <a:pt x="2198668" y="379436"/>
                  <a:pt x="2199525" y="400201"/>
                </a:cubicBezTo>
                <a:cubicBezTo>
                  <a:pt x="2199621" y="404011"/>
                  <a:pt x="2199049" y="407821"/>
                  <a:pt x="2199430" y="411535"/>
                </a:cubicBezTo>
                <a:cubicBezTo>
                  <a:pt x="2199716" y="414679"/>
                  <a:pt x="2201526" y="417441"/>
                  <a:pt x="2205145" y="417441"/>
                </a:cubicBezTo>
                <a:cubicBezTo>
                  <a:pt x="2208669" y="417441"/>
                  <a:pt x="2210955" y="414869"/>
                  <a:pt x="2211051" y="411726"/>
                </a:cubicBezTo>
                <a:cubicBezTo>
                  <a:pt x="2211527" y="402677"/>
                  <a:pt x="2211813" y="393533"/>
                  <a:pt x="2211622" y="384389"/>
                </a:cubicBezTo>
                <a:cubicBezTo>
                  <a:pt x="2211241" y="368197"/>
                  <a:pt x="2215146" y="365339"/>
                  <a:pt x="2229910" y="371721"/>
                </a:cubicBezTo>
                <a:cubicBezTo>
                  <a:pt x="2234101" y="373531"/>
                  <a:pt x="2238292" y="375817"/>
                  <a:pt x="2241626" y="378769"/>
                </a:cubicBezTo>
                <a:cubicBezTo>
                  <a:pt x="2263819" y="398200"/>
                  <a:pt x="2291537" y="411059"/>
                  <a:pt x="2309253" y="436015"/>
                </a:cubicBezTo>
                <a:cubicBezTo>
                  <a:pt x="2316397" y="446111"/>
                  <a:pt x="2328970" y="450112"/>
                  <a:pt x="2337924" y="458398"/>
                </a:cubicBezTo>
                <a:cubicBezTo>
                  <a:pt x="2352783" y="472114"/>
                  <a:pt x="2371071" y="483354"/>
                  <a:pt x="2374404" y="506119"/>
                </a:cubicBezTo>
                <a:cubicBezTo>
                  <a:pt x="2374976" y="509929"/>
                  <a:pt x="2377929" y="512786"/>
                  <a:pt x="2381643" y="514501"/>
                </a:cubicBezTo>
                <a:cubicBezTo>
                  <a:pt x="2392407" y="519454"/>
                  <a:pt x="2392311" y="528598"/>
                  <a:pt x="2390121" y="537837"/>
                </a:cubicBezTo>
                <a:cubicBezTo>
                  <a:pt x="2386501" y="553363"/>
                  <a:pt x="2382120" y="568793"/>
                  <a:pt x="2378310" y="584319"/>
                </a:cubicBezTo>
                <a:cubicBezTo>
                  <a:pt x="2372404" y="608608"/>
                  <a:pt x="2353545" y="622133"/>
                  <a:pt x="2334876" y="635182"/>
                </a:cubicBezTo>
                <a:cubicBezTo>
                  <a:pt x="2323446" y="643184"/>
                  <a:pt x="2317350" y="651280"/>
                  <a:pt x="2316492" y="666424"/>
                </a:cubicBezTo>
                <a:cubicBezTo>
                  <a:pt x="2314968" y="692713"/>
                  <a:pt x="2304872" y="715288"/>
                  <a:pt x="2276678" y="724718"/>
                </a:cubicBezTo>
                <a:cubicBezTo>
                  <a:pt x="2271915" y="726337"/>
                  <a:pt x="2266772" y="729956"/>
                  <a:pt x="2264010" y="734052"/>
                </a:cubicBezTo>
                <a:cubicBezTo>
                  <a:pt x="2245531" y="761484"/>
                  <a:pt x="2243436" y="793583"/>
                  <a:pt x="2240673" y="825111"/>
                </a:cubicBezTo>
                <a:cubicBezTo>
                  <a:pt x="2240007" y="832826"/>
                  <a:pt x="2247436" y="838446"/>
                  <a:pt x="2254770" y="841684"/>
                </a:cubicBezTo>
                <a:cubicBezTo>
                  <a:pt x="2286203" y="855210"/>
                  <a:pt x="2313921" y="876641"/>
                  <a:pt x="2347353" y="885690"/>
                </a:cubicBezTo>
                <a:cubicBezTo>
                  <a:pt x="2362212" y="889786"/>
                  <a:pt x="2364022" y="900454"/>
                  <a:pt x="2365546" y="913503"/>
                </a:cubicBezTo>
                <a:cubicBezTo>
                  <a:pt x="2366213" y="919694"/>
                  <a:pt x="2359831" y="941221"/>
                  <a:pt x="2381262" y="926647"/>
                </a:cubicBezTo>
                <a:cubicBezTo>
                  <a:pt x="2385453" y="923790"/>
                  <a:pt x="2388787" y="930934"/>
                  <a:pt x="2389930" y="934934"/>
                </a:cubicBezTo>
                <a:cubicBezTo>
                  <a:pt x="2396217" y="958366"/>
                  <a:pt x="2408028" y="980368"/>
                  <a:pt x="2407551" y="1005514"/>
                </a:cubicBezTo>
                <a:cubicBezTo>
                  <a:pt x="2407266" y="1017326"/>
                  <a:pt x="2410885" y="1028279"/>
                  <a:pt x="2419362" y="1036757"/>
                </a:cubicBezTo>
                <a:cubicBezTo>
                  <a:pt x="2430792" y="1048091"/>
                  <a:pt x="2427173" y="1067999"/>
                  <a:pt x="2442794" y="1076952"/>
                </a:cubicBezTo>
                <a:cubicBezTo>
                  <a:pt x="2447461" y="1079619"/>
                  <a:pt x="2450033" y="1088573"/>
                  <a:pt x="2456320" y="1078095"/>
                </a:cubicBezTo>
                <a:cubicBezTo>
                  <a:pt x="2459939" y="1071999"/>
                  <a:pt x="2462511" y="1077619"/>
                  <a:pt x="2463558" y="1081048"/>
                </a:cubicBezTo>
                <a:cubicBezTo>
                  <a:pt x="2465749" y="1087525"/>
                  <a:pt x="2467178" y="1094287"/>
                  <a:pt x="2469273" y="1100764"/>
                </a:cubicBezTo>
                <a:cubicBezTo>
                  <a:pt x="2470607" y="1104860"/>
                  <a:pt x="2474703" y="1108289"/>
                  <a:pt x="2476989" y="1103432"/>
                </a:cubicBezTo>
                <a:cubicBezTo>
                  <a:pt x="2484418" y="1087430"/>
                  <a:pt x="2488514" y="1097621"/>
                  <a:pt x="2491943" y="1105146"/>
                </a:cubicBezTo>
                <a:cubicBezTo>
                  <a:pt x="2495658" y="1113337"/>
                  <a:pt x="2502420" y="1117052"/>
                  <a:pt x="2509374" y="1122005"/>
                </a:cubicBezTo>
                <a:cubicBezTo>
                  <a:pt x="2527376" y="1134769"/>
                  <a:pt x="2542902" y="1150771"/>
                  <a:pt x="2551760" y="1171440"/>
                </a:cubicBezTo>
                <a:cubicBezTo>
                  <a:pt x="2566428" y="1205921"/>
                  <a:pt x="2548617" y="1232686"/>
                  <a:pt x="2525376" y="1254117"/>
                </a:cubicBezTo>
                <a:cubicBezTo>
                  <a:pt x="2505849" y="1272024"/>
                  <a:pt x="2487466" y="1291265"/>
                  <a:pt x="2466702" y="1308124"/>
                </a:cubicBezTo>
                <a:cubicBezTo>
                  <a:pt x="2435650" y="1333460"/>
                  <a:pt x="2436031" y="1358035"/>
                  <a:pt x="2459653" y="1390515"/>
                </a:cubicBezTo>
                <a:cubicBezTo>
                  <a:pt x="2476989" y="1414328"/>
                  <a:pt x="2490038" y="1441379"/>
                  <a:pt x="2500896" y="1469001"/>
                </a:cubicBezTo>
                <a:cubicBezTo>
                  <a:pt x="2506707" y="1483765"/>
                  <a:pt x="2512422" y="1498052"/>
                  <a:pt x="2520804" y="1511768"/>
                </a:cubicBezTo>
                <a:cubicBezTo>
                  <a:pt x="2531376" y="1529199"/>
                  <a:pt x="2538044" y="1548154"/>
                  <a:pt x="2536329" y="1570061"/>
                </a:cubicBezTo>
                <a:cubicBezTo>
                  <a:pt x="2534710" y="1592159"/>
                  <a:pt x="2537949" y="1613400"/>
                  <a:pt x="2557189" y="1630069"/>
                </a:cubicBezTo>
                <a:cubicBezTo>
                  <a:pt x="2573191" y="1643975"/>
                  <a:pt x="2572524" y="1665978"/>
                  <a:pt x="2574620" y="1686171"/>
                </a:cubicBezTo>
                <a:cubicBezTo>
                  <a:pt x="2584716" y="1681885"/>
                  <a:pt x="2581954" y="1674646"/>
                  <a:pt x="2580906" y="1668169"/>
                </a:cubicBezTo>
                <a:cubicBezTo>
                  <a:pt x="2579763" y="1661216"/>
                  <a:pt x="2579668" y="1654453"/>
                  <a:pt x="2582621" y="1647976"/>
                </a:cubicBezTo>
                <a:cubicBezTo>
                  <a:pt x="2584716" y="1643213"/>
                  <a:pt x="2588812" y="1641404"/>
                  <a:pt x="2593765" y="1641785"/>
                </a:cubicBezTo>
                <a:cubicBezTo>
                  <a:pt x="2597956" y="1642166"/>
                  <a:pt x="2602528" y="1644928"/>
                  <a:pt x="2601576" y="1648452"/>
                </a:cubicBezTo>
                <a:cubicBezTo>
                  <a:pt x="2598242" y="1661025"/>
                  <a:pt x="2611482" y="1670741"/>
                  <a:pt x="2606433" y="1683599"/>
                </a:cubicBezTo>
                <a:cubicBezTo>
                  <a:pt x="2603290" y="1691600"/>
                  <a:pt x="2608338" y="1695029"/>
                  <a:pt x="2615958" y="1693982"/>
                </a:cubicBezTo>
                <a:cubicBezTo>
                  <a:pt x="2632818" y="1691696"/>
                  <a:pt x="2646629" y="1681790"/>
                  <a:pt x="2661202" y="1674265"/>
                </a:cubicBezTo>
                <a:cubicBezTo>
                  <a:pt x="2668346" y="1670550"/>
                  <a:pt x="2667489" y="1661311"/>
                  <a:pt x="2665774" y="1653405"/>
                </a:cubicBezTo>
                <a:cubicBezTo>
                  <a:pt x="2664060" y="1645404"/>
                  <a:pt x="2667203" y="1639689"/>
                  <a:pt x="2675680" y="1638546"/>
                </a:cubicBezTo>
                <a:cubicBezTo>
                  <a:pt x="2683014" y="1637594"/>
                  <a:pt x="2685396" y="1642546"/>
                  <a:pt x="2688063" y="1649024"/>
                </a:cubicBezTo>
                <a:cubicBezTo>
                  <a:pt x="2695397" y="1667121"/>
                  <a:pt x="2693873" y="1686457"/>
                  <a:pt x="2697492" y="1705031"/>
                </a:cubicBezTo>
                <a:cubicBezTo>
                  <a:pt x="2699112" y="1713222"/>
                  <a:pt x="2688825" y="1715127"/>
                  <a:pt x="2687967" y="1722080"/>
                </a:cubicBezTo>
                <a:cubicBezTo>
                  <a:pt x="2707398" y="1729129"/>
                  <a:pt x="2706922" y="1729129"/>
                  <a:pt x="2707113" y="1709412"/>
                </a:cubicBezTo>
                <a:cubicBezTo>
                  <a:pt x="2707208" y="1700554"/>
                  <a:pt x="2703017" y="1693315"/>
                  <a:pt x="2701112" y="1685314"/>
                </a:cubicBezTo>
                <a:cubicBezTo>
                  <a:pt x="2699207" y="1677408"/>
                  <a:pt x="2702826" y="1670550"/>
                  <a:pt x="2710732" y="1670264"/>
                </a:cubicBezTo>
                <a:cubicBezTo>
                  <a:pt x="2719781" y="1669979"/>
                  <a:pt x="2715685" y="1677027"/>
                  <a:pt x="2714447" y="1681980"/>
                </a:cubicBezTo>
                <a:cubicBezTo>
                  <a:pt x="2712828" y="1688266"/>
                  <a:pt x="2716923" y="1691029"/>
                  <a:pt x="2721972" y="1689695"/>
                </a:cubicBezTo>
                <a:cubicBezTo>
                  <a:pt x="2727306" y="1688362"/>
                  <a:pt x="2734926" y="1688457"/>
                  <a:pt x="2734830" y="1679599"/>
                </a:cubicBezTo>
                <a:cubicBezTo>
                  <a:pt x="2734830" y="1671312"/>
                  <a:pt x="2734830" y="1663025"/>
                  <a:pt x="2734830" y="1654262"/>
                </a:cubicBezTo>
                <a:cubicBezTo>
                  <a:pt x="2746451" y="1660739"/>
                  <a:pt x="2746451" y="1660739"/>
                  <a:pt x="2756071" y="1724271"/>
                </a:cubicBezTo>
                <a:cubicBezTo>
                  <a:pt x="2757786" y="1722175"/>
                  <a:pt x="2759119" y="1720461"/>
                  <a:pt x="2760548" y="1718937"/>
                </a:cubicBezTo>
                <a:cubicBezTo>
                  <a:pt x="2767787" y="1711317"/>
                  <a:pt x="2765691" y="1694839"/>
                  <a:pt x="2781217" y="1695506"/>
                </a:cubicBezTo>
                <a:cubicBezTo>
                  <a:pt x="2790647" y="1695887"/>
                  <a:pt x="2810840" y="1719223"/>
                  <a:pt x="2810935" y="1730367"/>
                </a:cubicBezTo>
                <a:cubicBezTo>
                  <a:pt x="2811030" y="1750084"/>
                  <a:pt x="2817888" y="1770944"/>
                  <a:pt x="2798362" y="1787612"/>
                </a:cubicBezTo>
                <a:cubicBezTo>
                  <a:pt x="2791028" y="1793899"/>
                  <a:pt x="2788266" y="1805900"/>
                  <a:pt x="2784741" y="1816092"/>
                </a:cubicBezTo>
                <a:cubicBezTo>
                  <a:pt x="2781408" y="1825712"/>
                  <a:pt x="2775693" y="1834475"/>
                  <a:pt x="2763215" y="1822569"/>
                </a:cubicBezTo>
                <a:cubicBezTo>
                  <a:pt x="2753499" y="1813235"/>
                  <a:pt x="2747499" y="1819712"/>
                  <a:pt x="2743308" y="1830189"/>
                </a:cubicBezTo>
                <a:cubicBezTo>
                  <a:pt x="2735497" y="1849620"/>
                  <a:pt x="2717686" y="1860479"/>
                  <a:pt x="2697016" y="1859240"/>
                </a:cubicBezTo>
                <a:cubicBezTo>
                  <a:pt x="2675966" y="1858002"/>
                  <a:pt x="2666346" y="1870004"/>
                  <a:pt x="2667489" y="1901531"/>
                </a:cubicBezTo>
                <a:cubicBezTo>
                  <a:pt x="2659869" y="1884482"/>
                  <a:pt x="2641390" y="1878481"/>
                  <a:pt x="2648439" y="1859145"/>
                </a:cubicBezTo>
                <a:cubicBezTo>
                  <a:pt x="2650344" y="1853811"/>
                  <a:pt x="2645772" y="1853049"/>
                  <a:pt x="2641771" y="1853144"/>
                </a:cubicBezTo>
                <a:cubicBezTo>
                  <a:pt x="2637485" y="1853240"/>
                  <a:pt x="2631294" y="1855145"/>
                  <a:pt x="2632341" y="1848001"/>
                </a:cubicBezTo>
                <a:cubicBezTo>
                  <a:pt x="2633008" y="1843238"/>
                  <a:pt x="2638342" y="1841810"/>
                  <a:pt x="2643390" y="1842381"/>
                </a:cubicBezTo>
                <a:cubicBezTo>
                  <a:pt x="2647010" y="1842762"/>
                  <a:pt x="2651011" y="1844191"/>
                  <a:pt x="2654154" y="1837333"/>
                </a:cubicBezTo>
                <a:cubicBezTo>
                  <a:pt x="2640057" y="1832570"/>
                  <a:pt x="2628531" y="1836666"/>
                  <a:pt x="2619387" y="1846191"/>
                </a:cubicBezTo>
                <a:cubicBezTo>
                  <a:pt x="2608815" y="1857145"/>
                  <a:pt x="2619387" y="1865336"/>
                  <a:pt x="2625103" y="1873909"/>
                </a:cubicBezTo>
                <a:cubicBezTo>
                  <a:pt x="2632627" y="1885244"/>
                  <a:pt x="2639866" y="1896864"/>
                  <a:pt x="2648629" y="1910485"/>
                </a:cubicBezTo>
                <a:cubicBezTo>
                  <a:pt x="2633484" y="1909723"/>
                  <a:pt x="2620340" y="1909151"/>
                  <a:pt x="2606719" y="1908485"/>
                </a:cubicBezTo>
                <a:cubicBezTo>
                  <a:pt x="2607005" y="1919343"/>
                  <a:pt x="2615387" y="1923820"/>
                  <a:pt x="2619387" y="1930773"/>
                </a:cubicBezTo>
                <a:cubicBezTo>
                  <a:pt x="2625388" y="1941060"/>
                  <a:pt x="2635675" y="1950109"/>
                  <a:pt x="2620149" y="1960777"/>
                </a:cubicBezTo>
                <a:cubicBezTo>
                  <a:pt x="2617101" y="1962872"/>
                  <a:pt x="2617959" y="1966016"/>
                  <a:pt x="2620530" y="1968397"/>
                </a:cubicBezTo>
                <a:cubicBezTo>
                  <a:pt x="2623197" y="1970969"/>
                  <a:pt x="2626341" y="1970683"/>
                  <a:pt x="2628722" y="1968587"/>
                </a:cubicBezTo>
                <a:cubicBezTo>
                  <a:pt x="2635580" y="1962587"/>
                  <a:pt x="2645010" y="1957443"/>
                  <a:pt x="2647010" y="1948871"/>
                </a:cubicBezTo>
                <a:cubicBezTo>
                  <a:pt x="2649201" y="1939441"/>
                  <a:pt x="2656535" y="1935916"/>
                  <a:pt x="2661583" y="1929725"/>
                </a:cubicBezTo>
                <a:cubicBezTo>
                  <a:pt x="2664726" y="1925915"/>
                  <a:pt x="2666155" y="1919057"/>
                  <a:pt x="2673394" y="1922200"/>
                </a:cubicBezTo>
                <a:cubicBezTo>
                  <a:pt x="2677109" y="1923820"/>
                  <a:pt x="2678823" y="1927535"/>
                  <a:pt x="2679300" y="1931440"/>
                </a:cubicBezTo>
                <a:cubicBezTo>
                  <a:pt x="2680062" y="1937726"/>
                  <a:pt x="2679966" y="1943727"/>
                  <a:pt x="2671775" y="1945632"/>
                </a:cubicBezTo>
                <a:cubicBezTo>
                  <a:pt x="2658535" y="1948680"/>
                  <a:pt x="2662726" y="1952204"/>
                  <a:pt x="2671013" y="1957729"/>
                </a:cubicBezTo>
                <a:cubicBezTo>
                  <a:pt x="2690730" y="1970873"/>
                  <a:pt x="2695111" y="1994686"/>
                  <a:pt x="2682538" y="2015260"/>
                </a:cubicBezTo>
                <a:cubicBezTo>
                  <a:pt x="2656249" y="2058217"/>
                  <a:pt x="2623959" y="2097461"/>
                  <a:pt x="2588622" y="2132036"/>
                </a:cubicBezTo>
                <a:cubicBezTo>
                  <a:pt x="2562999" y="2157182"/>
                  <a:pt x="2525280" y="2171089"/>
                  <a:pt x="2485752" y="2165850"/>
                </a:cubicBezTo>
                <a:cubicBezTo>
                  <a:pt x="2471845" y="2164040"/>
                  <a:pt x="2461844" y="2168517"/>
                  <a:pt x="2450509" y="2176613"/>
                </a:cubicBezTo>
                <a:cubicBezTo>
                  <a:pt x="2425458" y="2194425"/>
                  <a:pt x="2402598" y="2213761"/>
                  <a:pt x="2385549" y="2239669"/>
                </a:cubicBezTo>
                <a:cubicBezTo>
                  <a:pt x="2377738" y="2251575"/>
                  <a:pt x="2364689" y="2257100"/>
                  <a:pt x="2353354" y="2264720"/>
                </a:cubicBezTo>
                <a:cubicBezTo>
                  <a:pt x="2349544" y="2267291"/>
                  <a:pt x="2344591" y="2269101"/>
                  <a:pt x="2340400" y="2266148"/>
                </a:cubicBezTo>
                <a:cubicBezTo>
                  <a:pt x="2324303" y="2254909"/>
                  <a:pt x="2303348" y="2250146"/>
                  <a:pt x="2292108" y="2232525"/>
                </a:cubicBezTo>
                <a:cubicBezTo>
                  <a:pt x="2266010" y="2191377"/>
                  <a:pt x="2225433" y="2180519"/>
                  <a:pt x="2180666" y="2177090"/>
                </a:cubicBezTo>
                <a:cubicBezTo>
                  <a:pt x="2163235" y="2175756"/>
                  <a:pt x="2146090" y="2175470"/>
                  <a:pt x="2128659" y="2176328"/>
                </a:cubicBezTo>
                <a:cubicBezTo>
                  <a:pt x="2107323" y="2177375"/>
                  <a:pt x="2089988" y="2163564"/>
                  <a:pt x="2070843" y="2156611"/>
                </a:cubicBezTo>
                <a:cubicBezTo>
                  <a:pt x="2053698" y="2150324"/>
                  <a:pt x="2037219" y="2142323"/>
                  <a:pt x="2020551" y="2134894"/>
                </a:cubicBezTo>
                <a:cubicBezTo>
                  <a:pt x="2017122" y="2133370"/>
                  <a:pt x="2014074" y="2131084"/>
                  <a:pt x="2011121" y="2128703"/>
                </a:cubicBezTo>
                <a:cubicBezTo>
                  <a:pt x="2010168" y="2127941"/>
                  <a:pt x="2010168" y="2126036"/>
                  <a:pt x="2009692" y="2124607"/>
                </a:cubicBezTo>
                <a:cubicBezTo>
                  <a:pt x="2031314" y="2118797"/>
                  <a:pt x="2011407" y="2101937"/>
                  <a:pt x="2018265" y="2093079"/>
                </a:cubicBezTo>
                <a:cubicBezTo>
                  <a:pt x="2021313" y="2089269"/>
                  <a:pt x="2029599" y="2085364"/>
                  <a:pt x="2034743" y="2088507"/>
                </a:cubicBezTo>
                <a:cubicBezTo>
                  <a:pt x="2041887" y="2092889"/>
                  <a:pt x="2035695" y="2099175"/>
                  <a:pt x="2033790" y="2104509"/>
                </a:cubicBezTo>
                <a:cubicBezTo>
                  <a:pt x="2033124" y="2106414"/>
                  <a:pt x="2033124" y="2108700"/>
                  <a:pt x="2032743" y="2111272"/>
                </a:cubicBezTo>
                <a:cubicBezTo>
                  <a:pt x="2047030" y="2101747"/>
                  <a:pt x="2052364" y="2080887"/>
                  <a:pt x="2045220" y="2064409"/>
                </a:cubicBezTo>
                <a:cubicBezTo>
                  <a:pt x="2042268" y="2057741"/>
                  <a:pt x="2018360" y="2046216"/>
                  <a:pt x="2010454" y="2047645"/>
                </a:cubicBezTo>
                <a:cubicBezTo>
                  <a:pt x="2005596" y="2048502"/>
                  <a:pt x="2004453" y="2052121"/>
                  <a:pt x="2005120" y="2056122"/>
                </a:cubicBezTo>
                <a:cubicBezTo>
                  <a:pt x="2006644" y="2065552"/>
                  <a:pt x="2001977" y="2073077"/>
                  <a:pt x="1996167" y="2078696"/>
                </a:cubicBezTo>
                <a:cubicBezTo>
                  <a:pt x="1978545" y="2095651"/>
                  <a:pt x="1978069" y="2117273"/>
                  <a:pt x="1978164" y="2139085"/>
                </a:cubicBezTo>
                <a:cubicBezTo>
                  <a:pt x="1978260" y="2155087"/>
                  <a:pt x="1965782" y="2167184"/>
                  <a:pt x="1949970" y="2165374"/>
                </a:cubicBezTo>
                <a:cubicBezTo>
                  <a:pt x="1941874" y="2164421"/>
                  <a:pt x="1940541" y="2157754"/>
                  <a:pt x="1939779" y="2152134"/>
                </a:cubicBezTo>
                <a:cubicBezTo>
                  <a:pt x="1934826" y="2117558"/>
                  <a:pt x="1909203" y="2108605"/>
                  <a:pt x="1880438" y="2103176"/>
                </a:cubicBezTo>
                <a:cubicBezTo>
                  <a:pt x="1877485" y="2102604"/>
                  <a:pt x="1874342" y="2102509"/>
                  <a:pt x="1871484" y="2101556"/>
                </a:cubicBezTo>
                <a:cubicBezTo>
                  <a:pt x="1829098" y="2086792"/>
                  <a:pt x="1785664" y="2084411"/>
                  <a:pt x="1740992" y="2084602"/>
                </a:cubicBezTo>
                <a:cubicBezTo>
                  <a:pt x="1703178" y="2084792"/>
                  <a:pt x="1665363" y="2077458"/>
                  <a:pt x="1627454" y="2073934"/>
                </a:cubicBezTo>
                <a:cubicBezTo>
                  <a:pt x="1610118" y="2072315"/>
                  <a:pt x="1592688" y="2069266"/>
                  <a:pt x="1575257" y="2074124"/>
                </a:cubicBezTo>
                <a:cubicBezTo>
                  <a:pt x="1568685" y="2075934"/>
                  <a:pt x="1561350" y="2076125"/>
                  <a:pt x="1555254" y="2072029"/>
                </a:cubicBezTo>
                <a:cubicBezTo>
                  <a:pt x="1537919" y="2060504"/>
                  <a:pt x="1518297" y="2058884"/>
                  <a:pt x="1498390" y="2058122"/>
                </a:cubicBezTo>
                <a:cubicBezTo>
                  <a:pt x="1494009" y="2057932"/>
                  <a:pt x="1488389" y="2059837"/>
                  <a:pt x="1486103" y="2054884"/>
                </a:cubicBezTo>
                <a:cubicBezTo>
                  <a:pt x="1483436" y="2049264"/>
                  <a:pt x="1488865" y="2046692"/>
                  <a:pt x="1492675" y="2044692"/>
                </a:cubicBezTo>
                <a:cubicBezTo>
                  <a:pt x="1502200" y="2039834"/>
                  <a:pt x="1503724" y="2032595"/>
                  <a:pt x="1499438" y="2023737"/>
                </a:cubicBezTo>
                <a:cubicBezTo>
                  <a:pt x="1493247" y="2010783"/>
                  <a:pt x="1497533" y="1996496"/>
                  <a:pt x="1493342" y="1983351"/>
                </a:cubicBezTo>
                <a:cubicBezTo>
                  <a:pt x="1488675" y="1968683"/>
                  <a:pt x="1488770" y="1968492"/>
                  <a:pt x="1476102" y="1977731"/>
                </a:cubicBezTo>
                <a:cubicBezTo>
                  <a:pt x="1472196" y="1980589"/>
                  <a:pt x="1472196" y="1980589"/>
                  <a:pt x="1456861" y="1973159"/>
                </a:cubicBezTo>
                <a:cubicBezTo>
                  <a:pt x="1453432" y="1980303"/>
                  <a:pt x="1463338" y="1983065"/>
                  <a:pt x="1462195" y="1989542"/>
                </a:cubicBezTo>
                <a:cubicBezTo>
                  <a:pt x="1457814" y="1992971"/>
                  <a:pt x="1453718" y="1988685"/>
                  <a:pt x="1449432" y="1988495"/>
                </a:cubicBezTo>
                <a:cubicBezTo>
                  <a:pt x="1427238" y="1987542"/>
                  <a:pt x="1428381" y="1987637"/>
                  <a:pt x="1434382" y="1967540"/>
                </a:cubicBezTo>
                <a:cubicBezTo>
                  <a:pt x="1437049" y="1958681"/>
                  <a:pt x="1433525" y="1948108"/>
                  <a:pt x="1433430" y="1938298"/>
                </a:cubicBezTo>
                <a:cubicBezTo>
                  <a:pt x="1433334" y="1932392"/>
                  <a:pt x="1432572" y="1924963"/>
                  <a:pt x="1440288" y="1923153"/>
                </a:cubicBezTo>
                <a:cubicBezTo>
                  <a:pt x="1450384" y="1920772"/>
                  <a:pt x="1443907" y="1930868"/>
                  <a:pt x="1446955" y="1933154"/>
                </a:cubicBezTo>
                <a:cubicBezTo>
                  <a:pt x="1451051" y="1936202"/>
                  <a:pt x="1456480" y="1939441"/>
                  <a:pt x="1461243" y="1939250"/>
                </a:cubicBezTo>
                <a:cubicBezTo>
                  <a:pt x="1471053" y="1938869"/>
                  <a:pt x="1466577" y="1928392"/>
                  <a:pt x="1471149" y="1920772"/>
                </a:cubicBezTo>
                <a:cubicBezTo>
                  <a:pt x="1471053" y="1939631"/>
                  <a:pt x="1484769" y="1943917"/>
                  <a:pt x="1495914" y="1948013"/>
                </a:cubicBezTo>
                <a:cubicBezTo>
                  <a:pt x="1512106" y="1953919"/>
                  <a:pt x="1518107" y="1963444"/>
                  <a:pt x="1517345" y="1980303"/>
                </a:cubicBezTo>
                <a:cubicBezTo>
                  <a:pt x="1516869" y="1991162"/>
                  <a:pt x="1514011" y="2003354"/>
                  <a:pt x="1523155" y="2012879"/>
                </a:cubicBezTo>
                <a:cubicBezTo>
                  <a:pt x="1524108" y="2013926"/>
                  <a:pt x="1525155" y="2016403"/>
                  <a:pt x="1524679" y="2016974"/>
                </a:cubicBezTo>
                <a:cubicBezTo>
                  <a:pt x="1506201" y="2039453"/>
                  <a:pt x="1537347" y="2037834"/>
                  <a:pt x="1540776" y="2049740"/>
                </a:cubicBezTo>
                <a:cubicBezTo>
                  <a:pt x="1541729" y="2052979"/>
                  <a:pt x="1546301" y="2055360"/>
                  <a:pt x="1550397" y="2053836"/>
                </a:cubicBezTo>
                <a:cubicBezTo>
                  <a:pt x="1556302" y="2051645"/>
                  <a:pt x="1554588" y="2046597"/>
                  <a:pt x="1553635" y="2042216"/>
                </a:cubicBezTo>
                <a:cubicBezTo>
                  <a:pt x="1552683" y="2037739"/>
                  <a:pt x="1550968" y="2033262"/>
                  <a:pt x="1554873" y="2029357"/>
                </a:cubicBezTo>
                <a:cubicBezTo>
                  <a:pt x="1556302" y="2028119"/>
                  <a:pt x="1557826" y="2028119"/>
                  <a:pt x="1558588" y="2029738"/>
                </a:cubicBezTo>
                <a:cubicBezTo>
                  <a:pt x="1562112" y="2037548"/>
                  <a:pt x="1560684" y="2050788"/>
                  <a:pt x="1572971" y="2049931"/>
                </a:cubicBezTo>
                <a:cubicBezTo>
                  <a:pt x="1586020" y="2049074"/>
                  <a:pt x="1580972" y="2035643"/>
                  <a:pt x="1583163" y="2027737"/>
                </a:cubicBezTo>
                <a:cubicBezTo>
                  <a:pt x="1588211" y="2009069"/>
                  <a:pt x="1595450" y="2003258"/>
                  <a:pt x="1612404" y="2011831"/>
                </a:cubicBezTo>
                <a:cubicBezTo>
                  <a:pt x="1630788" y="2021070"/>
                  <a:pt x="1632597" y="2009926"/>
                  <a:pt x="1636693" y="1995353"/>
                </a:cubicBezTo>
                <a:cubicBezTo>
                  <a:pt x="1626025" y="2004211"/>
                  <a:pt x="1618405" y="2007163"/>
                  <a:pt x="1614024" y="1991352"/>
                </a:cubicBezTo>
                <a:cubicBezTo>
                  <a:pt x="1610404" y="1978303"/>
                  <a:pt x="1596783" y="1973636"/>
                  <a:pt x="1586306" y="1969254"/>
                </a:cubicBezTo>
                <a:cubicBezTo>
                  <a:pt x="1570875" y="1962872"/>
                  <a:pt x="1585734" y="1981160"/>
                  <a:pt x="1577543" y="1982684"/>
                </a:cubicBezTo>
                <a:cubicBezTo>
                  <a:pt x="1570971" y="1979255"/>
                  <a:pt x="1571256" y="1971064"/>
                  <a:pt x="1566208" y="1966016"/>
                </a:cubicBezTo>
                <a:cubicBezTo>
                  <a:pt x="1557636" y="1966016"/>
                  <a:pt x="1559541" y="1977350"/>
                  <a:pt x="1550587" y="1979255"/>
                </a:cubicBezTo>
                <a:cubicBezTo>
                  <a:pt x="1546206" y="1967635"/>
                  <a:pt x="1539919" y="1956205"/>
                  <a:pt x="1529251" y="1945441"/>
                </a:cubicBezTo>
                <a:cubicBezTo>
                  <a:pt x="1537538" y="1941155"/>
                  <a:pt x="1540014" y="1951728"/>
                  <a:pt x="1545729" y="1949252"/>
                </a:cubicBezTo>
                <a:cubicBezTo>
                  <a:pt x="1555731" y="1944870"/>
                  <a:pt x="1546491" y="1934107"/>
                  <a:pt x="1547158" y="1934392"/>
                </a:cubicBezTo>
                <a:cubicBezTo>
                  <a:pt x="1562493" y="1939060"/>
                  <a:pt x="1567542" y="1920010"/>
                  <a:pt x="1581639" y="1920486"/>
                </a:cubicBezTo>
                <a:cubicBezTo>
                  <a:pt x="1598593" y="1921058"/>
                  <a:pt x="1614119" y="1924963"/>
                  <a:pt x="1624311" y="1937726"/>
                </a:cubicBezTo>
                <a:cubicBezTo>
                  <a:pt x="1635931" y="1952300"/>
                  <a:pt x="1653457" y="1949156"/>
                  <a:pt x="1667554" y="1955252"/>
                </a:cubicBezTo>
                <a:cubicBezTo>
                  <a:pt x="1675746" y="1958777"/>
                  <a:pt x="1678603" y="1948108"/>
                  <a:pt x="1677365" y="1939441"/>
                </a:cubicBezTo>
                <a:cubicBezTo>
                  <a:pt x="1674126" y="1917343"/>
                  <a:pt x="1660982" y="1902103"/>
                  <a:pt x="1642884" y="1890958"/>
                </a:cubicBezTo>
                <a:cubicBezTo>
                  <a:pt x="1611833" y="1871813"/>
                  <a:pt x="1585639" y="1846382"/>
                  <a:pt x="1556493" y="1824760"/>
                </a:cubicBezTo>
                <a:cubicBezTo>
                  <a:pt x="1551159" y="1820759"/>
                  <a:pt x="1548206" y="1814568"/>
                  <a:pt x="1545539" y="1807900"/>
                </a:cubicBezTo>
                <a:cubicBezTo>
                  <a:pt x="1541443" y="1797518"/>
                  <a:pt x="1536109" y="1787422"/>
                  <a:pt x="1523631" y="1783612"/>
                </a:cubicBezTo>
                <a:cubicBezTo>
                  <a:pt x="1518964" y="1782183"/>
                  <a:pt x="1515059" y="1778087"/>
                  <a:pt x="1511630" y="1773611"/>
                </a:cubicBezTo>
                <a:cubicBezTo>
                  <a:pt x="1496199" y="1753227"/>
                  <a:pt x="1478197" y="1751703"/>
                  <a:pt x="1461433" y="1770277"/>
                </a:cubicBezTo>
                <a:cubicBezTo>
                  <a:pt x="1449336" y="1783612"/>
                  <a:pt x="1436954" y="1776468"/>
                  <a:pt x="1427143" y="1770277"/>
                </a:cubicBezTo>
                <a:cubicBezTo>
                  <a:pt x="1417523" y="1764181"/>
                  <a:pt x="1411998" y="1763800"/>
                  <a:pt x="1407522" y="1773706"/>
                </a:cubicBezTo>
                <a:cubicBezTo>
                  <a:pt x="1400187" y="1789994"/>
                  <a:pt x="1385043" y="1795518"/>
                  <a:pt x="1370374" y="1795994"/>
                </a:cubicBezTo>
                <a:cubicBezTo>
                  <a:pt x="1337418" y="1796947"/>
                  <a:pt x="1312081" y="1815330"/>
                  <a:pt x="1284554" y="1828951"/>
                </a:cubicBezTo>
                <a:cubicBezTo>
                  <a:pt x="1276934" y="1832666"/>
                  <a:pt x="1270552" y="1836095"/>
                  <a:pt x="1261408" y="1836095"/>
                </a:cubicBezTo>
                <a:cubicBezTo>
                  <a:pt x="1239215" y="1835999"/>
                  <a:pt x="1216545" y="1834571"/>
                  <a:pt x="1195686" y="1844572"/>
                </a:cubicBezTo>
                <a:cubicBezTo>
                  <a:pt x="1190352" y="1847144"/>
                  <a:pt x="1187208" y="1844572"/>
                  <a:pt x="1183398" y="1842000"/>
                </a:cubicBezTo>
                <a:cubicBezTo>
                  <a:pt x="1175112" y="1836571"/>
                  <a:pt x="1166444" y="1831713"/>
                  <a:pt x="1158538" y="1825903"/>
                </a:cubicBezTo>
                <a:cubicBezTo>
                  <a:pt x="1151299" y="1820569"/>
                  <a:pt x="1142631" y="1819521"/>
                  <a:pt x="1137774" y="1825617"/>
                </a:cubicBezTo>
                <a:cubicBezTo>
                  <a:pt x="1124439" y="1842191"/>
                  <a:pt x="1112913" y="1831999"/>
                  <a:pt x="1101864" y="1824283"/>
                </a:cubicBezTo>
                <a:cubicBezTo>
                  <a:pt x="1095483" y="1819807"/>
                  <a:pt x="1088434" y="1817711"/>
                  <a:pt x="1082719" y="1819997"/>
                </a:cubicBezTo>
                <a:cubicBezTo>
                  <a:pt x="1059288" y="1829332"/>
                  <a:pt x="1044048" y="1816283"/>
                  <a:pt x="1028617" y="1802471"/>
                </a:cubicBezTo>
                <a:lnTo>
                  <a:pt x="1028903" y="1804376"/>
                </a:lnTo>
                <a:cubicBezTo>
                  <a:pt x="1024712" y="1797233"/>
                  <a:pt x="1021283" y="1789327"/>
                  <a:pt x="1016044" y="1782945"/>
                </a:cubicBezTo>
                <a:cubicBezTo>
                  <a:pt x="1005281" y="1769896"/>
                  <a:pt x="1011472" y="1758561"/>
                  <a:pt x="1017568" y="1746560"/>
                </a:cubicBezTo>
                <a:cubicBezTo>
                  <a:pt x="1019568" y="1742654"/>
                  <a:pt x="1021092" y="1743797"/>
                  <a:pt x="1024331" y="1744274"/>
                </a:cubicBezTo>
                <a:cubicBezTo>
                  <a:pt x="1055287" y="1748941"/>
                  <a:pt x="1054716" y="1748083"/>
                  <a:pt x="1057287" y="1719223"/>
                </a:cubicBezTo>
                <a:cubicBezTo>
                  <a:pt x="1058430" y="1706554"/>
                  <a:pt x="1066336" y="1694553"/>
                  <a:pt x="1071384" y="1681790"/>
                </a:cubicBezTo>
                <a:cubicBezTo>
                  <a:pt x="1075671" y="1696553"/>
                  <a:pt x="1079100" y="1710460"/>
                  <a:pt x="1083672" y="1723985"/>
                </a:cubicBezTo>
                <a:cubicBezTo>
                  <a:pt x="1085767" y="1730081"/>
                  <a:pt x="1089482" y="1736844"/>
                  <a:pt x="1094816" y="1725033"/>
                </a:cubicBezTo>
                <a:cubicBezTo>
                  <a:pt x="1097959" y="1718080"/>
                  <a:pt x="1105389" y="1719794"/>
                  <a:pt x="1111104" y="1721033"/>
                </a:cubicBezTo>
                <a:cubicBezTo>
                  <a:pt x="1116533" y="1722271"/>
                  <a:pt x="1123772" y="1724366"/>
                  <a:pt x="1111961" y="1729319"/>
                </a:cubicBezTo>
                <a:cubicBezTo>
                  <a:pt x="1104817" y="1732367"/>
                  <a:pt x="1107675" y="1741607"/>
                  <a:pt x="1105674" y="1747893"/>
                </a:cubicBezTo>
                <a:cubicBezTo>
                  <a:pt x="1104341" y="1752275"/>
                  <a:pt x="1105103" y="1758561"/>
                  <a:pt x="1109580" y="1759895"/>
                </a:cubicBezTo>
                <a:cubicBezTo>
                  <a:pt x="1115390" y="1761704"/>
                  <a:pt x="1116819" y="1755323"/>
                  <a:pt x="1117866" y="1751227"/>
                </a:cubicBezTo>
                <a:cubicBezTo>
                  <a:pt x="1119390" y="1745131"/>
                  <a:pt x="1123962" y="1743416"/>
                  <a:pt x="1128820" y="1740845"/>
                </a:cubicBezTo>
                <a:cubicBezTo>
                  <a:pt x="1144536" y="1732462"/>
                  <a:pt x="1147489" y="1722461"/>
                  <a:pt x="1135678" y="1708364"/>
                </a:cubicBezTo>
                <a:cubicBezTo>
                  <a:pt x="1125963" y="1696744"/>
                  <a:pt x="1124439" y="1683885"/>
                  <a:pt x="1123296" y="1670360"/>
                </a:cubicBezTo>
                <a:cubicBezTo>
                  <a:pt x="1122819" y="1664645"/>
                  <a:pt x="1120914" y="1655215"/>
                  <a:pt x="1130344" y="1666359"/>
                </a:cubicBezTo>
                <a:cubicBezTo>
                  <a:pt x="1134440" y="1671217"/>
                  <a:pt x="1134916" y="1667216"/>
                  <a:pt x="1134916" y="1664263"/>
                </a:cubicBezTo>
                <a:cubicBezTo>
                  <a:pt x="1135011" y="1648547"/>
                  <a:pt x="1148346" y="1638641"/>
                  <a:pt x="1150442" y="1624544"/>
                </a:cubicBezTo>
                <a:cubicBezTo>
                  <a:pt x="1155109" y="1624640"/>
                  <a:pt x="1157109" y="1627021"/>
                  <a:pt x="1156252" y="1628926"/>
                </a:cubicBezTo>
                <a:cubicBezTo>
                  <a:pt x="1145965" y="1652643"/>
                  <a:pt x="1158633" y="1674455"/>
                  <a:pt x="1161491" y="1697029"/>
                </a:cubicBezTo>
                <a:cubicBezTo>
                  <a:pt x="1162158" y="1702649"/>
                  <a:pt x="1164063" y="1708650"/>
                  <a:pt x="1169301" y="1710079"/>
                </a:cubicBezTo>
                <a:cubicBezTo>
                  <a:pt x="1175969" y="1711888"/>
                  <a:pt x="1180350" y="1705888"/>
                  <a:pt x="1183684" y="1700935"/>
                </a:cubicBezTo>
                <a:cubicBezTo>
                  <a:pt x="1189590" y="1692267"/>
                  <a:pt x="1189590" y="1683695"/>
                  <a:pt x="1186256" y="1673122"/>
                </a:cubicBezTo>
                <a:cubicBezTo>
                  <a:pt x="1179969" y="1653024"/>
                  <a:pt x="1173207" y="1631974"/>
                  <a:pt x="1184922" y="1611114"/>
                </a:cubicBezTo>
                <a:cubicBezTo>
                  <a:pt x="1186446" y="1608447"/>
                  <a:pt x="1188447" y="1603875"/>
                  <a:pt x="1186065" y="1602827"/>
                </a:cubicBezTo>
                <a:cubicBezTo>
                  <a:pt x="1158157" y="1590540"/>
                  <a:pt x="1195495" y="1574348"/>
                  <a:pt x="1183684" y="1560632"/>
                </a:cubicBezTo>
                <a:cubicBezTo>
                  <a:pt x="1182351" y="1559108"/>
                  <a:pt x="1188542" y="1554631"/>
                  <a:pt x="1193495" y="1553297"/>
                </a:cubicBezTo>
                <a:cubicBezTo>
                  <a:pt x="1214355" y="1547392"/>
                  <a:pt x="1237405" y="1546344"/>
                  <a:pt x="1249692" y="1523008"/>
                </a:cubicBezTo>
                <a:cubicBezTo>
                  <a:pt x="1254645" y="1513578"/>
                  <a:pt x="1260646" y="1520055"/>
                  <a:pt x="1264361" y="1527104"/>
                </a:cubicBezTo>
                <a:cubicBezTo>
                  <a:pt x="1271695" y="1541200"/>
                  <a:pt x="1276743" y="1556536"/>
                  <a:pt x="1287126" y="1569490"/>
                </a:cubicBezTo>
                <a:cubicBezTo>
                  <a:pt x="1296841" y="1567585"/>
                  <a:pt x="1287030" y="1557203"/>
                  <a:pt x="1295508" y="1553488"/>
                </a:cubicBezTo>
                <a:cubicBezTo>
                  <a:pt x="1304842" y="1549487"/>
                  <a:pt x="1297698" y="1541962"/>
                  <a:pt x="1293031" y="1539772"/>
                </a:cubicBezTo>
                <a:cubicBezTo>
                  <a:pt x="1268457" y="1528437"/>
                  <a:pt x="1270266" y="1505958"/>
                  <a:pt x="1271124" y="1485575"/>
                </a:cubicBezTo>
                <a:cubicBezTo>
                  <a:pt x="1271409" y="1477288"/>
                  <a:pt x="1271600" y="1474621"/>
                  <a:pt x="1263980" y="1471001"/>
                </a:cubicBezTo>
                <a:cubicBezTo>
                  <a:pt x="1254169" y="1466334"/>
                  <a:pt x="1250454" y="1454904"/>
                  <a:pt x="1243311" y="1447094"/>
                </a:cubicBezTo>
                <a:cubicBezTo>
                  <a:pt x="1239786" y="1443283"/>
                  <a:pt x="1234929" y="1436997"/>
                  <a:pt x="1230261" y="1440426"/>
                </a:cubicBezTo>
                <a:cubicBezTo>
                  <a:pt x="1223403" y="1445379"/>
                  <a:pt x="1230738" y="1451094"/>
                  <a:pt x="1233119" y="1456047"/>
                </a:cubicBezTo>
                <a:cubicBezTo>
                  <a:pt x="1235405" y="1460810"/>
                  <a:pt x="1239405" y="1464905"/>
                  <a:pt x="1241025" y="1469858"/>
                </a:cubicBezTo>
                <a:cubicBezTo>
                  <a:pt x="1243406" y="1477383"/>
                  <a:pt x="1240834" y="1481669"/>
                  <a:pt x="1231881" y="1479669"/>
                </a:cubicBezTo>
                <a:cubicBezTo>
                  <a:pt x="1217117" y="1476335"/>
                  <a:pt x="1182160" y="1476907"/>
                  <a:pt x="1165968" y="1479669"/>
                </a:cubicBezTo>
                <a:cubicBezTo>
                  <a:pt x="1157776" y="1481098"/>
                  <a:pt x="1153490" y="1477954"/>
                  <a:pt x="1159014" y="1469573"/>
                </a:cubicBezTo>
                <a:cubicBezTo>
                  <a:pt x="1162539" y="1464143"/>
                  <a:pt x="1164348" y="1458619"/>
                  <a:pt x="1162062" y="1452332"/>
                </a:cubicBezTo>
                <a:cubicBezTo>
                  <a:pt x="1161205" y="1449856"/>
                  <a:pt x="1161586" y="1445570"/>
                  <a:pt x="1156824" y="1447570"/>
                </a:cubicBezTo>
                <a:cubicBezTo>
                  <a:pt x="1153871" y="1448808"/>
                  <a:pt x="1156157" y="1457381"/>
                  <a:pt x="1150728" y="1453761"/>
                </a:cubicBezTo>
                <a:cubicBezTo>
                  <a:pt x="1146441" y="1450904"/>
                  <a:pt x="1149775" y="1445379"/>
                  <a:pt x="1152728" y="1441760"/>
                </a:cubicBezTo>
                <a:cubicBezTo>
                  <a:pt x="1155585" y="1438235"/>
                  <a:pt x="1158824" y="1434997"/>
                  <a:pt x="1161967" y="1431663"/>
                </a:cubicBezTo>
                <a:cubicBezTo>
                  <a:pt x="1164158" y="1429282"/>
                  <a:pt x="1165872" y="1426615"/>
                  <a:pt x="1164158" y="1423471"/>
                </a:cubicBezTo>
                <a:cubicBezTo>
                  <a:pt x="1154347" y="1405469"/>
                  <a:pt x="1153585" y="1386800"/>
                  <a:pt x="1160729" y="1357273"/>
                </a:cubicBezTo>
                <a:cubicBezTo>
                  <a:pt x="1168349" y="1326126"/>
                  <a:pt x="1171397" y="1295075"/>
                  <a:pt x="1158633" y="1264118"/>
                </a:cubicBezTo>
                <a:cubicBezTo>
                  <a:pt x="1154919" y="1255070"/>
                  <a:pt x="1153966" y="1241258"/>
                  <a:pt x="1159586" y="1235353"/>
                </a:cubicBezTo>
                <a:cubicBezTo>
                  <a:pt x="1173969" y="1220017"/>
                  <a:pt x="1170254" y="1203635"/>
                  <a:pt x="1168539" y="1186585"/>
                </a:cubicBezTo>
                <a:cubicBezTo>
                  <a:pt x="1168444" y="1185632"/>
                  <a:pt x="1170254" y="1184394"/>
                  <a:pt x="1172349" y="1181918"/>
                </a:cubicBezTo>
                <a:cubicBezTo>
                  <a:pt x="1179969" y="1193443"/>
                  <a:pt x="1173873" y="1208016"/>
                  <a:pt x="1182732" y="1219637"/>
                </a:cubicBezTo>
                <a:cubicBezTo>
                  <a:pt x="1187018" y="1211826"/>
                  <a:pt x="1190066" y="1203444"/>
                  <a:pt x="1188447" y="1196014"/>
                </a:cubicBezTo>
                <a:cubicBezTo>
                  <a:pt x="1183398" y="1172869"/>
                  <a:pt x="1194543" y="1147532"/>
                  <a:pt x="1178255" y="1126006"/>
                </a:cubicBezTo>
                <a:cubicBezTo>
                  <a:pt x="1174445" y="1120958"/>
                  <a:pt x="1177207" y="1119624"/>
                  <a:pt x="1182446" y="1120958"/>
                </a:cubicBezTo>
                <a:cubicBezTo>
                  <a:pt x="1187589" y="1122196"/>
                  <a:pt x="1189590" y="1119053"/>
                  <a:pt x="1189113" y="1114671"/>
                </a:cubicBezTo>
                <a:cubicBezTo>
                  <a:pt x="1188637" y="1109813"/>
                  <a:pt x="1184351" y="1108099"/>
                  <a:pt x="1180731" y="1109242"/>
                </a:cubicBezTo>
                <a:cubicBezTo>
                  <a:pt x="1166634" y="1113528"/>
                  <a:pt x="1166063" y="1100669"/>
                  <a:pt x="1159205" y="1095431"/>
                </a:cubicBezTo>
                <a:cubicBezTo>
                  <a:pt x="1148537" y="1087334"/>
                  <a:pt x="1148537" y="1082000"/>
                  <a:pt x="1152156" y="1072189"/>
                </a:cubicBezTo>
                <a:cubicBezTo>
                  <a:pt x="1153109" y="1069523"/>
                  <a:pt x="1153395" y="1065998"/>
                  <a:pt x="1152537" y="1063331"/>
                </a:cubicBezTo>
                <a:cubicBezTo>
                  <a:pt x="1150728" y="1057521"/>
                  <a:pt x="1148251" y="1049996"/>
                  <a:pt x="1140917" y="1051616"/>
                </a:cubicBezTo>
                <a:cubicBezTo>
                  <a:pt x="1132916" y="1053425"/>
                  <a:pt x="1135011" y="1060950"/>
                  <a:pt x="1136726" y="1066856"/>
                </a:cubicBezTo>
                <a:cubicBezTo>
                  <a:pt x="1137583" y="1069713"/>
                  <a:pt x="1139202" y="1072380"/>
                  <a:pt x="1140345" y="1075237"/>
                </a:cubicBezTo>
                <a:cubicBezTo>
                  <a:pt x="1141869" y="1078952"/>
                  <a:pt x="1142536" y="1082953"/>
                  <a:pt x="1137869" y="1084762"/>
                </a:cubicBezTo>
                <a:cubicBezTo>
                  <a:pt x="1133297" y="1086572"/>
                  <a:pt x="1128915" y="1085525"/>
                  <a:pt x="1125772" y="1081238"/>
                </a:cubicBezTo>
                <a:cubicBezTo>
                  <a:pt x="1122343" y="1076381"/>
                  <a:pt x="1125582" y="1068761"/>
                  <a:pt x="1119390" y="1065236"/>
                </a:cubicBezTo>
                <a:cubicBezTo>
                  <a:pt x="1116342" y="1065808"/>
                  <a:pt x="1116342" y="1068189"/>
                  <a:pt x="1115866" y="1070189"/>
                </a:cubicBezTo>
                <a:cubicBezTo>
                  <a:pt x="1113961" y="1079429"/>
                  <a:pt x="1119581" y="1091430"/>
                  <a:pt x="1108722" y="1097336"/>
                </a:cubicBezTo>
                <a:cubicBezTo>
                  <a:pt x="1091482" y="1106765"/>
                  <a:pt x="1073956" y="1117052"/>
                  <a:pt x="1054144" y="1119148"/>
                </a:cubicBezTo>
                <a:cubicBezTo>
                  <a:pt x="1042809" y="1120386"/>
                  <a:pt x="1049001" y="1104384"/>
                  <a:pt x="1040714" y="1100193"/>
                </a:cubicBezTo>
                <a:cubicBezTo>
                  <a:pt x="1033951" y="1104384"/>
                  <a:pt x="1034427" y="1110956"/>
                  <a:pt x="1038618" y="1115433"/>
                </a:cubicBezTo>
                <a:cubicBezTo>
                  <a:pt x="1048334" y="1125911"/>
                  <a:pt x="1043286" y="1145532"/>
                  <a:pt x="1061669" y="1151152"/>
                </a:cubicBezTo>
                <a:cubicBezTo>
                  <a:pt x="1063955" y="1151819"/>
                  <a:pt x="1062050" y="1165344"/>
                  <a:pt x="1062431" y="1172869"/>
                </a:cubicBezTo>
                <a:cubicBezTo>
                  <a:pt x="1065288" y="1234210"/>
                  <a:pt x="1058811" y="1293932"/>
                  <a:pt x="1038523" y="1352415"/>
                </a:cubicBezTo>
                <a:cubicBezTo>
                  <a:pt x="1025283" y="1390706"/>
                  <a:pt x="1011567" y="1428234"/>
                  <a:pt x="989755" y="1462619"/>
                </a:cubicBezTo>
                <a:cubicBezTo>
                  <a:pt x="985755" y="1468906"/>
                  <a:pt x="981849" y="1477002"/>
                  <a:pt x="982326" y="1483955"/>
                </a:cubicBezTo>
                <a:cubicBezTo>
                  <a:pt x="983945" y="1506625"/>
                  <a:pt x="973277" y="1527770"/>
                  <a:pt x="975182" y="1550249"/>
                </a:cubicBezTo>
                <a:cubicBezTo>
                  <a:pt x="975658" y="1556060"/>
                  <a:pt x="974039" y="1558631"/>
                  <a:pt x="968419" y="1559488"/>
                </a:cubicBezTo>
                <a:cubicBezTo>
                  <a:pt x="953465" y="1561775"/>
                  <a:pt x="947845" y="1573490"/>
                  <a:pt x="942892" y="1585682"/>
                </a:cubicBezTo>
                <a:cubicBezTo>
                  <a:pt x="942035" y="1587778"/>
                  <a:pt x="942416" y="1590635"/>
                  <a:pt x="941082" y="1592254"/>
                </a:cubicBezTo>
                <a:cubicBezTo>
                  <a:pt x="914031" y="1623878"/>
                  <a:pt x="886885" y="1655310"/>
                  <a:pt x="859644" y="1686742"/>
                </a:cubicBezTo>
                <a:cubicBezTo>
                  <a:pt x="858310" y="1685695"/>
                  <a:pt x="856977" y="1684647"/>
                  <a:pt x="855643" y="1683599"/>
                </a:cubicBezTo>
                <a:cubicBezTo>
                  <a:pt x="861644" y="1674836"/>
                  <a:pt x="867835" y="1666264"/>
                  <a:pt x="873645" y="1657310"/>
                </a:cubicBezTo>
                <a:cubicBezTo>
                  <a:pt x="875931" y="1653881"/>
                  <a:pt x="875741" y="1647785"/>
                  <a:pt x="872693" y="1647119"/>
                </a:cubicBezTo>
                <a:cubicBezTo>
                  <a:pt x="864787" y="1645499"/>
                  <a:pt x="856405" y="1645690"/>
                  <a:pt x="848309" y="1646166"/>
                </a:cubicBezTo>
                <a:cubicBezTo>
                  <a:pt x="846213" y="1646261"/>
                  <a:pt x="842880" y="1650071"/>
                  <a:pt x="842594" y="1652453"/>
                </a:cubicBezTo>
                <a:cubicBezTo>
                  <a:pt x="841070" y="1667216"/>
                  <a:pt x="841356" y="1667216"/>
                  <a:pt x="824115" y="1664930"/>
                </a:cubicBezTo>
                <a:cubicBezTo>
                  <a:pt x="817543" y="1664073"/>
                  <a:pt x="816781" y="1664359"/>
                  <a:pt x="819258" y="1670645"/>
                </a:cubicBezTo>
                <a:cubicBezTo>
                  <a:pt x="824973" y="1685219"/>
                  <a:pt x="818400" y="1693220"/>
                  <a:pt x="805732" y="1698458"/>
                </a:cubicBezTo>
                <a:cubicBezTo>
                  <a:pt x="802208" y="1699887"/>
                  <a:pt x="793159" y="1701316"/>
                  <a:pt x="798779" y="1705412"/>
                </a:cubicBezTo>
                <a:cubicBezTo>
                  <a:pt x="812400" y="1715413"/>
                  <a:pt x="798969" y="1714841"/>
                  <a:pt x="796302" y="1720747"/>
                </a:cubicBezTo>
                <a:cubicBezTo>
                  <a:pt x="787063" y="1741702"/>
                  <a:pt x="764489" y="1744845"/>
                  <a:pt x="751059" y="1759323"/>
                </a:cubicBezTo>
                <a:cubicBezTo>
                  <a:pt x="745915" y="1764848"/>
                  <a:pt x="739819" y="1769991"/>
                  <a:pt x="739438" y="1778373"/>
                </a:cubicBezTo>
                <a:cubicBezTo>
                  <a:pt x="738962" y="1787422"/>
                  <a:pt x="743153" y="1789994"/>
                  <a:pt x="752011" y="1787993"/>
                </a:cubicBezTo>
                <a:cubicBezTo>
                  <a:pt x="753916" y="1787612"/>
                  <a:pt x="753345" y="1793137"/>
                  <a:pt x="751916" y="1795613"/>
                </a:cubicBezTo>
                <a:cubicBezTo>
                  <a:pt x="748868" y="1800757"/>
                  <a:pt x="746487" y="1807043"/>
                  <a:pt x="738962" y="1806758"/>
                </a:cubicBezTo>
                <a:cubicBezTo>
                  <a:pt x="735628" y="1806662"/>
                  <a:pt x="733056" y="1804281"/>
                  <a:pt x="732675" y="1801138"/>
                </a:cubicBezTo>
                <a:cubicBezTo>
                  <a:pt x="729151" y="1770086"/>
                  <a:pt x="700671" y="1765705"/>
                  <a:pt x="680288" y="1753417"/>
                </a:cubicBezTo>
                <a:cubicBezTo>
                  <a:pt x="669906" y="1747131"/>
                  <a:pt x="662571" y="1752275"/>
                  <a:pt x="664857" y="1765705"/>
                </a:cubicBezTo>
                <a:cubicBezTo>
                  <a:pt x="665238" y="1767896"/>
                  <a:pt x="666477" y="1770086"/>
                  <a:pt x="666667" y="1772277"/>
                </a:cubicBezTo>
                <a:cubicBezTo>
                  <a:pt x="667239" y="1778945"/>
                  <a:pt x="665524" y="1784469"/>
                  <a:pt x="657714" y="1785517"/>
                </a:cubicBezTo>
                <a:cubicBezTo>
                  <a:pt x="650379" y="1786469"/>
                  <a:pt x="646188" y="1783612"/>
                  <a:pt x="645522" y="1775801"/>
                </a:cubicBezTo>
                <a:cubicBezTo>
                  <a:pt x="644760" y="1766371"/>
                  <a:pt x="641426" y="1758085"/>
                  <a:pt x="632568" y="1752941"/>
                </a:cubicBezTo>
                <a:cubicBezTo>
                  <a:pt x="625138" y="1755894"/>
                  <a:pt x="627900" y="1762181"/>
                  <a:pt x="629139" y="1766562"/>
                </a:cubicBezTo>
                <a:cubicBezTo>
                  <a:pt x="636092" y="1792279"/>
                  <a:pt x="630758" y="1818092"/>
                  <a:pt x="630948" y="1843905"/>
                </a:cubicBezTo>
                <a:cubicBezTo>
                  <a:pt x="631044" y="1852192"/>
                  <a:pt x="628472" y="1857335"/>
                  <a:pt x="619614" y="1857240"/>
                </a:cubicBezTo>
                <a:cubicBezTo>
                  <a:pt x="604755" y="1857050"/>
                  <a:pt x="591324" y="1862955"/>
                  <a:pt x="577418" y="1866670"/>
                </a:cubicBezTo>
                <a:cubicBezTo>
                  <a:pt x="528174" y="1879719"/>
                  <a:pt x="511029" y="1921248"/>
                  <a:pt x="535508" y="1965825"/>
                </a:cubicBezTo>
                <a:cubicBezTo>
                  <a:pt x="543318" y="1980208"/>
                  <a:pt x="554939" y="1991257"/>
                  <a:pt x="565893" y="2002687"/>
                </a:cubicBezTo>
                <a:cubicBezTo>
                  <a:pt x="574560" y="2011736"/>
                  <a:pt x="585609" y="2008116"/>
                  <a:pt x="587514" y="1996305"/>
                </a:cubicBezTo>
                <a:cubicBezTo>
                  <a:pt x="589419" y="1984494"/>
                  <a:pt x="601040" y="1985542"/>
                  <a:pt x="607422" y="1979827"/>
                </a:cubicBezTo>
                <a:cubicBezTo>
                  <a:pt x="613613" y="1974302"/>
                  <a:pt x="612756" y="1985828"/>
                  <a:pt x="615804" y="1989161"/>
                </a:cubicBezTo>
                <a:cubicBezTo>
                  <a:pt x="619328" y="1992971"/>
                  <a:pt x="621804" y="1999162"/>
                  <a:pt x="628186" y="1993162"/>
                </a:cubicBezTo>
                <a:cubicBezTo>
                  <a:pt x="633520" y="1988209"/>
                  <a:pt x="639330" y="1983541"/>
                  <a:pt x="625995" y="1981065"/>
                </a:cubicBezTo>
                <a:cubicBezTo>
                  <a:pt x="622662" y="1980494"/>
                  <a:pt x="624376" y="1973826"/>
                  <a:pt x="626948" y="1971159"/>
                </a:cubicBezTo>
                <a:cubicBezTo>
                  <a:pt x="650856" y="1946680"/>
                  <a:pt x="639330" y="1924487"/>
                  <a:pt x="623043" y="1902388"/>
                </a:cubicBezTo>
                <a:cubicBezTo>
                  <a:pt x="622185" y="1901246"/>
                  <a:pt x="621804" y="1899626"/>
                  <a:pt x="621423" y="1898198"/>
                </a:cubicBezTo>
                <a:cubicBezTo>
                  <a:pt x="621233" y="1897626"/>
                  <a:pt x="621709" y="1896864"/>
                  <a:pt x="622376" y="1894673"/>
                </a:cubicBezTo>
                <a:cubicBezTo>
                  <a:pt x="631234" y="1900007"/>
                  <a:pt x="637616" y="1907341"/>
                  <a:pt x="642759" y="1915247"/>
                </a:cubicBezTo>
                <a:cubicBezTo>
                  <a:pt x="650760" y="1927344"/>
                  <a:pt x="659047" y="1938869"/>
                  <a:pt x="668953" y="1949537"/>
                </a:cubicBezTo>
                <a:cubicBezTo>
                  <a:pt x="680193" y="1961539"/>
                  <a:pt x="684193" y="1977636"/>
                  <a:pt x="683622" y="1994019"/>
                </a:cubicBezTo>
                <a:cubicBezTo>
                  <a:pt x="682955" y="2010783"/>
                  <a:pt x="673144" y="2020213"/>
                  <a:pt x="656571" y="2018784"/>
                </a:cubicBezTo>
                <a:cubicBezTo>
                  <a:pt x="647046" y="2017927"/>
                  <a:pt x="645998" y="2021641"/>
                  <a:pt x="646665" y="2028785"/>
                </a:cubicBezTo>
                <a:cubicBezTo>
                  <a:pt x="647046" y="2032595"/>
                  <a:pt x="648379" y="2036310"/>
                  <a:pt x="648379" y="2040025"/>
                </a:cubicBezTo>
                <a:cubicBezTo>
                  <a:pt x="648665" y="2066504"/>
                  <a:pt x="648570" y="2066504"/>
                  <a:pt x="616947" y="2058789"/>
                </a:cubicBezTo>
                <a:cubicBezTo>
                  <a:pt x="629520" y="2074410"/>
                  <a:pt x="638568" y="2086697"/>
                  <a:pt x="648855" y="2097937"/>
                </a:cubicBezTo>
                <a:cubicBezTo>
                  <a:pt x="659333" y="2109367"/>
                  <a:pt x="669144" y="2119273"/>
                  <a:pt x="652189" y="2133656"/>
                </a:cubicBezTo>
                <a:cubicBezTo>
                  <a:pt x="644093" y="2140514"/>
                  <a:pt x="649141" y="2145848"/>
                  <a:pt x="657809" y="2147372"/>
                </a:cubicBezTo>
                <a:cubicBezTo>
                  <a:pt x="675240" y="2150420"/>
                  <a:pt x="694385" y="2174708"/>
                  <a:pt x="691813" y="2191949"/>
                </a:cubicBezTo>
                <a:cubicBezTo>
                  <a:pt x="690765" y="2198997"/>
                  <a:pt x="692004" y="2204998"/>
                  <a:pt x="693718" y="2211761"/>
                </a:cubicBezTo>
                <a:cubicBezTo>
                  <a:pt x="700671" y="2239859"/>
                  <a:pt x="702481" y="2268244"/>
                  <a:pt x="692575" y="2296247"/>
                </a:cubicBezTo>
                <a:cubicBezTo>
                  <a:pt x="690670" y="2301677"/>
                  <a:pt x="690003" y="2309201"/>
                  <a:pt x="681240" y="2307582"/>
                </a:cubicBezTo>
                <a:cubicBezTo>
                  <a:pt x="651046" y="2302153"/>
                  <a:pt x="616661" y="2312726"/>
                  <a:pt x="590943" y="2291390"/>
                </a:cubicBezTo>
                <a:cubicBezTo>
                  <a:pt x="559511" y="2265386"/>
                  <a:pt x="522744" y="2277864"/>
                  <a:pt x="488740" y="2271197"/>
                </a:cubicBezTo>
                <a:cubicBezTo>
                  <a:pt x="468261" y="2267196"/>
                  <a:pt x="447211" y="2266053"/>
                  <a:pt x="441972" y="2239955"/>
                </a:cubicBezTo>
                <a:cubicBezTo>
                  <a:pt x="441687" y="2238621"/>
                  <a:pt x="440353" y="2237288"/>
                  <a:pt x="439115" y="2236526"/>
                </a:cubicBezTo>
                <a:cubicBezTo>
                  <a:pt x="417493" y="2223572"/>
                  <a:pt x="419017" y="2209856"/>
                  <a:pt x="433495" y="2190615"/>
                </a:cubicBezTo>
                <a:cubicBezTo>
                  <a:pt x="445592" y="2174613"/>
                  <a:pt x="433114" y="2134799"/>
                  <a:pt x="417684" y="2128417"/>
                </a:cubicBezTo>
                <a:cubicBezTo>
                  <a:pt x="413493" y="2126702"/>
                  <a:pt x="407397" y="2123464"/>
                  <a:pt x="406254" y="2129369"/>
                </a:cubicBezTo>
                <a:cubicBezTo>
                  <a:pt x="403015" y="2146133"/>
                  <a:pt x="383489" y="2159659"/>
                  <a:pt x="399205" y="2182328"/>
                </a:cubicBezTo>
                <a:cubicBezTo>
                  <a:pt x="383298" y="2175851"/>
                  <a:pt x="375012" y="2164612"/>
                  <a:pt x="370440" y="2155658"/>
                </a:cubicBezTo>
                <a:cubicBezTo>
                  <a:pt x="359867" y="2134894"/>
                  <a:pt x="341388" y="2120321"/>
                  <a:pt x="331863" y="2099366"/>
                </a:cubicBezTo>
                <a:cubicBezTo>
                  <a:pt x="328911" y="2092889"/>
                  <a:pt x="324148" y="2086316"/>
                  <a:pt x="317481" y="2085554"/>
                </a:cubicBezTo>
                <a:cubicBezTo>
                  <a:pt x="293097" y="2082983"/>
                  <a:pt x="272427" y="2066123"/>
                  <a:pt x="246996" y="2068314"/>
                </a:cubicBezTo>
                <a:cubicBezTo>
                  <a:pt x="242043" y="2068790"/>
                  <a:pt x="235280" y="2070124"/>
                  <a:pt x="233661" y="2063075"/>
                </a:cubicBezTo>
                <a:cubicBezTo>
                  <a:pt x="232518" y="2058027"/>
                  <a:pt x="234042" y="2054693"/>
                  <a:pt x="240423" y="2051360"/>
                </a:cubicBezTo>
                <a:cubicBezTo>
                  <a:pt x="252520" y="2044883"/>
                  <a:pt x="241852" y="2034786"/>
                  <a:pt x="238423" y="2028976"/>
                </a:cubicBezTo>
                <a:cubicBezTo>
                  <a:pt x="233565" y="2020879"/>
                  <a:pt x="233280" y="2016974"/>
                  <a:pt x="241566" y="2013260"/>
                </a:cubicBezTo>
                <a:cubicBezTo>
                  <a:pt x="271665" y="1999925"/>
                  <a:pt x="297002" y="1981637"/>
                  <a:pt x="310623" y="1950109"/>
                </a:cubicBezTo>
                <a:cubicBezTo>
                  <a:pt x="315099" y="1939727"/>
                  <a:pt x="327101" y="1940298"/>
                  <a:pt x="335769" y="1935916"/>
                </a:cubicBezTo>
                <a:cubicBezTo>
                  <a:pt x="339007" y="1934297"/>
                  <a:pt x="343674" y="1932297"/>
                  <a:pt x="340722" y="1927630"/>
                </a:cubicBezTo>
                <a:cubicBezTo>
                  <a:pt x="338340" y="1923915"/>
                  <a:pt x="334245" y="1924296"/>
                  <a:pt x="330720" y="1927058"/>
                </a:cubicBezTo>
                <a:cubicBezTo>
                  <a:pt x="328339" y="1928963"/>
                  <a:pt x="326053" y="1931059"/>
                  <a:pt x="323577" y="1932678"/>
                </a:cubicBezTo>
                <a:cubicBezTo>
                  <a:pt x="320910" y="1934392"/>
                  <a:pt x="317766" y="1935154"/>
                  <a:pt x="314909" y="1933345"/>
                </a:cubicBezTo>
                <a:cubicBezTo>
                  <a:pt x="310051" y="1930202"/>
                  <a:pt x="314337" y="1927439"/>
                  <a:pt x="315004" y="1924106"/>
                </a:cubicBezTo>
                <a:cubicBezTo>
                  <a:pt x="316147" y="1918105"/>
                  <a:pt x="321005" y="1910294"/>
                  <a:pt x="314909" y="1905817"/>
                </a:cubicBezTo>
                <a:cubicBezTo>
                  <a:pt x="309480" y="1901817"/>
                  <a:pt x="301669" y="1903817"/>
                  <a:pt x="295097" y="1906389"/>
                </a:cubicBezTo>
                <a:cubicBezTo>
                  <a:pt x="287667" y="1909246"/>
                  <a:pt x="281381" y="1916009"/>
                  <a:pt x="271284" y="1913628"/>
                </a:cubicBezTo>
                <a:cubicBezTo>
                  <a:pt x="278238" y="1895912"/>
                  <a:pt x="293192" y="1885720"/>
                  <a:pt x="303860" y="1872290"/>
                </a:cubicBezTo>
                <a:cubicBezTo>
                  <a:pt x="323672" y="1847429"/>
                  <a:pt x="345103" y="1823807"/>
                  <a:pt x="370535" y="1804376"/>
                </a:cubicBezTo>
                <a:cubicBezTo>
                  <a:pt x="381870" y="1795708"/>
                  <a:pt x="389109" y="1784469"/>
                  <a:pt x="393966" y="1771325"/>
                </a:cubicBezTo>
                <a:cubicBezTo>
                  <a:pt x="400634" y="1753513"/>
                  <a:pt x="406254" y="1735320"/>
                  <a:pt x="422446" y="1722937"/>
                </a:cubicBezTo>
                <a:cubicBezTo>
                  <a:pt x="428256" y="1718461"/>
                  <a:pt x="427113" y="1710746"/>
                  <a:pt x="427590" y="1703792"/>
                </a:cubicBezTo>
                <a:cubicBezTo>
                  <a:pt x="429495" y="1675503"/>
                  <a:pt x="442925" y="1660930"/>
                  <a:pt x="471024" y="1656644"/>
                </a:cubicBezTo>
                <a:cubicBezTo>
                  <a:pt x="486359" y="1654262"/>
                  <a:pt x="486454" y="1654643"/>
                  <a:pt x="499027" y="1644071"/>
                </a:cubicBezTo>
                <a:cubicBezTo>
                  <a:pt x="462642" y="1652262"/>
                  <a:pt x="428828" y="1657501"/>
                  <a:pt x="400253" y="1679027"/>
                </a:cubicBezTo>
                <a:cubicBezTo>
                  <a:pt x="385013" y="1690457"/>
                  <a:pt x="371487" y="1683980"/>
                  <a:pt x="371297" y="1665121"/>
                </a:cubicBezTo>
                <a:cubicBezTo>
                  <a:pt x="371011" y="1639784"/>
                  <a:pt x="368820" y="1615115"/>
                  <a:pt x="358533" y="1591683"/>
                </a:cubicBezTo>
                <a:cubicBezTo>
                  <a:pt x="348627" y="1569299"/>
                  <a:pt x="338245" y="1565299"/>
                  <a:pt x="316433" y="1576062"/>
                </a:cubicBezTo>
                <a:cubicBezTo>
                  <a:pt x="299859" y="1584254"/>
                  <a:pt x="281381" y="1586349"/>
                  <a:pt x="264236" y="1592445"/>
                </a:cubicBezTo>
                <a:cubicBezTo>
                  <a:pt x="242805" y="1600065"/>
                  <a:pt x="220992" y="1605971"/>
                  <a:pt x="201276" y="1618639"/>
                </a:cubicBezTo>
                <a:cubicBezTo>
                  <a:pt x="184131" y="1629592"/>
                  <a:pt x="163842" y="1620544"/>
                  <a:pt x="145745" y="1617782"/>
                </a:cubicBezTo>
                <a:cubicBezTo>
                  <a:pt x="121742" y="1614162"/>
                  <a:pt x="95262" y="1605018"/>
                  <a:pt x="79546" y="1589778"/>
                </a:cubicBezTo>
                <a:cubicBezTo>
                  <a:pt x="52400" y="1563394"/>
                  <a:pt x="17538" y="1540820"/>
                  <a:pt x="5823" y="1501958"/>
                </a:cubicBezTo>
                <a:cubicBezTo>
                  <a:pt x="-3798" y="1470335"/>
                  <a:pt x="1251" y="1436902"/>
                  <a:pt x="1917" y="1404231"/>
                </a:cubicBezTo>
                <a:cubicBezTo>
                  <a:pt x="2298" y="1384514"/>
                  <a:pt x="6108" y="1364893"/>
                  <a:pt x="8394" y="1345271"/>
                </a:cubicBezTo>
                <a:cubicBezTo>
                  <a:pt x="10966" y="1323459"/>
                  <a:pt x="22206" y="1309362"/>
                  <a:pt x="43637" y="1302599"/>
                </a:cubicBezTo>
                <a:cubicBezTo>
                  <a:pt x="59067" y="1297741"/>
                  <a:pt x="72117" y="1286978"/>
                  <a:pt x="81261" y="1274500"/>
                </a:cubicBezTo>
                <a:cubicBezTo>
                  <a:pt x="100120" y="1248783"/>
                  <a:pt x="126314" y="1231829"/>
                  <a:pt x="149841" y="1211445"/>
                </a:cubicBezTo>
                <a:cubicBezTo>
                  <a:pt x="157937" y="1204397"/>
                  <a:pt x="170319" y="1200968"/>
                  <a:pt x="172129" y="1186489"/>
                </a:cubicBezTo>
                <a:cubicBezTo>
                  <a:pt x="157556" y="1186585"/>
                  <a:pt x="149650" y="1203539"/>
                  <a:pt x="132981" y="1199634"/>
                </a:cubicBezTo>
                <a:cubicBezTo>
                  <a:pt x="138792" y="1194681"/>
                  <a:pt x="151746" y="1191443"/>
                  <a:pt x="138506" y="1181632"/>
                </a:cubicBezTo>
                <a:cubicBezTo>
                  <a:pt x="136125" y="1179917"/>
                  <a:pt x="142221" y="1174298"/>
                  <a:pt x="145078" y="1170773"/>
                </a:cubicBezTo>
                <a:cubicBezTo>
                  <a:pt x="158985" y="1153914"/>
                  <a:pt x="166128" y="1138484"/>
                  <a:pt x="151746" y="1115528"/>
                </a:cubicBezTo>
                <a:cubicBezTo>
                  <a:pt x="145745" y="1105908"/>
                  <a:pt x="133077" y="1093526"/>
                  <a:pt x="137649" y="1077619"/>
                </a:cubicBezTo>
                <a:cubicBezTo>
                  <a:pt x="138696" y="1073999"/>
                  <a:pt x="135839" y="1072189"/>
                  <a:pt x="132410" y="1072094"/>
                </a:cubicBezTo>
                <a:cubicBezTo>
                  <a:pt x="125742" y="1071999"/>
                  <a:pt x="121647" y="1076762"/>
                  <a:pt x="116503" y="1080000"/>
                </a:cubicBezTo>
                <a:cubicBezTo>
                  <a:pt x="109264" y="1084667"/>
                  <a:pt x="119265" y="1098955"/>
                  <a:pt x="109169" y="1097240"/>
                </a:cubicBezTo>
                <a:cubicBezTo>
                  <a:pt x="98882" y="1095526"/>
                  <a:pt x="105168" y="1082667"/>
                  <a:pt x="103740" y="1075047"/>
                </a:cubicBezTo>
                <a:cubicBezTo>
                  <a:pt x="98310" y="1045710"/>
                  <a:pt x="99453" y="1046282"/>
                  <a:pt x="122885" y="1026660"/>
                </a:cubicBezTo>
                <a:cubicBezTo>
                  <a:pt x="145364" y="1007801"/>
                  <a:pt x="164223" y="984750"/>
                  <a:pt x="187083" y="966081"/>
                </a:cubicBezTo>
                <a:cubicBezTo>
                  <a:pt x="195561" y="959128"/>
                  <a:pt x="192513" y="948460"/>
                  <a:pt x="190608" y="940268"/>
                </a:cubicBezTo>
                <a:cubicBezTo>
                  <a:pt x="188131" y="929695"/>
                  <a:pt x="179940" y="936649"/>
                  <a:pt x="173844" y="937792"/>
                </a:cubicBezTo>
                <a:cubicBezTo>
                  <a:pt x="171748" y="938173"/>
                  <a:pt x="168891" y="938363"/>
                  <a:pt x="167462" y="937220"/>
                </a:cubicBezTo>
                <a:cubicBezTo>
                  <a:pt x="159747" y="931315"/>
                  <a:pt x="146793" y="928648"/>
                  <a:pt x="145364" y="918932"/>
                </a:cubicBezTo>
                <a:cubicBezTo>
                  <a:pt x="143745" y="907597"/>
                  <a:pt x="151936" y="913217"/>
                  <a:pt x="156603" y="916456"/>
                </a:cubicBezTo>
                <a:cubicBezTo>
                  <a:pt x="160794" y="919409"/>
                  <a:pt x="162985" y="925028"/>
                  <a:pt x="170510" y="925886"/>
                </a:cubicBezTo>
                <a:cubicBezTo>
                  <a:pt x="174034" y="918837"/>
                  <a:pt x="170796" y="911407"/>
                  <a:pt x="169653" y="904645"/>
                </a:cubicBezTo>
                <a:cubicBezTo>
                  <a:pt x="166986" y="889309"/>
                  <a:pt x="178511" y="881213"/>
                  <a:pt x="185274" y="870736"/>
                </a:cubicBezTo>
                <a:cubicBezTo>
                  <a:pt x="187179" y="867783"/>
                  <a:pt x="190322" y="868355"/>
                  <a:pt x="193465" y="869783"/>
                </a:cubicBezTo>
                <a:cubicBezTo>
                  <a:pt x="202133" y="873879"/>
                  <a:pt x="195751" y="882070"/>
                  <a:pt x="199180" y="889786"/>
                </a:cubicBezTo>
                <a:cubicBezTo>
                  <a:pt x="211182" y="877308"/>
                  <a:pt x="214515" y="861687"/>
                  <a:pt x="219564" y="847685"/>
                </a:cubicBezTo>
                <a:cubicBezTo>
                  <a:pt x="225183" y="831969"/>
                  <a:pt x="236518" y="819968"/>
                  <a:pt x="248615" y="812824"/>
                </a:cubicBezTo>
                <a:cubicBezTo>
                  <a:pt x="265093" y="803013"/>
                  <a:pt x="266903" y="787487"/>
                  <a:pt x="272999" y="773581"/>
                </a:cubicBezTo>
                <a:cubicBezTo>
                  <a:pt x="275952" y="766818"/>
                  <a:pt x="272142" y="761484"/>
                  <a:pt x="263188" y="765675"/>
                </a:cubicBezTo>
                <a:cubicBezTo>
                  <a:pt x="259092" y="767580"/>
                  <a:pt x="252996" y="770437"/>
                  <a:pt x="251282" y="765199"/>
                </a:cubicBezTo>
                <a:cubicBezTo>
                  <a:pt x="248710" y="757103"/>
                  <a:pt x="257473" y="758626"/>
                  <a:pt x="261664" y="757007"/>
                </a:cubicBezTo>
                <a:cubicBezTo>
                  <a:pt x="275761" y="751864"/>
                  <a:pt x="290049" y="746720"/>
                  <a:pt x="301574" y="737005"/>
                </a:cubicBezTo>
                <a:cubicBezTo>
                  <a:pt x="306527" y="732814"/>
                  <a:pt x="310337" y="731861"/>
                  <a:pt x="315671" y="734528"/>
                </a:cubicBezTo>
                <a:cubicBezTo>
                  <a:pt x="329577" y="741482"/>
                  <a:pt x="341007" y="735766"/>
                  <a:pt x="350818" y="726432"/>
                </a:cubicBezTo>
                <a:cubicBezTo>
                  <a:pt x="359962" y="717764"/>
                  <a:pt x="369678" y="711287"/>
                  <a:pt x="382251" y="709097"/>
                </a:cubicBezTo>
                <a:cubicBezTo>
                  <a:pt x="388442" y="708049"/>
                  <a:pt x="394728" y="704810"/>
                  <a:pt x="396633" y="698905"/>
                </a:cubicBezTo>
                <a:cubicBezTo>
                  <a:pt x="400062" y="688237"/>
                  <a:pt x="406063" y="684903"/>
                  <a:pt x="417017" y="686618"/>
                </a:cubicBezTo>
                <a:cubicBezTo>
                  <a:pt x="425113" y="687856"/>
                  <a:pt x="429114" y="681379"/>
                  <a:pt x="430828" y="674235"/>
                </a:cubicBezTo>
                <a:cubicBezTo>
                  <a:pt x="432828" y="665853"/>
                  <a:pt x="436924" y="658805"/>
                  <a:pt x="442544" y="652518"/>
                </a:cubicBezTo>
                <a:cubicBezTo>
                  <a:pt x="444068" y="653185"/>
                  <a:pt x="445878" y="653375"/>
                  <a:pt x="446449" y="654328"/>
                </a:cubicBezTo>
                <a:cubicBezTo>
                  <a:pt x="449878" y="659852"/>
                  <a:pt x="444163" y="670425"/>
                  <a:pt x="452259" y="671854"/>
                </a:cubicBezTo>
                <a:cubicBezTo>
                  <a:pt x="459117" y="673092"/>
                  <a:pt x="463118" y="664234"/>
                  <a:pt x="465594" y="658138"/>
                </a:cubicBezTo>
                <a:cubicBezTo>
                  <a:pt x="471309" y="644041"/>
                  <a:pt x="486835" y="633944"/>
                  <a:pt x="483025" y="613942"/>
                </a:cubicBezTo>
                <a:cubicBezTo>
                  <a:pt x="470071" y="639183"/>
                  <a:pt x="442544" y="630230"/>
                  <a:pt x="423684" y="641850"/>
                </a:cubicBezTo>
                <a:cubicBezTo>
                  <a:pt x="415493" y="646898"/>
                  <a:pt x="404634" y="633754"/>
                  <a:pt x="396538" y="635278"/>
                </a:cubicBezTo>
                <a:cubicBezTo>
                  <a:pt x="387394" y="636992"/>
                  <a:pt x="391776" y="653756"/>
                  <a:pt x="381774" y="659090"/>
                </a:cubicBezTo>
                <a:cubicBezTo>
                  <a:pt x="375964" y="662234"/>
                  <a:pt x="370059" y="662424"/>
                  <a:pt x="364344" y="659186"/>
                </a:cubicBezTo>
                <a:cubicBezTo>
                  <a:pt x="358724" y="655947"/>
                  <a:pt x="358724" y="650327"/>
                  <a:pt x="360057" y="644993"/>
                </a:cubicBezTo>
                <a:cubicBezTo>
                  <a:pt x="361677" y="638326"/>
                  <a:pt x="365391" y="631944"/>
                  <a:pt x="365772" y="625372"/>
                </a:cubicBezTo>
                <a:cubicBezTo>
                  <a:pt x="366344" y="615847"/>
                  <a:pt x="380060" y="601178"/>
                  <a:pt x="356343" y="598892"/>
                </a:cubicBezTo>
                <a:cubicBezTo>
                  <a:pt x="351294" y="598416"/>
                  <a:pt x="354914" y="589367"/>
                  <a:pt x="358819" y="589081"/>
                </a:cubicBezTo>
                <a:cubicBezTo>
                  <a:pt x="385775" y="586796"/>
                  <a:pt x="392442" y="565078"/>
                  <a:pt x="403682" y="546124"/>
                </a:cubicBezTo>
                <a:cubicBezTo>
                  <a:pt x="412540" y="530979"/>
                  <a:pt x="430447" y="520978"/>
                  <a:pt x="427685" y="499642"/>
                </a:cubicBezTo>
                <a:cubicBezTo>
                  <a:pt x="427494" y="498308"/>
                  <a:pt x="430352" y="495546"/>
                  <a:pt x="432066" y="495260"/>
                </a:cubicBezTo>
                <a:cubicBezTo>
                  <a:pt x="452069" y="492022"/>
                  <a:pt x="452259" y="475162"/>
                  <a:pt x="450640" y="462304"/>
                </a:cubicBezTo>
                <a:cubicBezTo>
                  <a:pt x="448354" y="443444"/>
                  <a:pt x="455212" y="433538"/>
                  <a:pt x="471405" y="427156"/>
                </a:cubicBezTo>
                <a:cubicBezTo>
                  <a:pt x="475596" y="425537"/>
                  <a:pt x="479501" y="422775"/>
                  <a:pt x="483692" y="421251"/>
                </a:cubicBezTo>
                <a:cubicBezTo>
                  <a:pt x="492264" y="418203"/>
                  <a:pt x="498456" y="407535"/>
                  <a:pt x="507314" y="409535"/>
                </a:cubicBezTo>
                <a:cubicBezTo>
                  <a:pt x="515696" y="411440"/>
                  <a:pt x="515029" y="423537"/>
                  <a:pt x="519887" y="430109"/>
                </a:cubicBezTo>
                <a:cubicBezTo>
                  <a:pt x="525697" y="437824"/>
                  <a:pt x="530460" y="445159"/>
                  <a:pt x="540080" y="431633"/>
                </a:cubicBezTo>
                <a:cubicBezTo>
                  <a:pt x="547319" y="421441"/>
                  <a:pt x="555891" y="411726"/>
                  <a:pt x="563892" y="401820"/>
                </a:cubicBezTo>
                <a:cubicBezTo>
                  <a:pt x="574560" y="388675"/>
                  <a:pt x="584847" y="373721"/>
                  <a:pt x="606088" y="375721"/>
                </a:cubicBezTo>
                <a:cubicBezTo>
                  <a:pt x="615232" y="376579"/>
                  <a:pt x="620090" y="367435"/>
                  <a:pt x="626091" y="361815"/>
                </a:cubicBezTo>
                <a:cubicBezTo>
                  <a:pt x="632758" y="355624"/>
                  <a:pt x="640092" y="349432"/>
                  <a:pt x="644664" y="341812"/>
                </a:cubicBezTo>
                <a:cubicBezTo>
                  <a:pt x="651237" y="330763"/>
                  <a:pt x="660095" y="328096"/>
                  <a:pt x="669048" y="334954"/>
                </a:cubicBezTo>
                <a:cubicBezTo>
                  <a:pt x="678002" y="341717"/>
                  <a:pt x="676668" y="352290"/>
                  <a:pt x="670382" y="361339"/>
                </a:cubicBezTo>
                <a:cubicBezTo>
                  <a:pt x="663810" y="370673"/>
                  <a:pt x="656856" y="379817"/>
                  <a:pt x="650094" y="388961"/>
                </a:cubicBezTo>
                <a:cubicBezTo>
                  <a:pt x="645998" y="394581"/>
                  <a:pt x="642188" y="400296"/>
                  <a:pt x="642378" y="407630"/>
                </a:cubicBezTo>
                <a:cubicBezTo>
                  <a:pt x="642474" y="411440"/>
                  <a:pt x="641997" y="415631"/>
                  <a:pt x="646665" y="417060"/>
                </a:cubicBezTo>
                <a:cubicBezTo>
                  <a:pt x="650856" y="418298"/>
                  <a:pt x="653999" y="416012"/>
                  <a:pt x="656571" y="413059"/>
                </a:cubicBezTo>
                <a:cubicBezTo>
                  <a:pt x="658095" y="411345"/>
                  <a:pt x="659904" y="409440"/>
                  <a:pt x="660285" y="407440"/>
                </a:cubicBezTo>
                <a:cubicBezTo>
                  <a:pt x="663048" y="393438"/>
                  <a:pt x="663429" y="377626"/>
                  <a:pt x="685717" y="388866"/>
                </a:cubicBezTo>
                <a:cubicBezTo>
                  <a:pt x="688194" y="390104"/>
                  <a:pt x="696099" y="381246"/>
                  <a:pt x="701243" y="376769"/>
                </a:cubicBezTo>
                <a:cubicBezTo>
                  <a:pt x="710101" y="369054"/>
                  <a:pt x="716102" y="369911"/>
                  <a:pt x="718864" y="382008"/>
                </a:cubicBezTo>
                <a:cubicBezTo>
                  <a:pt x="719912" y="386485"/>
                  <a:pt x="721817" y="390961"/>
                  <a:pt x="721722" y="395343"/>
                </a:cubicBezTo>
                <a:cubicBezTo>
                  <a:pt x="721341" y="416203"/>
                  <a:pt x="734104" y="415726"/>
                  <a:pt x="748963" y="413250"/>
                </a:cubicBezTo>
                <a:cubicBezTo>
                  <a:pt x="757726" y="411821"/>
                  <a:pt x="766108" y="408392"/>
                  <a:pt x="775824" y="411440"/>
                </a:cubicBezTo>
                <a:cubicBezTo>
                  <a:pt x="784206" y="414107"/>
                  <a:pt x="789540" y="406487"/>
                  <a:pt x="793826" y="400201"/>
                </a:cubicBezTo>
                <a:cubicBezTo>
                  <a:pt x="796302" y="396486"/>
                  <a:pt x="797350" y="391819"/>
                  <a:pt x="799446" y="387818"/>
                </a:cubicBezTo>
                <a:cubicBezTo>
                  <a:pt x="803256" y="380579"/>
                  <a:pt x="809066" y="375626"/>
                  <a:pt x="817638" y="376674"/>
                </a:cubicBezTo>
                <a:cubicBezTo>
                  <a:pt x="823068" y="377341"/>
                  <a:pt x="828021" y="380674"/>
                  <a:pt x="829068" y="386485"/>
                </a:cubicBezTo>
                <a:cubicBezTo>
                  <a:pt x="830688" y="394867"/>
                  <a:pt x="823353" y="398200"/>
                  <a:pt x="818305" y="402487"/>
                </a:cubicBezTo>
                <a:cubicBezTo>
                  <a:pt x="792111" y="424489"/>
                  <a:pt x="763727" y="444301"/>
                  <a:pt x="739819" y="468400"/>
                </a:cubicBezTo>
                <a:cubicBezTo>
                  <a:pt x="674478" y="534503"/>
                  <a:pt x="611422" y="602226"/>
                  <a:pt x="571893" y="688713"/>
                </a:cubicBezTo>
                <a:cubicBezTo>
                  <a:pt x="544652" y="748339"/>
                  <a:pt x="540937" y="808728"/>
                  <a:pt x="551700" y="871498"/>
                </a:cubicBezTo>
                <a:cubicBezTo>
                  <a:pt x="553415" y="881309"/>
                  <a:pt x="555701" y="890929"/>
                  <a:pt x="555510" y="900835"/>
                </a:cubicBezTo>
                <a:cubicBezTo>
                  <a:pt x="555225" y="924647"/>
                  <a:pt x="564559" y="946459"/>
                  <a:pt x="570465" y="968843"/>
                </a:cubicBezTo>
                <a:cubicBezTo>
                  <a:pt x="577418" y="995037"/>
                  <a:pt x="577227" y="1021231"/>
                  <a:pt x="574465" y="1047901"/>
                </a:cubicBezTo>
                <a:cubicBezTo>
                  <a:pt x="569607" y="1094954"/>
                  <a:pt x="567893" y="1142008"/>
                  <a:pt x="578466" y="1188585"/>
                </a:cubicBezTo>
                <a:cubicBezTo>
                  <a:pt x="582942" y="1208302"/>
                  <a:pt x="578085" y="1228209"/>
                  <a:pt x="580847" y="1247735"/>
                </a:cubicBezTo>
                <a:cubicBezTo>
                  <a:pt x="581895" y="1254784"/>
                  <a:pt x="578370" y="1266119"/>
                  <a:pt x="593229" y="1264023"/>
                </a:cubicBezTo>
                <a:cubicBezTo>
                  <a:pt x="599325" y="1263166"/>
                  <a:pt x="598087" y="1268404"/>
                  <a:pt x="595611" y="1271738"/>
                </a:cubicBezTo>
                <a:cubicBezTo>
                  <a:pt x="592944" y="1275358"/>
                  <a:pt x="587324" y="1279454"/>
                  <a:pt x="588943" y="1283168"/>
                </a:cubicBezTo>
                <a:cubicBezTo>
                  <a:pt x="600087" y="1308219"/>
                  <a:pt x="575132" y="1328317"/>
                  <a:pt x="579704" y="1351462"/>
                </a:cubicBezTo>
                <a:cubicBezTo>
                  <a:pt x="583419" y="1370132"/>
                  <a:pt x="577894" y="1389086"/>
                  <a:pt x="583514" y="1406993"/>
                </a:cubicBezTo>
                <a:cubicBezTo>
                  <a:pt x="586371" y="1415947"/>
                  <a:pt x="584752" y="1423471"/>
                  <a:pt x="582085" y="1431187"/>
                </a:cubicBezTo>
                <a:cubicBezTo>
                  <a:pt x="568560" y="1470144"/>
                  <a:pt x="564654" y="1509482"/>
                  <a:pt x="574179" y="1550154"/>
                </a:cubicBezTo>
                <a:cubicBezTo>
                  <a:pt x="579513" y="1573109"/>
                  <a:pt x="581323" y="1596922"/>
                  <a:pt x="587324" y="1619687"/>
                </a:cubicBezTo>
                <a:cubicBezTo>
                  <a:pt x="598659" y="1662168"/>
                  <a:pt x="623519" y="1698173"/>
                  <a:pt x="646284" y="1734939"/>
                </a:cubicBezTo>
                <a:cubicBezTo>
                  <a:pt x="651999" y="1744178"/>
                  <a:pt x="657809" y="1738082"/>
                  <a:pt x="663810" y="1735606"/>
                </a:cubicBezTo>
                <a:cubicBezTo>
                  <a:pt x="675335" y="1730843"/>
                  <a:pt x="672287" y="1719413"/>
                  <a:pt x="669620" y="1713698"/>
                </a:cubicBezTo>
                <a:cubicBezTo>
                  <a:pt x="662476" y="1698554"/>
                  <a:pt x="662381" y="1683885"/>
                  <a:pt x="667143" y="1668931"/>
                </a:cubicBezTo>
                <a:cubicBezTo>
                  <a:pt x="669048" y="1662930"/>
                  <a:pt x="670763" y="1657787"/>
                  <a:pt x="668382" y="1651500"/>
                </a:cubicBezTo>
                <a:cubicBezTo>
                  <a:pt x="664000" y="1639975"/>
                  <a:pt x="673906" y="1635212"/>
                  <a:pt x="680383" y="1629402"/>
                </a:cubicBezTo>
                <a:cubicBezTo>
                  <a:pt x="688670" y="1621973"/>
                  <a:pt x="694290" y="1630259"/>
                  <a:pt x="700100" y="1634260"/>
                </a:cubicBezTo>
                <a:cubicBezTo>
                  <a:pt x="703719" y="1636832"/>
                  <a:pt x="706196" y="1640927"/>
                  <a:pt x="709434" y="1644166"/>
                </a:cubicBezTo>
                <a:cubicBezTo>
                  <a:pt x="711625" y="1646357"/>
                  <a:pt x="714483" y="1648166"/>
                  <a:pt x="717626" y="1646357"/>
                </a:cubicBezTo>
                <a:cubicBezTo>
                  <a:pt x="721531" y="1644071"/>
                  <a:pt x="722579" y="1639499"/>
                  <a:pt x="720293" y="1636546"/>
                </a:cubicBezTo>
                <a:cubicBezTo>
                  <a:pt x="704577" y="1616162"/>
                  <a:pt x="720388" y="1604637"/>
                  <a:pt x="730961" y="1589587"/>
                </a:cubicBezTo>
                <a:cubicBezTo>
                  <a:pt x="745629" y="1568918"/>
                  <a:pt x="764489" y="1569204"/>
                  <a:pt x="785539" y="1571490"/>
                </a:cubicBezTo>
                <a:cubicBezTo>
                  <a:pt x="793540" y="1572347"/>
                  <a:pt x="798684" y="1574348"/>
                  <a:pt x="796683" y="1583777"/>
                </a:cubicBezTo>
                <a:cubicBezTo>
                  <a:pt x="795826" y="1587683"/>
                  <a:pt x="796398" y="1592254"/>
                  <a:pt x="800398" y="1593683"/>
                </a:cubicBezTo>
                <a:cubicBezTo>
                  <a:pt x="807637" y="1596350"/>
                  <a:pt x="805161" y="1587968"/>
                  <a:pt x="808304" y="1585682"/>
                </a:cubicBezTo>
                <a:cubicBezTo>
                  <a:pt x="810114" y="1584349"/>
                  <a:pt x="811923" y="1582349"/>
                  <a:pt x="814019" y="1582063"/>
                </a:cubicBezTo>
                <a:cubicBezTo>
                  <a:pt x="826497" y="1580348"/>
                  <a:pt x="832497" y="1570633"/>
                  <a:pt x="829354" y="1561394"/>
                </a:cubicBezTo>
                <a:cubicBezTo>
                  <a:pt x="826878" y="1554059"/>
                  <a:pt x="814590" y="1552250"/>
                  <a:pt x="805637" y="1552154"/>
                </a:cubicBezTo>
                <a:cubicBezTo>
                  <a:pt x="782396" y="1551964"/>
                  <a:pt x="781920" y="1552059"/>
                  <a:pt x="789349" y="1530437"/>
                </a:cubicBezTo>
                <a:cubicBezTo>
                  <a:pt x="798017" y="1505101"/>
                  <a:pt x="807828" y="1480336"/>
                  <a:pt x="842118" y="1483384"/>
                </a:cubicBezTo>
                <a:cubicBezTo>
                  <a:pt x="845642" y="1483670"/>
                  <a:pt x="847928" y="1481574"/>
                  <a:pt x="848118" y="1478145"/>
                </a:cubicBezTo>
                <a:cubicBezTo>
                  <a:pt x="848309" y="1474145"/>
                  <a:pt x="844975" y="1474525"/>
                  <a:pt x="842213" y="1473383"/>
                </a:cubicBezTo>
                <a:cubicBezTo>
                  <a:pt x="821448" y="1465000"/>
                  <a:pt x="801065" y="1464429"/>
                  <a:pt x="780396" y="1473954"/>
                </a:cubicBezTo>
                <a:cubicBezTo>
                  <a:pt x="776205" y="1475859"/>
                  <a:pt x="769347" y="1476716"/>
                  <a:pt x="766489" y="1470144"/>
                </a:cubicBezTo>
                <a:cubicBezTo>
                  <a:pt x="764298" y="1465096"/>
                  <a:pt x="767061" y="1460714"/>
                  <a:pt x="771252" y="1458714"/>
                </a:cubicBezTo>
                <a:cubicBezTo>
                  <a:pt x="782110" y="1453571"/>
                  <a:pt x="777633" y="1435854"/>
                  <a:pt x="782586" y="1435473"/>
                </a:cubicBezTo>
                <a:cubicBezTo>
                  <a:pt x="796969" y="1434140"/>
                  <a:pt x="806780" y="1424138"/>
                  <a:pt x="818400" y="1419090"/>
                </a:cubicBezTo>
                <a:cubicBezTo>
                  <a:pt x="849833" y="1405469"/>
                  <a:pt x="885266" y="1400326"/>
                  <a:pt x="912793" y="1377847"/>
                </a:cubicBezTo>
                <a:cubicBezTo>
                  <a:pt x="914984" y="1376037"/>
                  <a:pt x="918413" y="1375275"/>
                  <a:pt x="917746" y="1369750"/>
                </a:cubicBezTo>
                <a:cubicBezTo>
                  <a:pt x="902792" y="1370036"/>
                  <a:pt x="890886" y="1378895"/>
                  <a:pt x="878313" y="1384705"/>
                </a:cubicBezTo>
                <a:cubicBezTo>
                  <a:pt x="869740" y="1388610"/>
                  <a:pt x="861549" y="1391944"/>
                  <a:pt x="852119" y="1390896"/>
                </a:cubicBezTo>
                <a:cubicBezTo>
                  <a:pt x="832783" y="1388705"/>
                  <a:pt x="814114" y="1392801"/>
                  <a:pt x="795540" y="1396706"/>
                </a:cubicBezTo>
                <a:cubicBezTo>
                  <a:pt x="786111" y="1398707"/>
                  <a:pt x="778776" y="1398707"/>
                  <a:pt x="769728" y="1394135"/>
                </a:cubicBezTo>
                <a:cubicBezTo>
                  <a:pt x="754583" y="1386515"/>
                  <a:pt x="745725" y="1392420"/>
                  <a:pt x="749820" y="1407660"/>
                </a:cubicBezTo>
                <a:cubicBezTo>
                  <a:pt x="753726" y="1422424"/>
                  <a:pt x="747630" y="1428425"/>
                  <a:pt x="738200" y="1438045"/>
                </a:cubicBezTo>
                <a:cubicBezTo>
                  <a:pt x="718769" y="1457952"/>
                  <a:pt x="695909" y="1467001"/>
                  <a:pt x="670001" y="1475764"/>
                </a:cubicBezTo>
                <a:cubicBezTo>
                  <a:pt x="651237" y="1482050"/>
                  <a:pt x="630758" y="1484146"/>
                  <a:pt x="609136" y="1496528"/>
                </a:cubicBezTo>
                <a:cubicBezTo>
                  <a:pt x="619328" y="1479383"/>
                  <a:pt x="609898" y="1460048"/>
                  <a:pt x="627519" y="1449379"/>
                </a:cubicBezTo>
                <a:cubicBezTo>
                  <a:pt x="630091" y="1447856"/>
                  <a:pt x="632758" y="1443665"/>
                  <a:pt x="634568" y="1444141"/>
                </a:cubicBezTo>
                <a:cubicBezTo>
                  <a:pt x="649522" y="1447856"/>
                  <a:pt x="656475" y="1438997"/>
                  <a:pt x="662952" y="1427853"/>
                </a:cubicBezTo>
                <a:cubicBezTo>
                  <a:pt x="668096" y="1419090"/>
                  <a:pt x="686955" y="1425281"/>
                  <a:pt x="684574" y="1406422"/>
                </a:cubicBezTo>
                <a:cubicBezTo>
                  <a:pt x="683336" y="1396516"/>
                  <a:pt x="688098" y="1385943"/>
                  <a:pt x="688670" y="1374608"/>
                </a:cubicBezTo>
                <a:cubicBezTo>
                  <a:pt x="682669" y="1379180"/>
                  <a:pt x="678954" y="1385562"/>
                  <a:pt x="677621" y="1393182"/>
                </a:cubicBezTo>
                <a:cubicBezTo>
                  <a:pt x="675430" y="1405850"/>
                  <a:pt x="667048" y="1411089"/>
                  <a:pt x="655523" y="1412137"/>
                </a:cubicBezTo>
                <a:cubicBezTo>
                  <a:pt x="642474" y="1413375"/>
                  <a:pt x="631139" y="1418995"/>
                  <a:pt x="619804" y="1424710"/>
                </a:cubicBezTo>
                <a:cubicBezTo>
                  <a:pt x="616756" y="1426234"/>
                  <a:pt x="614470" y="1431282"/>
                  <a:pt x="610374" y="1427282"/>
                </a:cubicBezTo>
                <a:cubicBezTo>
                  <a:pt x="607326" y="1424329"/>
                  <a:pt x="607898" y="1419757"/>
                  <a:pt x="609708" y="1416518"/>
                </a:cubicBezTo>
                <a:cubicBezTo>
                  <a:pt x="615899" y="1405088"/>
                  <a:pt x="622471" y="1393849"/>
                  <a:pt x="636473" y="1390420"/>
                </a:cubicBezTo>
                <a:cubicBezTo>
                  <a:pt x="643045" y="1388800"/>
                  <a:pt x="647808" y="1386133"/>
                  <a:pt x="646569" y="1378037"/>
                </a:cubicBezTo>
                <a:cubicBezTo>
                  <a:pt x="644950" y="1367750"/>
                  <a:pt x="636854" y="1366512"/>
                  <a:pt x="629043" y="1363083"/>
                </a:cubicBezTo>
                <a:cubicBezTo>
                  <a:pt x="618375" y="1358416"/>
                  <a:pt x="622281" y="1367846"/>
                  <a:pt x="620185" y="1370703"/>
                </a:cubicBezTo>
                <a:cubicBezTo>
                  <a:pt x="616470" y="1375942"/>
                  <a:pt x="613041" y="1380514"/>
                  <a:pt x="603707" y="1380514"/>
                </a:cubicBezTo>
                <a:cubicBezTo>
                  <a:pt x="609517" y="1369274"/>
                  <a:pt x="606850" y="1357082"/>
                  <a:pt x="613041" y="1346414"/>
                </a:cubicBezTo>
                <a:cubicBezTo>
                  <a:pt x="617137" y="1339271"/>
                  <a:pt x="612089" y="1333079"/>
                  <a:pt x="608565" y="1327460"/>
                </a:cubicBezTo>
                <a:cubicBezTo>
                  <a:pt x="603802" y="1319935"/>
                  <a:pt x="606469" y="1314029"/>
                  <a:pt x="609327" y="1306409"/>
                </a:cubicBezTo>
                <a:cubicBezTo>
                  <a:pt x="613327" y="1295837"/>
                  <a:pt x="617518" y="1298408"/>
                  <a:pt x="624567" y="1302313"/>
                </a:cubicBezTo>
                <a:cubicBezTo>
                  <a:pt x="630472" y="1305552"/>
                  <a:pt x="629805" y="1299646"/>
                  <a:pt x="630472" y="1296408"/>
                </a:cubicBezTo>
                <a:cubicBezTo>
                  <a:pt x="633234" y="1281930"/>
                  <a:pt x="631901" y="1268404"/>
                  <a:pt x="616470" y="1262023"/>
                </a:cubicBezTo>
                <a:cubicBezTo>
                  <a:pt x="607612" y="1258308"/>
                  <a:pt x="602850" y="1250688"/>
                  <a:pt x="606850" y="1244687"/>
                </a:cubicBezTo>
                <a:cubicBezTo>
                  <a:pt x="615423" y="1231829"/>
                  <a:pt x="609136" y="1221923"/>
                  <a:pt x="605612" y="1210397"/>
                </a:cubicBezTo>
                <a:cubicBezTo>
                  <a:pt x="603231" y="1202682"/>
                  <a:pt x="598182" y="1191633"/>
                  <a:pt x="615327" y="1191728"/>
                </a:cubicBezTo>
                <a:cubicBezTo>
                  <a:pt x="625614" y="1191824"/>
                  <a:pt x="629329" y="1181537"/>
                  <a:pt x="629043" y="1173916"/>
                </a:cubicBezTo>
                <a:cubicBezTo>
                  <a:pt x="628758" y="1165344"/>
                  <a:pt x="632187" y="1157914"/>
                  <a:pt x="632853" y="1149152"/>
                </a:cubicBezTo>
                <a:cubicBezTo>
                  <a:pt x="624948" y="1149247"/>
                  <a:pt x="621900" y="1152866"/>
                  <a:pt x="621423" y="1160105"/>
                </a:cubicBezTo>
                <a:cubicBezTo>
                  <a:pt x="620757" y="1169916"/>
                  <a:pt x="621138" y="1180679"/>
                  <a:pt x="606945" y="1181822"/>
                </a:cubicBezTo>
                <a:cubicBezTo>
                  <a:pt x="593039" y="1182965"/>
                  <a:pt x="597420" y="1168964"/>
                  <a:pt x="591515" y="1163439"/>
                </a:cubicBezTo>
                <a:cubicBezTo>
                  <a:pt x="590086" y="1162106"/>
                  <a:pt x="589991" y="1159343"/>
                  <a:pt x="589134" y="1157153"/>
                </a:cubicBezTo>
                <a:cubicBezTo>
                  <a:pt x="584085" y="1159724"/>
                  <a:pt x="589038" y="1166392"/>
                  <a:pt x="583800" y="1168583"/>
                </a:cubicBezTo>
                <a:cubicBezTo>
                  <a:pt x="583133" y="1167535"/>
                  <a:pt x="581990" y="1166487"/>
                  <a:pt x="581799" y="1165344"/>
                </a:cubicBezTo>
                <a:cubicBezTo>
                  <a:pt x="578942" y="1145627"/>
                  <a:pt x="576084" y="1126006"/>
                  <a:pt x="586943" y="1107527"/>
                </a:cubicBezTo>
                <a:cubicBezTo>
                  <a:pt x="588848" y="1104384"/>
                  <a:pt x="590372" y="1100669"/>
                  <a:pt x="587991" y="1096764"/>
                </a:cubicBezTo>
                <a:cubicBezTo>
                  <a:pt x="573703" y="1073047"/>
                  <a:pt x="589229" y="1054283"/>
                  <a:pt x="597516" y="1029041"/>
                </a:cubicBezTo>
                <a:cubicBezTo>
                  <a:pt x="601421" y="1050473"/>
                  <a:pt x="596754" y="1065712"/>
                  <a:pt x="593420" y="1081714"/>
                </a:cubicBezTo>
                <a:cubicBezTo>
                  <a:pt x="602659" y="1075237"/>
                  <a:pt x="607898" y="1066189"/>
                  <a:pt x="611422" y="1055902"/>
                </a:cubicBezTo>
                <a:cubicBezTo>
                  <a:pt x="613708" y="1049425"/>
                  <a:pt x="615708" y="1042853"/>
                  <a:pt x="617804" y="1036376"/>
                </a:cubicBezTo>
                <a:cubicBezTo>
                  <a:pt x="619804" y="1030375"/>
                  <a:pt x="626281" y="1026851"/>
                  <a:pt x="628091" y="1021612"/>
                </a:cubicBezTo>
                <a:cubicBezTo>
                  <a:pt x="632472" y="1009229"/>
                  <a:pt x="648570" y="1041328"/>
                  <a:pt x="647046" y="1016373"/>
                </a:cubicBezTo>
                <a:cubicBezTo>
                  <a:pt x="646379" y="1005134"/>
                  <a:pt x="657904" y="999895"/>
                  <a:pt x="656856" y="989322"/>
                </a:cubicBezTo>
                <a:cubicBezTo>
                  <a:pt x="656761" y="987988"/>
                  <a:pt x="658285" y="985322"/>
                  <a:pt x="658571" y="985417"/>
                </a:cubicBezTo>
                <a:cubicBezTo>
                  <a:pt x="681812" y="990370"/>
                  <a:pt x="672477" y="968272"/>
                  <a:pt x="679907" y="960366"/>
                </a:cubicBezTo>
                <a:cubicBezTo>
                  <a:pt x="685527" y="954365"/>
                  <a:pt x="686765" y="931601"/>
                  <a:pt x="702576" y="952651"/>
                </a:cubicBezTo>
                <a:cubicBezTo>
                  <a:pt x="704672" y="955413"/>
                  <a:pt x="709911" y="952365"/>
                  <a:pt x="711530" y="948460"/>
                </a:cubicBezTo>
                <a:cubicBezTo>
                  <a:pt x="714768" y="940745"/>
                  <a:pt x="723722" y="937982"/>
                  <a:pt x="726579" y="929219"/>
                </a:cubicBezTo>
                <a:cubicBezTo>
                  <a:pt x="728865" y="922171"/>
                  <a:pt x="736676" y="917503"/>
                  <a:pt x="740676" y="928838"/>
                </a:cubicBezTo>
                <a:cubicBezTo>
                  <a:pt x="747725" y="948936"/>
                  <a:pt x="748487" y="922933"/>
                  <a:pt x="753726" y="928172"/>
                </a:cubicBezTo>
                <a:cubicBezTo>
                  <a:pt x="756964" y="936744"/>
                  <a:pt x="751821" y="946936"/>
                  <a:pt x="755821" y="956175"/>
                </a:cubicBezTo>
                <a:cubicBezTo>
                  <a:pt x="775157" y="953032"/>
                  <a:pt x="779538" y="928934"/>
                  <a:pt x="799541" y="925219"/>
                </a:cubicBezTo>
                <a:cubicBezTo>
                  <a:pt x="804684" y="924266"/>
                  <a:pt x="809161" y="920075"/>
                  <a:pt x="815352" y="922933"/>
                </a:cubicBezTo>
                <a:cubicBezTo>
                  <a:pt x="836212" y="932362"/>
                  <a:pt x="851738" y="922552"/>
                  <a:pt x="866597" y="908931"/>
                </a:cubicBezTo>
                <a:cubicBezTo>
                  <a:pt x="870312" y="905502"/>
                  <a:pt x="873455" y="890167"/>
                  <a:pt x="882789" y="905502"/>
                </a:cubicBezTo>
                <a:cubicBezTo>
                  <a:pt x="884123" y="907788"/>
                  <a:pt x="889076" y="902359"/>
                  <a:pt x="890124" y="898930"/>
                </a:cubicBezTo>
                <a:cubicBezTo>
                  <a:pt x="891457" y="894548"/>
                  <a:pt x="895077" y="890834"/>
                  <a:pt x="889171" y="885118"/>
                </a:cubicBezTo>
                <a:cubicBezTo>
                  <a:pt x="876693" y="873307"/>
                  <a:pt x="877455" y="862068"/>
                  <a:pt x="889933" y="852734"/>
                </a:cubicBezTo>
                <a:cubicBezTo>
                  <a:pt x="898982" y="845971"/>
                  <a:pt x="906983" y="839208"/>
                  <a:pt x="921461" y="845209"/>
                </a:cubicBezTo>
                <a:cubicBezTo>
                  <a:pt x="938796" y="852448"/>
                  <a:pt x="958799" y="852448"/>
                  <a:pt x="974325" y="866068"/>
                </a:cubicBezTo>
                <a:cubicBezTo>
                  <a:pt x="984326" y="874832"/>
                  <a:pt x="996994" y="870450"/>
                  <a:pt x="1001185" y="857496"/>
                </a:cubicBezTo>
                <a:cubicBezTo>
                  <a:pt x="1003185" y="851209"/>
                  <a:pt x="1002900" y="844066"/>
                  <a:pt x="1003566" y="837208"/>
                </a:cubicBezTo>
                <a:cubicBezTo>
                  <a:pt x="1010520" y="835207"/>
                  <a:pt x="1012615" y="849495"/>
                  <a:pt x="1020616" y="842447"/>
                </a:cubicBezTo>
                <a:cubicBezTo>
                  <a:pt x="1027474" y="836351"/>
                  <a:pt x="1026141" y="829397"/>
                  <a:pt x="1022712" y="821682"/>
                </a:cubicBezTo>
                <a:cubicBezTo>
                  <a:pt x="1013663" y="801203"/>
                  <a:pt x="1003947" y="797107"/>
                  <a:pt x="983278" y="805870"/>
                </a:cubicBezTo>
                <a:cubicBezTo>
                  <a:pt x="973563" y="810061"/>
                  <a:pt x="959085" y="804156"/>
                  <a:pt x="960799" y="795679"/>
                </a:cubicBezTo>
                <a:cubicBezTo>
                  <a:pt x="964704" y="777010"/>
                  <a:pt x="957656" y="782630"/>
                  <a:pt x="947750" y="787678"/>
                </a:cubicBezTo>
                <a:cubicBezTo>
                  <a:pt x="930129" y="796441"/>
                  <a:pt x="916508" y="790249"/>
                  <a:pt x="916984" y="773486"/>
                </a:cubicBezTo>
                <a:cubicBezTo>
                  <a:pt x="917270" y="763770"/>
                  <a:pt x="922794" y="754245"/>
                  <a:pt x="929557" y="747673"/>
                </a:cubicBezTo>
                <a:cubicBezTo>
                  <a:pt x="936987" y="740529"/>
                  <a:pt x="942511" y="752149"/>
                  <a:pt x="949750" y="753197"/>
                </a:cubicBezTo>
                <a:cubicBezTo>
                  <a:pt x="953274" y="753674"/>
                  <a:pt x="954703" y="759103"/>
                  <a:pt x="959466" y="758626"/>
                </a:cubicBezTo>
                <a:cubicBezTo>
                  <a:pt x="963371" y="746244"/>
                  <a:pt x="969848" y="735100"/>
                  <a:pt x="976230" y="723955"/>
                </a:cubicBezTo>
                <a:cubicBezTo>
                  <a:pt x="983278" y="711573"/>
                  <a:pt x="993756" y="698714"/>
                  <a:pt x="970229" y="690999"/>
                </a:cubicBezTo>
                <a:cubicBezTo>
                  <a:pt x="963466" y="688808"/>
                  <a:pt x="961371" y="681474"/>
                  <a:pt x="966419" y="673854"/>
                </a:cubicBezTo>
                <a:cubicBezTo>
                  <a:pt x="971848" y="665662"/>
                  <a:pt x="976039" y="665282"/>
                  <a:pt x="981373" y="673759"/>
                </a:cubicBezTo>
                <a:cubicBezTo>
                  <a:pt x="983564" y="677283"/>
                  <a:pt x="988517" y="678712"/>
                  <a:pt x="990708" y="674330"/>
                </a:cubicBezTo>
                <a:cubicBezTo>
                  <a:pt x="999090" y="658043"/>
                  <a:pt x="1019283" y="648899"/>
                  <a:pt x="1017568" y="626038"/>
                </a:cubicBezTo>
                <a:cubicBezTo>
                  <a:pt x="1016711" y="614609"/>
                  <a:pt x="1027855" y="604417"/>
                  <a:pt x="1025950" y="591368"/>
                </a:cubicBezTo>
                <a:cubicBezTo>
                  <a:pt x="1033951" y="601654"/>
                  <a:pt x="1038237" y="612322"/>
                  <a:pt x="1034999" y="625562"/>
                </a:cubicBezTo>
                <a:cubicBezTo>
                  <a:pt x="1033665" y="631182"/>
                  <a:pt x="1034999" y="637659"/>
                  <a:pt x="1035951" y="643660"/>
                </a:cubicBezTo>
                <a:cubicBezTo>
                  <a:pt x="1037761" y="654899"/>
                  <a:pt x="1043190" y="660614"/>
                  <a:pt x="1054430" y="652804"/>
                </a:cubicBezTo>
                <a:cubicBezTo>
                  <a:pt x="1064050" y="646136"/>
                  <a:pt x="1073670" y="643279"/>
                  <a:pt x="1086053" y="644612"/>
                </a:cubicBezTo>
                <a:cubicBezTo>
                  <a:pt x="1101674" y="646327"/>
                  <a:pt x="1120914" y="627562"/>
                  <a:pt x="1121486" y="609655"/>
                </a:cubicBezTo>
                <a:cubicBezTo>
                  <a:pt x="1121962" y="593749"/>
                  <a:pt x="1125486" y="579937"/>
                  <a:pt x="1134726" y="567174"/>
                </a:cubicBezTo>
                <a:cubicBezTo>
                  <a:pt x="1136821" y="564317"/>
                  <a:pt x="1139964" y="560697"/>
                  <a:pt x="1137202" y="556982"/>
                </a:cubicBezTo>
                <a:cubicBezTo>
                  <a:pt x="1134535" y="553363"/>
                  <a:pt x="1130154" y="554410"/>
                  <a:pt x="1126725" y="555839"/>
                </a:cubicBezTo>
                <a:cubicBezTo>
                  <a:pt x="1083100" y="574223"/>
                  <a:pt x="1037380" y="569650"/>
                  <a:pt x="991946" y="568031"/>
                </a:cubicBezTo>
                <a:cubicBezTo>
                  <a:pt x="984421" y="567746"/>
                  <a:pt x="976801" y="569460"/>
                  <a:pt x="969276" y="570222"/>
                </a:cubicBezTo>
                <a:cubicBezTo>
                  <a:pt x="964990" y="570603"/>
                  <a:pt x="958704" y="572889"/>
                  <a:pt x="957846" y="566888"/>
                </a:cubicBezTo>
                <a:cubicBezTo>
                  <a:pt x="956894" y="560316"/>
                  <a:pt x="962799" y="552791"/>
                  <a:pt x="968038" y="554506"/>
                </a:cubicBezTo>
                <a:cubicBezTo>
                  <a:pt x="990517" y="561745"/>
                  <a:pt x="1011853" y="540599"/>
                  <a:pt x="1034237" y="553077"/>
                </a:cubicBezTo>
                <a:cubicBezTo>
                  <a:pt x="1038237" y="555268"/>
                  <a:pt x="1043286" y="554315"/>
                  <a:pt x="1046905" y="550696"/>
                </a:cubicBezTo>
                <a:cubicBezTo>
                  <a:pt x="1049763" y="547933"/>
                  <a:pt x="1053763" y="544981"/>
                  <a:pt x="1057002" y="547076"/>
                </a:cubicBezTo>
                <a:cubicBezTo>
                  <a:pt x="1090720" y="569460"/>
                  <a:pt x="1114723" y="537075"/>
                  <a:pt x="1143298" y="531360"/>
                </a:cubicBezTo>
                <a:cubicBezTo>
                  <a:pt x="1160824" y="527836"/>
                  <a:pt x="1177493" y="520597"/>
                  <a:pt x="1195876" y="525550"/>
                </a:cubicBezTo>
                <a:cubicBezTo>
                  <a:pt x="1207782" y="528788"/>
                  <a:pt x="1207116" y="520025"/>
                  <a:pt x="1205687" y="513739"/>
                </a:cubicBezTo>
                <a:cubicBezTo>
                  <a:pt x="1202067" y="498499"/>
                  <a:pt x="1210164" y="496689"/>
                  <a:pt x="1222356" y="493831"/>
                </a:cubicBezTo>
                <a:cubicBezTo>
                  <a:pt x="1230261" y="491926"/>
                  <a:pt x="1240167" y="494784"/>
                  <a:pt x="1246930" y="486021"/>
                </a:cubicBezTo>
                <a:cubicBezTo>
                  <a:pt x="1253502" y="477448"/>
                  <a:pt x="1256836" y="493546"/>
                  <a:pt x="1267314" y="489450"/>
                </a:cubicBezTo>
                <a:cubicBezTo>
                  <a:pt x="1290745" y="480211"/>
                  <a:pt x="1312176" y="467923"/>
                  <a:pt x="1334179" y="456303"/>
                </a:cubicBezTo>
                <a:cubicBezTo>
                  <a:pt x="1342180" y="452112"/>
                  <a:pt x="1339704" y="442777"/>
                  <a:pt x="1342180" y="435824"/>
                </a:cubicBezTo>
                <a:cubicBezTo>
                  <a:pt x="1344180" y="430014"/>
                  <a:pt x="1346371" y="423442"/>
                  <a:pt x="1354372" y="424775"/>
                </a:cubicBezTo>
                <a:cubicBezTo>
                  <a:pt x="1360754" y="425918"/>
                  <a:pt x="1362183" y="431538"/>
                  <a:pt x="1362087" y="437158"/>
                </a:cubicBezTo>
                <a:cubicBezTo>
                  <a:pt x="1361897" y="448397"/>
                  <a:pt x="1363897" y="457160"/>
                  <a:pt x="1378470" y="455446"/>
                </a:cubicBezTo>
                <a:cubicBezTo>
                  <a:pt x="1386567" y="454493"/>
                  <a:pt x="1389710" y="459351"/>
                  <a:pt x="1388567" y="466685"/>
                </a:cubicBezTo>
                <a:cubicBezTo>
                  <a:pt x="1388091" y="469733"/>
                  <a:pt x="1387757" y="472495"/>
                  <a:pt x="1388603" y="474389"/>
                </a:cubicBezTo>
                <a:lnTo>
                  <a:pt x="1395130" y="476673"/>
                </a:lnTo>
                <a:lnTo>
                  <a:pt x="1395044" y="477544"/>
                </a:lnTo>
                <a:lnTo>
                  <a:pt x="1395265" y="477397"/>
                </a:lnTo>
                <a:lnTo>
                  <a:pt x="1384769" y="489617"/>
                </a:lnTo>
                <a:cubicBezTo>
                  <a:pt x="1380090" y="491903"/>
                  <a:pt x="1374279" y="492450"/>
                  <a:pt x="1367040" y="491926"/>
                </a:cubicBezTo>
                <a:cubicBezTo>
                  <a:pt x="1345323" y="490212"/>
                  <a:pt x="1323702" y="490117"/>
                  <a:pt x="1302080" y="486211"/>
                </a:cubicBezTo>
                <a:cubicBezTo>
                  <a:pt x="1292079" y="484402"/>
                  <a:pt x="1281506" y="490212"/>
                  <a:pt x="1271886" y="494784"/>
                </a:cubicBezTo>
                <a:cubicBezTo>
                  <a:pt x="1268171" y="496498"/>
                  <a:pt x="1264742" y="499546"/>
                  <a:pt x="1267504" y="503356"/>
                </a:cubicBezTo>
                <a:cubicBezTo>
                  <a:pt x="1269600" y="506214"/>
                  <a:pt x="1267885" y="514977"/>
                  <a:pt x="1274934" y="511357"/>
                </a:cubicBezTo>
                <a:cubicBezTo>
                  <a:pt x="1280649" y="508405"/>
                  <a:pt x="1288173" y="518501"/>
                  <a:pt x="1292174" y="507547"/>
                </a:cubicBezTo>
                <a:cubicBezTo>
                  <a:pt x="1294555" y="501166"/>
                  <a:pt x="1301413" y="499356"/>
                  <a:pt x="1307604" y="500499"/>
                </a:cubicBezTo>
                <a:cubicBezTo>
                  <a:pt x="1335798" y="505738"/>
                  <a:pt x="1364469" y="502785"/>
                  <a:pt x="1392758" y="506119"/>
                </a:cubicBezTo>
                <a:cubicBezTo>
                  <a:pt x="1400378" y="506976"/>
                  <a:pt x="1404569" y="502785"/>
                  <a:pt x="1406664" y="496975"/>
                </a:cubicBezTo>
                <a:cubicBezTo>
                  <a:pt x="1409236" y="489831"/>
                  <a:pt x="1410855" y="481449"/>
                  <a:pt x="1406569" y="474972"/>
                </a:cubicBezTo>
                <a:cubicBezTo>
                  <a:pt x="1404998" y="472591"/>
                  <a:pt x="1403021" y="472638"/>
                  <a:pt x="1400985" y="473579"/>
                </a:cubicBezTo>
                <a:lnTo>
                  <a:pt x="1395265" y="477397"/>
                </a:lnTo>
                <a:lnTo>
                  <a:pt x="1395711" y="476877"/>
                </a:lnTo>
                <a:lnTo>
                  <a:pt x="1395130" y="476673"/>
                </a:lnTo>
                <a:lnTo>
                  <a:pt x="1396377" y="463923"/>
                </a:lnTo>
                <a:cubicBezTo>
                  <a:pt x="1400092" y="434491"/>
                  <a:pt x="1405617" y="426299"/>
                  <a:pt x="1433620" y="428395"/>
                </a:cubicBezTo>
                <a:cubicBezTo>
                  <a:pt x="1455242" y="430014"/>
                  <a:pt x="1476006" y="421441"/>
                  <a:pt x="1498200" y="427442"/>
                </a:cubicBezTo>
                <a:cubicBezTo>
                  <a:pt x="1508487" y="430204"/>
                  <a:pt x="1521631" y="441444"/>
                  <a:pt x="1532394" y="430585"/>
                </a:cubicBezTo>
                <a:cubicBezTo>
                  <a:pt x="1541253" y="421727"/>
                  <a:pt x="1533347" y="407344"/>
                  <a:pt x="1538586" y="396391"/>
                </a:cubicBezTo>
                <a:cubicBezTo>
                  <a:pt x="1539252" y="395057"/>
                  <a:pt x="1539252" y="393343"/>
                  <a:pt x="1539919" y="392009"/>
                </a:cubicBezTo>
                <a:cubicBezTo>
                  <a:pt x="1543062" y="386675"/>
                  <a:pt x="1534490" y="376483"/>
                  <a:pt x="1545063" y="375150"/>
                </a:cubicBezTo>
                <a:cubicBezTo>
                  <a:pt x="1552968" y="374197"/>
                  <a:pt x="1555921" y="382103"/>
                  <a:pt x="1557064" y="389342"/>
                </a:cubicBezTo>
                <a:cubicBezTo>
                  <a:pt x="1557636" y="392771"/>
                  <a:pt x="1559255" y="395152"/>
                  <a:pt x="1562970" y="394200"/>
                </a:cubicBezTo>
                <a:cubicBezTo>
                  <a:pt x="1566684" y="393343"/>
                  <a:pt x="1571637" y="392009"/>
                  <a:pt x="1571352" y="387723"/>
                </a:cubicBezTo>
                <a:cubicBezTo>
                  <a:pt x="1569828" y="368197"/>
                  <a:pt x="1580305" y="379150"/>
                  <a:pt x="1585830" y="382389"/>
                </a:cubicBezTo>
                <a:cubicBezTo>
                  <a:pt x="1605546" y="394009"/>
                  <a:pt x="1621644" y="410107"/>
                  <a:pt x="1634979" y="428490"/>
                </a:cubicBezTo>
                <a:cubicBezTo>
                  <a:pt x="1644218" y="441158"/>
                  <a:pt x="1655743" y="450397"/>
                  <a:pt x="1668697" y="458684"/>
                </a:cubicBezTo>
                <a:cubicBezTo>
                  <a:pt x="1679270" y="465447"/>
                  <a:pt x="1688414" y="470305"/>
                  <a:pt x="1698320" y="457636"/>
                </a:cubicBezTo>
                <a:cubicBezTo>
                  <a:pt x="1704130" y="450207"/>
                  <a:pt x="1708893" y="454779"/>
                  <a:pt x="1712036" y="461065"/>
                </a:cubicBezTo>
                <a:cubicBezTo>
                  <a:pt x="1715560" y="468114"/>
                  <a:pt x="1721370" y="472305"/>
                  <a:pt x="1727752" y="476782"/>
                </a:cubicBezTo>
                <a:cubicBezTo>
                  <a:pt x="1738515" y="484402"/>
                  <a:pt x="1746326" y="490402"/>
                  <a:pt x="1749850" y="470971"/>
                </a:cubicBezTo>
                <a:cubicBezTo>
                  <a:pt x="1750993" y="464590"/>
                  <a:pt x="1756327" y="461256"/>
                  <a:pt x="1763947" y="464875"/>
                </a:cubicBezTo>
                <a:cubicBezTo>
                  <a:pt x="1775472" y="470400"/>
                  <a:pt x="1787474" y="474877"/>
                  <a:pt x="1798999" y="480401"/>
                </a:cubicBezTo>
                <a:cubicBezTo>
                  <a:pt x="1804047" y="482878"/>
                  <a:pt x="1808619" y="490688"/>
                  <a:pt x="1814049" y="482782"/>
                </a:cubicBezTo>
                <a:cubicBezTo>
                  <a:pt x="1818621" y="476210"/>
                  <a:pt x="1823955" y="468400"/>
                  <a:pt x="1815477" y="460303"/>
                </a:cubicBezTo>
                <a:cubicBezTo>
                  <a:pt x="1811667" y="456589"/>
                  <a:pt x="1808715" y="450874"/>
                  <a:pt x="1804238" y="449159"/>
                </a:cubicBezTo>
                <a:cubicBezTo>
                  <a:pt x="1777377" y="438682"/>
                  <a:pt x="1761280" y="413536"/>
                  <a:pt x="1736706" y="400391"/>
                </a:cubicBezTo>
                <a:cubicBezTo>
                  <a:pt x="1693176" y="377245"/>
                  <a:pt x="1648599" y="356100"/>
                  <a:pt x="1600689" y="342955"/>
                </a:cubicBezTo>
                <a:cubicBezTo>
                  <a:pt x="1564684" y="333145"/>
                  <a:pt x="1530108" y="319143"/>
                  <a:pt x="1495247" y="305808"/>
                </a:cubicBezTo>
                <a:cubicBezTo>
                  <a:pt x="1488294" y="303141"/>
                  <a:pt x="1480483" y="302188"/>
                  <a:pt x="1473054" y="301045"/>
                </a:cubicBezTo>
                <a:cubicBezTo>
                  <a:pt x="1456480" y="298569"/>
                  <a:pt x="1440002" y="296569"/>
                  <a:pt x="1425143" y="287425"/>
                </a:cubicBezTo>
                <a:cubicBezTo>
                  <a:pt x="1417428" y="282662"/>
                  <a:pt x="1407998" y="281614"/>
                  <a:pt x="1398854" y="281329"/>
                </a:cubicBezTo>
                <a:cubicBezTo>
                  <a:pt x="1351229" y="279900"/>
                  <a:pt x="1303985" y="271232"/>
                  <a:pt x="1256169" y="275233"/>
                </a:cubicBezTo>
                <a:cubicBezTo>
                  <a:pt x="1250264" y="275709"/>
                  <a:pt x="1243501" y="275995"/>
                  <a:pt x="1240263" y="269137"/>
                </a:cubicBezTo>
                <a:cubicBezTo>
                  <a:pt x="1235786" y="259516"/>
                  <a:pt x="1231404" y="254182"/>
                  <a:pt x="1223499" y="266755"/>
                </a:cubicBezTo>
                <a:cubicBezTo>
                  <a:pt x="1219784" y="272661"/>
                  <a:pt x="1215402" y="267327"/>
                  <a:pt x="1211783" y="265327"/>
                </a:cubicBezTo>
                <a:cubicBezTo>
                  <a:pt x="1205877" y="262088"/>
                  <a:pt x="1208640" y="257611"/>
                  <a:pt x="1211116" y="253801"/>
                </a:cubicBezTo>
                <a:cubicBezTo>
                  <a:pt x="1231500" y="221988"/>
                  <a:pt x="1252455" y="191127"/>
                  <a:pt x="1288745" y="174458"/>
                </a:cubicBezTo>
                <a:cubicBezTo>
                  <a:pt x="1305223" y="166838"/>
                  <a:pt x="1330941" y="168743"/>
                  <a:pt x="1344180" y="183126"/>
                </a:cubicBezTo>
                <a:cubicBezTo>
                  <a:pt x="1352562" y="192270"/>
                  <a:pt x="1365231" y="185126"/>
                  <a:pt x="1373232" y="193413"/>
                </a:cubicBezTo>
                <a:cubicBezTo>
                  <a:pt x="1374756" y="195032"/>
                  <a:pt x="1377327" y="192365"/>
                  <a:pt x="1377042" y="189793"/>
                </a:cubicBezTo>
                <a:cubicBezTo>
                  <a:pt x="1375803" y="180173"/>
                  <a:pt x="1380090" y="176649"/>
                  <a:pt x="1389519" y="175125"/>
                </a:cubicBezTo>
                <a:cubicBezTo>
                  <a:pt x="1396187" y="174077"/>
                  <a:pt x="1398378" y="166648"/>
                  <a:pt x="1396758" y="160266"/>
                </a:cubicBezTo>
                <a:cubicBezTo>
                  <a:pt x="1395139" y="153884"/>
                  <a:pt x="1389615" y="153694"/>
                  <a:pt x="1383804" y="154360"/>
                </a:cubicBezTo>
                <a:cubicBezTo>
                  <a:pt x="1368088" y="156361"/>
                  <a:pt x="1355420" y="154551"/>
                  <a:pt x="1343704" y="139787"/>
                </a:cubicBezTo>
                <a:cubicBezTo>
                  <a:pt x="1330750" y="123499"/>
                  <a:pt x="1307414" y="129976"/>
                  <a:pt x="1298460" y="149598"/>
                </a:cubicBezTo>
                <a:cubicBezTo>
                  <a:pt x="1296365" y="154170"/>
                  <a:pt x="1292936" y="156646"/>
                  <a:pt x="1288745" y="158647"/>
                </a:cubicBezTo>
                <a:cubicBezTo>
                  <a:pt x="1262551" y="171124"/>
                  <a:pt x="1238548" y="187031"/>
                  <a:pt x="1216260" y="205510"/>
                </a:cubicBezTo>
                <a:cubicBezTo>
                  <a:pt x="1208449" y="211987"/>
                  <a:pt x="1205401" y="209034"/>
                  <a:pt x="1204830" y="200842"/>
                </a:cubicBezTo>
                <a:cubicBezTo>
                  <a:pt x="1203496" y="182650"/>
                  <a:pt x="1211021" y="166648"/>
                  <a:pt x="1219784" y="151693"/>
                </a:cubicBezTo>
                <a:cubicBezTo>
                  <a:pt x="1226737" y="139978"/>
                  <a:pt x="1235786" y="129500"/>
                  <a:pt x="1245787" y="119975"/>
                </a:cubicBezTo>
                <a:cubicBezTo>
                  <a:pt x="1262265" y="104449"/>
                  <a:pt x="1271886" y="84637"/>
                  <a:pt x="1279410" y="63682"/>
                </a:cubicBezTo>
                <a:cubicBezTo>
                  <a:pt x="1281506" y="57967"/>
                  <a:pt x="1284173" y="51871"/>
                  <a:pt x="1279791" y="46252"/>
                </a:cubicBezTo>
                <a:cubicBezTo>
                  <a:pt x="1270076" y="33679"/>
                  <a:pt x="1278648" y="27678"/>
                  <a:pt x="1288745" y="24535"/>
                </a:cubicBezTo>
                <a:cubicBezTo>
                  <a:pt x="1299508" y="21201"/>
                  <a:pt x="1307890" y="15867"/>
                  <a:pt x="1314653" y="7009"/>
                </a:cubicBezTo>
                <a:cubicBezTo>
                  <a:pt x="1317701" y="3056"/>
                  <a:pt x="1321226" y="651"/>
                  <a:pt x="1324940" y="115"/>
                </a:cubicBezTo>
                <a:close/>
              </a:path>
            </a:pathLst>
          </a:custGeom>
          <a:solidFill>
            <a:srgbClr val="2DB2A4"/>
          </a:solidFill>
          <a:ln w="9525" cap="flat">
            <a:noFill/>
            <a:prstDash val="solid"/>
            <a:miter/>
          </a:ln>
        </p:spPr>
        <p:txBody>
          <a:bodyPr rtlCol="0" anchor="ctr"/>
          <a:lstStyle/>
          <a:p>
            <a:endParaRPr lang="zh-CN" altLang="en-US"/>
          </a:p>
        </p:txBody>
      </p:sp>
      <p:sp>
        <p:nvSpPr>
          <p:cNvPr id="51" name="矩形 50"/>
          <p:cNvSpPr/>
          <p:nvPr userDrawn="1">
            <p:custDataLst>
              <p:tags r:id="rId3"/>
            </p:custDataLst>
          </p:nvPr>
        </p:nvSpPr>
        <p:spPr>
          <a:xfrm>
            <a:off x="442913" y="3933892"/>
            <a:ext cx="11306173" cy="219250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n-ea"/>
              <a:ea typeface="+mn-ea"/>
              <a:cs typeface="阿里巴巴普惠体" panose="00020600040101010101" pitchFamily="18" charset="-122"/>
            </a:endParaRPr>
          </a:p>
        </p:txBody>
      </p:sp>
      <p:sp>
        <p:nvSpPr>
          <p:cNvPr id="52" name="任意多边形: 形状 51"/>
          <p:cNvSpPr/>
          <p:nvPr userDrawn="1">
            <p:custDataLst>
              <p:tags r:id="rId4"/>
            </p:custDataLst>
          </p:nvPr>
        </p:nvSpPr>
        <p:spPr>
          <a:xfrm>
            <a:off x="9958864" y="4247614"/>
            <a:ext cx="1485418" cy="1685107"/>
          </a:xfrm>
          <a:custGeom>
            <a:avLst/>
            <a:gdLst>
              <a:gd name="connsiteX0" fmla="*/ 1281125 w 2812178"/>
              <a:gd name="connsiteY0" fmla="*/ 2724776 h 3190227"/>
              <a:gd name="connsiteX1" fmla="*/ 1274362 w 2812178"/>
              <a:gd name="connsiteY1" fmla="*/ 2725538 h 3190227"/>
              <a:gd name="connsiteX2" fmla="*/ 1227118 w 2812178"/>
              <a:gd name="connsiteY2" fmla="*/ 2740873 h 3190227"/>
              <a:gd name="connsiteX3" fmla="*/ 1182541 w 2812178"/>
              <a:gd name="connsiteY3" fmla="*/ 2735063 h 3190227"/>
              <a:gd name="connsiteX4" fmla="*/ 1163110 w 2812178"/>
              <a:gd name="connsiteY4" fmla="*/ 2744112 h 3190227"/>
              <a:gd name="connsiteX5" fmla="*/ 1156538 w 2812178"/>
              <a:gd name="connsiteY5" fmla="*/ 2749255 h 3190227"/>
              <a:gd name="connsiteX6" fmla="*/ 1151490 w 2812178"/>
              <a:gd name="connsiteY6" fmla="*/ 2742778 h 3190227"/>
              <a:gd name="connsiteX7" fmla="*/ 1146156 w 2812178"/>
              <a:gd name="connsiteY7" fmla="*/ 2730777 h 3190227"/>
              <a:gd name="connsiteX8" fmla="*/ 1111675 w 2812178"/>
              <a:gd name="connsiteY8" fmla="*/ 2741730 h 3190227"/>
              <a:gd name="connsiteX9" fmla="*/ 1093197 w 2812178"/>
              <a:gd name="connsiteY9" fmla="*/ 2746398 h 3190227"/>
              <a:gd name="connsiteX10" fmla="*/ 1070813 w 2812178"/>
              <a:gd name="connsiteY10" fmla="*/ 2777259 h 3190227"/>
              <a:gd name="connsiteX11" fmla="*/ 1059669 w 2812178"/>
              <a:gd name="connsiteY11" fmla="*/ 2804691 h 3190227"/>
              <a:gd name="connsiteX12" fmla="*/ 1101960 w 2812178"/>
              <a:gd name="connsiteY12" fmla="*/ 2813644 h 3190227"/>
              <a:gd name="connsiteX13" fmla="*/ 1135869 w 2812178"/>
              <a:gd name="connsiteY13" fmla="*/ 2755732 h 3190227"/>
              <a:gd name="connsiteX14" fmla="*/ 1137202 w 2812178"/>
              <a:gd name="connsiteY14" fmla="*/ 2775259 h 3190227"/>
              <a:gd name="connsiteX15" fmla="*/ 1156157 w 2812178"/>
              <a:gd name="connsiteY15" fmla="*/ 2771639 h 3190227"/>
              <a:gd name="connsiteX16" fmla="*/ 1181017 w 2812178"/>
              <a:gd name="connsiteY16" fmla="*/ 2763162 h 3190227"/>
              <a:gd name="connsiteX17" fmla="*/ 1273505 w 2812178"/>
              <a:gd name="connsiteY17" fmla="*/ 2732968 h 3190227"/>
              <a:gd name="connsiteX18" fmla="*/ 1281125 w 2812178"/>
              <a:gd name="connsiteY18" fmla="*/ 2724776 h 3190227"/>
              <a:gd name="connsiteX19" fmla="*/ 887457 w 2812178"/>
              <a:gd name="connsiteY19" fmla="*/ 2647339 h 3190227"/>
              <a:gd name="connsiteX20" fmla="*/ 923938 w 2812178"/>
              <a:gd name="connsiteY20" fmla="*/ 2656102 h 3190227"/>
              <a:gd name="connsiteX21" fmla="*/ 927462 w 2812178"/>
              <a:gd name="connsiteY21" fmla="*/ 2724396 h 3190227"/>
              <a:gd name="connsiteX22" fmla="*/ 917175 w 2812178"/>
              <a:gd name="connsiteY22" fmla="*/ 2753923 h 3190227"/>
              <a:gd name="connsiteX23" fmla="*/ 912889 w 2812178"/>
              <a:gd name="connsiteY23" fmla="*/ 2758877 h 3190227"/>
              <a:gd name="connsiteX24" fmla="*/ 914032 w 2812178"/>
              <a:gd name="connsiteY24" fmla="*/ 2751447 h 3190227"/>
              <a:gd name="connsiteX25" fmla="*/ 903936 w 2812178"/>
              <a:gd name="connsiteY25" fmla="*/ 2751352 h 3190227"/>
              <a:gd name="connsiteX26" fmla="*/ 834784 w 2812178"/>
              <a:gd name="connsiteY26" fmla="*/ 2792500 h 3190227"/>
              <a:gd name="connsiteX27" fmla="*/ 805542 w 2812178"/>
              <a:gd name="connsiteY27" fmla="*/ 2821456 h 3190227"/>
              <a:gd name="connsiteX28" fmla="*/ 754679 w 2812178"/>
              <a:gd name="connsiteY28" fmla="*/ 2841553 h 3190227"/>
              <a:gd name="connsiteX29" fmla="*/ 744011 w 2812178"/>
              <a:gd name="connsiteY29" fmla="*/ 2828314 h 3190227"/>
              <a:gd name="connsiteX30" fmla="*/ 736010 w 2812178"/>
              <a:gd name="connsiteY30" fmla="*/ 2812312 h 3190227"/>
              <a:gd name="connsiteX31" fmla="*/ 759060 w 2812178"/>
              <a:gd name="connsiteY31" fmla="*/ 2797262 h 3190227"/>
              <a:gd name="connsiteX32" fmla="*/ 770967 w 2812178"/>
              <a:gd name="connsiteY32" fmla="*/ 2797072 h 3190227"/>
              <a:gd name="connsiteX33" fmla="*/ 783159 w 2812178"/>
              <a:gd name="connsiteY33" fmla="*/ 2798119 h 3190227"/>
              <a:gd name="connsiteX34" fmla="*/ 777729 w 2812178"/>
              <a:gd name="connsiteY34" fmla="*/ 2786309 h 3190227"/>
              <a:gd name="connsiteX35" fmla="*/ 769062 w 2812178"/>
              <a:gd name="connsiteY35" fmla="*/ 2783070 h 3190227"/>
              <a:gd name="connsiteX36" fmla="*/ 791350 w 2812178"/>
              <a:gd name="connsiteY36" fmla="*/ 2772307 h 3190227"/>
              <a:gd name="connsiteX37" fmla="*/ 873075 w 2812178"/>
              <a:gd name="connsiteY37" fmla="*/ 2670675 h 3190227"/>
              <a:gd name="connsiteX38" fmla="*/ 878313 w 2812178"/>
              <a:gd name="connsiteY38" fmla="*/ 2663341 h 3190227"/>
              <a:gd name="connsiteX39" fmla="*/ 887457 w 2812178"/>
              <a:gd name="connsiteY39" fmla="*/ 2647339 h 3190227"/>
              <a:gd name="connsiteX40" fmla="*/ 1017473 w 2812178"/>
              <a:gd name="connsiteY40" fmla="*/ 2539230 h 3190227"/>
              <a:gd name="connsiteX41" fmla="*/ 1039380 w 2812178"/>
              <a:gd name="connsiteY41" fmla="*/ 2556851 h 3190227"/>
              <a:gd name="connsiteX42" fmla="*/ 1066241 w 2812178"/>
              <a:gd name="connsiteY42" fmla="*/ 2607333 h 3190227"/>
              <a:gd name="connsiteX43" fmla="*/ 1039285 w 2812178"/>
              <a:gd name="connsiteY43" fmla="*/ 2610096 h 3190227"/>
              <a:gd name="connsiteX44" fmla="*/ 1008710 w 2812178"/>
              <a:gd name="connsiteY44" fmla="*/ 2601618 h 3190227"/>
              <a:gd name="connsiteX45" fmla="*/ 997280 w 2812178"/>
              <a:gd name="connsiteY45" fmla="*/ 2624574 h 3190227"/>
              <a:gd name="connsiteX46" fmla="*/ 1004233 w 2812178"/>
              <a:gd name="connsiteY46" fmla="*/ 2630956 h 3190227"/>
              <a:gd name="connsiteX47" fmla="*/ 1008138 w 2812178"/>
              <a:gd name="connsiteY47" fmla="*/ 2654101 h 3190227"/>
              <a:gd name="connsiteX48" fmla="*/ 979563 w 2812178"/>
              <a:gd name="connsiteY48" fmla="*/ 2647243 h 3190227"/>
              <a:gd name="connsiteX49" fmla="*/ 974706 w 2812178"/>
              <a:gd name="connsiteY49" fmla="*/ 2623621 h 3190227"/>
              <a:gd name="connsiteX50" fmla="*/ 989184 w 2812178"/>
              <a:gd name="connsiteY50" fmla="*/ 2611715 h 3190227"/>
              <a:gd name="connsiteX51" fmla="*/ 991755 w 2812178"/>
              <a:gd name="connsiteY51" fmla="*/ 2605524 h 3190227"/>
              <a:gd name="connsiteX52" fmla="*/ 1017473 w 2812178"/>
              <a:gd name="connsiteY52" fmla="*/ 2539230 h 3190227"/>
              <a:gd name="connsiteX53" fmla="*/ 1597355 w 2812178"/>
              <a:gd name="connsiteY53" fmla="*/ 2388734 h 3190227"/>
              <a:gd name="connsiteX54" fmla="*/ 1604785 w 2812178"/>
              <a:gd name="connsiteY54" fmla="*/ 2390353 h 3190227"/>
              <a:gd name="connsiteX55" fmla="*/ 1644790 w 2812178"/>
              <a:gd name="connsiteY55" fmla="*/ 2427882 h 3190227"/>
              <a:gd name="connsiteX56" fmla="*/ 1657363 w 2812178"/>
              <a:gd name="connsiteY56" fmla="*/ 2429311 h 3190227"/>
              <a:gd name="connsiteX57" fmla="*/ 1683747 w 2812178"/>
              <a:gd name="connsiteY57" fmla="*/ 2425405 h 3190227"/>
              <a:gd name="connsiteX58" fmla="*/ 1720037 w 2812178"/>
              <a:gd name="connsiteY58" fmla="*/ 2439026 h 3190227"/>
              <a:gd name="connsiteX59" fmla="*/ 1765376 w 2812178"/>
              <a:gd name="connsiteY59" fmla="*/ 2443312 h 3190227"/>
              <a:gd name="connsiteX60" fmla="*/ 1787188 w 2812178"/>
              <a:gd name="connsiteY60" fmla="*/ 2445122 h 3190227"/>
              <a:gd name="connsiteX61" fmla="*/ 1801857 w 2812178"/>
              <a:gd name="connsiteY61" fmla="*/ 2436359 h 3190227"/>
              <a:gd name="connsiteX62" fmla="*/ 1820526 w 2812178"/>
              <a:gd name="connsiteY62" fmla="*/ 2427406 h 3190227"/>
              <a:gd name="connsiteX63" fmla="*/ 1828622 w 2812178"/>
              <a:gd name="connsiteY63" fmla="*/ 2441026 h 3190227"/>
              <a:gd name="connsiteX64" fmla="*/ 1853006 w 2812178"/>
              <a:gd name="connsiteY64" fmla="*/ 2461600 h 3190227"/>
              <a:gd name="connsiteX65" fmla="*/ 1858721 w 2812178"/>
              <a:gd name="connsiteY65" fmla="*/ 2450361 h 3190227"/>
              <a:gd name="connsiteX66" fmla="*/ 1861674 w 2812178"/>
              <a:gd name="connsiteY66" fmla="*/ 2433502 h 3190227"/>
              <a:gd name="connsiteX67" fmla="*/ 1871294 w 2812178"/>
              <a:gd name="connsiteY67" fmla="*/ 2428263 h 3190227"/>
              <a:gd name="connsiteX68" fmla="*/ 1873485 w 2812178"/>
              <a:gd name="connsiteY68" fmla="*/ 2437026 h 3190227"/>
              <a:gd name="connsiteX69" fmla="*/ 1891106 w 2812178"/>
              <a:gd name="connsiteY69" fmla="*/ 2465220 h 3190227"/>
              <a:gd name="connsiteX70" fmla="*/ 1891201 w 2812178"/>
              <a:gd name="connsiteY70" fmla="*/ 2470744 h 3190227"/>
              <a:gd name="connsiteX71" fmla="*/ 1910156 w 2812178"/>
              <a:gd name="connsiteY71" fmla="*/ 2504368 h 3190227"/>
              <a:gd name="connsiteX72" fmla="*/ 1920348 w 2812178"/>
              <a:gd name="connsiteY72" fmla="*/ 2510940 h 3190227"/>
              <a:gd name="connsiteX73" fmla="*/ 1921110 w 2812178"/>
              <a:gd name="connsiteY73" fmla="*/ 2484079 h 3190227"/>
              <a:gd name="connsiteX74" fmla="*/ 1925682 w 2812178"/>
              <a:gd name="connsiteY74" fmla="*/ 2474364 h 3190227"/>
              <a:gd name="connsiteX75" fmla="*/ 1935397 w 2812178"/>
              <a:gd name="connsiteY75" fmla="*/ 2482269 h 3190227"/>
              <a:gd name="connsiteX76" fmla="*/ 1935302 w 2812178"/>
              <a:gd name="connsiteY76" fmla="*/ 2497986 h 3190227"/>
              <a:gd name="connsiteX77" fmla="*/ 1950828 w 2812178"/>
              <a:gd name="connsiteY77" fmla="*/ 2532371 h 3190227"/>
              <a:gd name="connsiteX78" fmla="*/ 1957019 w 2812178"/>
              <a:gd name="connsiteY78" fmla="*/ 2554945 h 3190227"/>
              <a:gd name="connsiteX79" fmla="*/ 1931016 w 2812178"/>
              <a:gd name="connsiteY79" fmla="*/ 2615524 h 3190227"/>
              <a:gd name="connsiteX80" fmla="*/ 1905203 w 2812178"/>
              <a:gd name="connsiteY80" fmla="*/ 2626764 h 3190227"/>
              <a:gd name="connsiteX81" fmla="*/ 1828717 w 2812178"/>
              <a:gd name="connsiteY81" fmla="*/ 2601808 h 3190227"/>
              <a:gd name="connsiteX82" fmla="*/ 1708988 w 2812178"/>
              <a:gd name="connsiteY82" fmla="*/ 2573233 h 3190227"/>
              <a:gd name="connsiteX83" fmla="*/ 1604499 w 2812178"/>
              <a:gd name="connsiteY83" fmla="*/ 2558374 h 3190227"/>
              <a:gd name="connsiteX84" fmla="*/ 1638217 w 2812178"/>
              <a:gd name="connsiteY84" fmla="*/ 2591617 h 3190227"/>
              <a:gd name="connsiteX85" fmla="*/ 1698415 w 2812178"/>
              <a:gd name="connsiteY85" fmla="*/ 2647338 h 3190227"/>
              <a:gd name="connsiteX86" fmla="*/ 1697272 w 2812178"/>
              <a:gd name="connsiteY86" fmla="*/ 2670484 h 3190227"/>
              <a:gd name="connsiteX87" fmla="*/ 1632026 w 2812178"/>
              <a:gd name="connsiteY87" fmla="*/ 2622954 h 3190227"/>
              <a:gd name="connsiteX88" fmla="*/ 1646790 w 2812178"/>
              <a:gd name="connsiteY88" fmla="*/ 2647052 h 3190227"/>
              <a:gd name="connsiteX89" fmla="*/ 1611452 w 2812178"/>
              <a:gd name="connsiteY89" fmla="*/ 2643433 h 3190227"/>
              <a:gd name="connsiteX90" fmla="*/ 1567256 w 2812178"/>
              <a:gd name="connsiteY90" fmla="*/ 2636098 h 3190227"/>
              <a:gd name="connsiteX91" fmla="*/ 1510297 w 2812178"/>
              <a:gd name="connsiteY91" fmla="*/ 2672198 h 3190227"/>
              <a:gd name="connsiteX92" fmla="*/ 1503439 w 2812178"/>
              <a:gd name="connsiteY92" fmla="*/ 2682390 h 3190227"/>
              <a:gd name="connsiteX93" fmla="*/ 1499724 w 2812178"/>
              <a:gd name="connsiteY93" fmla="*/ 2704869 h 3190227"/>
              <a:gd name="connsiteX94" fmla="*/ 1509725 w 2812178"/>
              <a:gd name="connsiteY94" fmla="*/ 2706869 h 3190227"/>
              <a:gd name="connsiteX95" fmla="*/ 1522679 w 2812178"/>
              <a:gd name="connsiteY95" fmla="*/ 2688391 h 3190227"/>
              <a:gd name="connsiteX96" fmla="*/ 1532109 w 2812178"/>
              <a:gd name="connsiteY96" fmla="*/ 2677246 h 3190227"/>
              <a:gd name="connsiteX97" fmla="*/ 1548968 w 2812178"/>
              <a:gd name="connsiteY97" fmla="*/ 2663721 h 3190227"/>
              <a:gd name="connsiteX98" fmla="*/ 1561922 w 2812178"/>
              <a:gd name="connsiteY98" fmla="*/ 2652481 h 3190227"/>
              <a:gd name="connsiteX99" fmla="*/ 1653838 w 2812178"/>
              <a:gd name="connsiteY99" fmla="*/ 2681533 h 3190227"/>
              <a:gd name="connsiteX100" fmla="*/ 1676413 w 2812178"/>
              <a:gd name="connsiteY100" fmla="*/ 2681628 h 3190227"/>
              <a:gd name="connsiteX101" fmla="*/ 1685842 w 2812178"/>
              <a:gd name="connsiteY101" fmla="*/ 2683152 h 3190227"/>
              <a:gd name="connsiteX102" fmla="*/ 1710607 w 2812178"/>
              <a:gd name="connsiteY102" fmla="*/ 2702773 h 3190227"/>
              <a:gd name="connsiteX103" fmla="*/ 1716227 w 2812178"/>
              <a:gd name="connsiteY103" fmla="*/ 2706202 h 3190227"/>
              <a:gd name="connsiteX104" fmla="*/ 1749184 w 2812178"/>
              <a:gd name="connsiteY104" fmla="*/ 2716680 h 3190227"/>
              <a:gd name="connsiteX105" fmla="*/ 1755184 w 2812178"/>
              <a:gd name="connsiteY105" fmla="*/ 2716203 h 3190227"/>
              <a:gd name="connsiteX106" fmla="*/ 1769948 w 2812178"/>
              <a:gd name="connsiteY106" fmla="*/ 2716680 h 3190227"/>
              <a:gd name="connsiteX107" fmla="*/ 1780426 w 2812178"/>
              <a:gd name="connsiteY107" fmla="*/ 2717823 h 3190227"/>
              <a:gd name="connsiteX108" fmla="*/ 1791760 w 2812178"/>
              <a:gd name="connsiteY108" fmla="*/ 2687057 h 3190227"/>
              <a:gd name="connsiteX109" fmla="*/ 1797475 w 2812178"/>
              <a:gd name="connsiteY109" fmla="*/ 2678389 h 3190227"/>
              <a:gd name="connsiteX110" fmla="*/ 1825669 w 2812178"/>
              <a:gd name="connsiteY110" fmla="*/ 2683533 h 3190227"/>
              <a:gd name="connsiteX111" fmla="*/ 1857197 w 2812178"/>
              <a:gd name="connsiteY111" fmla="*/ 2711727 h 3190227"/>
              <a:gd name="connsiteX112" fmla="*/ 1867103 w 2812178"/>
              <a:gd name="connsiteY112" fmla="*/ 2724871 h 3190227"/>
              <a:gd name="connsiteX113" fmla="*/ 1877962 w 2812178"/>
              <a:gd name="connsiteY113" fmla="*/ 2711155 h 3190227"/>
              <a:gd name="connsiteX114" fmla="*/ 1873104 w 2812178"/>
              <a:gd name="connsiteY114" fmla="*/ 2693534 h 3190227"/>
              <a:gd name="connsiteX115" fmla="*/ 1857007 w 2812178"/>
              <a:gd name="connsiteY115" fmla="*/ 2680961 h 3190227"/>
              <a:gd name="connsiteX116" fmla="*/ 1853959 w 2812178"/>
              <a:gd name="connsiteY116" fmla="*/ 2673532 h 3190227"/>
              <a:gd name="connsiteX117" fmla="*/ 1862055 w 2812178"/>
              <a:gd name="connsiteY117" fmla="*/ 2670388 h 3190227"/>
              <a:gd name="connsiteX118" fmla="*/ 1927968 w 2812178"/>
              <a:gd name="connsiteY118" fmla="*/ 2739635 h 3190227"/>
              <a:gd name="connsiteX119" fmla="*/ 1914728 w 2812178"/>
              <a:gd name="connsiteY119" fmla="*/ 2788308 h 3190227"/>
              <a:gd name="connsiteX120" fmla="*/ 1908727 w 2812178"/>
              <a:gd name="connsiteY120" fmla="*/ 2816978 h 3190227"/>
              <a:gd name="connsiteX121" fmla="*/ 1875580 w 2812178"/>
              <a:gd name="connsiteY121" fmla="*/ 2840124 h 3190227"/>
              <a:gd name="connsiteX122" fmla="*/ 1704130 w 2812178"/>
              <a:gd name="connsiteY122" fmla="*/ 2838409 h 3190227"/>
              <a:gd name="connsiteX123" fmla="*/ 1657553 w 2812178"/>
              <a:gd name="connsiteY123" fmla="*/ 2838886 h 3190227"/>
              <a:gd name="connsiteX124" fmla="*/ 1639551 w 2812178"/>
              <a:gd name="connsiteY124" fmla="*/ 2851935 h 3190227"/>
              <a:gd name="connsiteX125" fmla="*/ 1646218 w 2812178"/>
              <a:gd name="connsiteY125" fmla="*/ 2862888 h 3190227"/>
              <a:gd name="connsiteX126" fmla="*/ 1644790 w 2812178"/>
              <a:gd name="connsiteY126" fmla="*/ 2882224 h 3190227"/>
              <a:gd name="connsiteX127" fmla="*/ 1648314 w 2812178"/>
              <a:gd name="connsiteY127" fmla="*/ 2913466 h 3190227"/>
              <a:gd name="connsiteX128" fmla="*/ 1657839 w 2812178"/>
              <a:gd name="connsiteY128" fmla="*/ 2920896 h 3190227"/>
              <a:gd name="connsiteX129" fmla="*/ 1672317 w 2812178"/>
              <a:gd name="connsiteY129" fmla="*/ 2910133 h 3190227"/>
              <a:gd name="connsiteX130" fmla="*/ 1690795 w 2812178"/>
              <a:gd name="connsiteY130" fmla="*/ 2910990 h 3190227"/>
              <a:gd name="connsiteX131" fmla="*/ 1707464 w 2812178"/>
              <a:gd name="connsiteY131" fmla="*/ 2920705 h 3190227"/>
              <a:gd name="connsiteX132" fmla="*/ 1741564 w 2812178"/>
              <a:gd name="connsiteY132" fmla="*/ 2933278 h 3190227"/>
              <a:gd name="connsiteX133" fmla="*/ 1755946 w 2812178"/>
              <a:gd name="connsiteY133" fmla="*/ 2931087 h 3190227"/>
              <a:gd name="connsiteX134" fmla="*/ 1793094 w 2812178"/>
              <a:gd name="connsiteY134" fmla="*/ 2928611 h 3190227"/>
              <a:gd name="connsiteX135" fmla="*/ 1826146 w 2812178"/>
              <a:gd name="connsiteY135" fmla="*/ 2942613 h 3190227"/>
              <a:gd name="connsiteX136" fmla="*/ 1837099 w 2812178"/>
              <a:gd name="connsiteY136" fmla="*/ 2930992 h 3190227"/>
              <a:gd name="connsiteX137" fmla="*/ 1850244 w 2812178"/>
              <a:gd name="connsiteY137" fmla="*/ 2929754 h 3190227"/>
              <a:gd name="connsiteX138" fmla="*/ 1857197 w 2812178"/>
              <a:gd name="connsiteY138" fmla="*/ 2926039 h 3190227"/>
              <a:gd name="connsiteX139" fmla="*/ 1855864 w 2812178"/>
              <a:gd name="connsiteY139" fmla="*/ 2915276 h 3190227"/>
              <a:gd name="connsiteX140" fmla="*/ 1857483 w 2812178"/>
              <a:gd name="connsiteY140" fmla="*/ 2901179 h 3190227"/>
              <a:gd name="connsiteX141" fmla="*/ 1896726 w 2812178"/>
              <a:gd name="connsiteY141" fmla="*/ 2882129 h 3190227"/>
              <a:gd name="connsiteX142" fmla="*/ 1903679 w 2812178"/>
              <a:gd name="connsiteY142" fmla="*/ 2890892 h 3190227"/>
              <a:gd name="connsiteX143" fmla="*/ 1906632 w 2812178"/>
              <a:gd name="connsiteY143" fmla="*/ 2927563 h 3190227"/>
              <a:gd name="connsiteX144" fmla="*/ 1854149 w 2812178"/>
              <a:gd name="connsiteY144" fmla="*/ 3034529 h 3190227"/>
              <a:gd name="connsiteX145" fmla="*/ 1818430 w 2812178"/>
              <a:gd name="connsiteY145" fmla="*/ 3061199 h 3190227"/>
              <a:gd name="connsiteX146" fmla="*/ 1783378 w 2812178"/>
              <a:gd name="connsiteY146" fmla="*/ 3119206 h 3190227"/>
              <a:gd name="connsiteX147" fmla="*/ 1803571 w 2812178"/>
              <a:gd name="connsiteY147" fmla="*/ 3147019 h 3190227"/>
              <a:gd name="connsiteX148" fmla="*/ 1644409 w 2812178"/>
              <a:gd name="connsiteY148" fmla="*/ 3152353 h 3190227"/>
              <a:gd name="connsiteX149" fmla="*/ 1487341 w 2812178"/>
              <a:gd name="connsiteY149" fmla="*/ 3158735 h 3190227"/>
              <a:gd name="connsiteX150" fmla="*/ 1416571 w 2812178"/>
              <a:gd name="connsiteY150" fmla="*/ 3161402 h 3190227"/>
              <a:gd name="connsiteX151" fmla="*/ 1257313 w 2812178"/>
              <a:gd name="connsiteY151" fmla="*/ 3166450 h 3190227"/>
              <a:gd name="connsiteX152" fmla="*/ 1176160 w 2812178"/>
              <a:gd name="connsiteY152" fmla="*/ 3171403 h 3190227"/>
              <a:gd name="connsiteX153" fmla="*/ 1040143 w 2812178"/>
              <a:gd name="connsiteY153" fmla="*/ 3176261 h 3190227"/>
              <a:gd name="connsiteX154" fmla="*/ 905840 w 2812178"/>
              <a:gd name="connsiteY154" fmla="*/ 3182167 h 3190227"/>
              <a:gd name="connsiteX155" fmla="*/ 883266 w 2812178"/>
              <a:gd name="connsiteY155" fmla="*/ 3178928 h 3190227"/>
              <a:gd name="connsiteX156" fmla="*/ 906602 w 2812178"/>
              <a:gd name="connsiteY156" fmla="*/ 3172832 h 3190227"/>
              <a:gd name="connsiteX157" fmla="*/ 869740 w 2812178"/>
              <a:gd name="connsiteY157" fmla="*/ 3175785 h 3190227"/>
              <a:gd name="connsiteX158" fmla="*/ 853929 w 2812178"/>
              <a:gd name="connsiteY158" fmla="*/ 3181976 h 3190227"/>
              <a:gd name="connsiteX159" fmla="*/ 728675 w 2812178"/>
              <a:gd name="connsiteY159" fmla="*/ 3189977 h 3190227"/>
              <a:gd name="connsiteX160" fmla="*/ 710197 w 2812178"/>
              <a:gd name="connsiteY160" fmla="*/ 3183405 h 3190227"/>
              <a:gd name="connsiteX161" fmla="*/ 708482 w 2812178"/>
              <a:gd name="connsiteY161" fmla="*/ 3172070 h 3190227"/>
              <a:gd name="connsiteX162" fmla="*/ 716864 w 2812178"/>
              <a:gd name="connsiteY162" fmla="*/ 3177499 h 3190227"/>
              <a:gd name="connsiteX163" fmla="*/ 733247 w 2812178"/>
              <a:gd name="connsiteY163" fmla="*/ 3182357 h 3190227"/>
              <a:gd name="connsiteX164" fmla="*/ 855072 w 2812178"/>
              <a:gd name="connsiteY164" fmla="*/ 3173689 h 3190227"/>
              <a:gd name="connsiteX165" fmla="*/ 811638 w 2812178"/>
              <a:gd name="connsiteY165" fmla="*/ 3158163 h 3190227"/>
              <a:gd name="connsiteX166" fmla="*/ 829164 w 2812178"/>
              <a:gd name="connsiteY166" fmla="*/ 3141685 h 3190227"/>
              <a:gd name="connsiteX167" fmla="*/ 814686 w 2812178"/>
              <a:gd name="connsiteY167" fmla="*/ 3144352 h 3190227"/>
              <a:gd name="connsiteX168" fmla="*/ 822592 w 2812178"/>
              <a:gd name="connsiteY168" fmla="*/ 3105109 h 3190227"/>
              <a:gd name="connsiteX169" fmla="*/ 776395 w 2812178"/>
              <a:gd name="connsiteY169" fmla="*/ 3101966 h 3190227"/>
              <a:gd name="connsiteX170" fmla="*/ 768871 w 2812178"/>
              <a:gd name="connsiteY170" fmla="*/ 3088250 h 3190227"/>
              <a:gd name="connsiteX171" fmla="*/ 761346 w 2812178"/>
              <a:gd name="connsiteY171" fmla="*/ 3071105 h 3190227"/>
              <a:gd name="connsiteX172" fmla="*/ 745249 w 2812178"/>
              <a:gd name="connsiteY172" fmla="*/ 3060818 h 3190227"/>
              <a:gd name="connsiteX173" fmla="*/ 742963 w 2812178"/>
              <a:gd name="connsiteY173" fmla="*/ 3024623 h 3190227"/>
              <a:gd name="connsiteX174" fmla="*/ 746582 w 2812178"/>
              <a:gd name="connsiteY174" fmla="*/ 3010526 h 3190227"/>
              <a:gd name="connsiteX175" fmla="*/ 724008 w 2812178"/>
              <a:gd name="connsiteY175" fmla="*/ 2984713 h 3190227"/>
              <a:gd name="connsiteX176" fmla="*/ 680860 w 2812178"/>
              <a:gd name="connsiteY176" fmla="*/ 2980808 h 3190227"/>
              <a:gd name="connsiteX177" fmla="*/ 665524 w 2812178"/>
              <a:gd name="connsiteY177" fmla="*/ 2974617 h 3190227"/>
              <a:gd name="connsiteX178" fmla="*/ 675430 w 2812178"/>
              <a:gd name="connsiteY178" fmla="*/ 2965568 h 3190227"/>
              <a:gd name="connsiteX179" fmla="*/ 688099 w 2812178"/>
              <a:gd name="connsiteY179" fmla="*/ 2937564 h 3190227"/>
              <a:gd name="connsiteX180" fmla="*/ 699243 w 2812178"/>
              <a:gd name="connsiteY180" fmla="*/ 2933564 h 3190227"/>
              <a:gd name="connsiteX181" fmla="*/ 709625 w 2812178"/>
              <a:gd name="connsiteY181" fmla="*/ 2932040 h 3190227"/>
              <a:gd name="connsiteX182" fmla="*/ 749821 w 2812178"/>
              <a:gd name="connsiteY182" fmla="*/ 2910609 h 3190227"/>
              <a:gd name="connsiteX183" fmla="*/ 768204 w 2812178"/>
              <a:gd name="connsiteY183" fmla="*/ 2902512 h 3190227"/>
              <a:gd name="connsiteX184" fmla="*/ 804018 w 2812178"/>
              <a:gd name="connsiteY184" fmla="*/ 2880986 h 3190227"/>
              <a:gd name="connsiteX185" fmla="*/ 814305 w 2812178"/>
              <a:gd name="connsiteY185" fmla="*/ 2869461 h 3190227"/>
              <a:gd name="connsiteX186" fmla="*/ 874884 w 2812178"/>
              <a:gd name="connsiteY186" fmla="*/ 2849077 h 3190227"/>
              <a:gd name="connsiteX187" fmla="*/ 929938 w 2812178"/>
              <a:gd name="connsiteY187" fmla="*/ 2842124 h 3190227"/>
              <a:gd name="connsiteX188" fmla="*/ 942797 w 2812178"/>
              <a:gd name="connsiteY188" fmla="*/ 2843553 h 3190227"/>
              <a:gd name="connsiteX189" fmla="*/ 965848 w 2812178"/>
              <a:gd name="connsiteY189" fmla="*/ 2849553 h 3190227"/>
              <a:gd name="connsiteX190" fmla="*/ 973277 w 2812178"/>
              <a:gd name="connsiteY190" fmla="*/ 2846125 h 3190227"/>
              <a:gd name="connsiteX191" fmla="*/ 998995 w 2812178"/>
              <a:gd name="connsiteY191" fmla="*/ 2804595 h 3190227"/>
              <a:gd name="connsiteX192" fmla="*/ 1003090 w 2812178"/>
              <a:gd name="connsiteY192" fmla="*/ 2795833 h 3190227"/>
              <a:gd name="connsiteX193" fmla="*/ 992899 w 2812178"/>
              <a:gd name="connsiteY193" fmla="*/ 2794023 h 3190227"/>
              <a:gd name="connsiteX194" fmla="*/ 927557 w 2812178"/>
              <a:gd name="connsiteY194" fmla="*/ 2797833 h 3190227"/>
              <a:gd name="connsiteX195" fmla="*/ 957847 w 2812178"/>
              <a:gd name="connsiteY195" fmla="*/ 2777544 h 3190227"/>
              <a:gd name="connsiteX196" fmla="*/ 973753 w 2812178"/>
              <a:gd name="connsiteY196" fmla="*/ 2762114 h 3190227"/>
              <a:gd name="connsiteX197" fmla="*/ 976516 w 2812178"/>
              <a:gd name="connsiteY197" fmla="*/ 2756589 h 3190227"/>
              <a:gd name="connsiteX198" fmla="*/ 980230 w 2812178"/>
              <a:gd name="connsiteY198" fmla="*/ 2743636 h 3190227"/>
              <a:gd name="connsiteX199" fmla="*/ 1057478 w 2812178"/>
              <a:gd name="connsiteY199" fmla="*/ 2701440 h 3190227"/>
              <a:gd name="connsiteX200" fmla="*/ 1110628 w 2812178"/>
              <a:gd name="connsiteY200" fmla="*/ 2666483 h 3190227"/>
              <a:gd name="connsiteX201" fmla="*/ 1133583 w 2812178"/>
              <a:gd name="connsiteY201" fmla="*/ 2659053 h 3190227"/>
              <a:gd name="connsiteX202" fmla="*/ 1142917 w 2812178"/>
              <a:gd name="connsiteY202" fmla="*/ 2675532 h 3190227"/>
              <a:gd name="connsiteX203" fmla="*/ 1187971 w 2812178"/>
              <a:gd name="connsiteY203" fmla="*/ 2628097 h 3190227"/>
              <a:gd name="connsiteX204" fmla="*/ 1174255 w 2812178"/>
              <a:gd name="connsiteY204" fmla="*/ 2618572 h 3190227"/>
              <a:gd name="connsiteX205" fmla="*/ 1186256 w 2812178"/>
              <a:gd name="connsiteY205" fmla="*/ 2610667 h 3190227"/>
              <a:gd name="connsiteX206" fmla="*/ 1217593 w 2812178"/>
              <a:gd name="connsiteY206" fmla="*/ 2591236 h 3190227"/>
              <a:gd name="connsiteX207" fmla="*/ 1246454 w 2812178"/>
              <a:gd name="connsiteY207" fmla="*/ 2570661 h 3190227"/>
              <a:gd name="connsiteX208" fmla="*/ 1323607 w 2812178"/>
              <a:gd name="connsiteY208" fmla="*/ 2522370 h 3190227"/>
              <a:gd name="connsiteX209" fmla="*/ 1345609 w 2812178"/>
              <a:gd name="connsiteY209" fmla="*/ 2513893 h 3190227"/>
              <a:gd name="connsiteX210" fmla="*/ 1385805 w 2812178"/>
              <a:gd name="connsiteY210" fmla="*/ 2507701 h 3190227"/>
              <a:gd name="connsiteX211" fmla="*/ 1416856 w 2812178"/>
              <a:gd name="connsiteY211" fmla="*/ 2470268 h 3190227"/>
              <a:gd name="connsiteX212" fmla="*/ 1421143 w 2812178"/>
              <a:gd name="connsiteY212" fmla="*/ 2463696 h 3190227"/>
              <a:gd name="connsiteX213" fmla="*/ 1426953 w 2812178"/>
              <a:gd name="connsiteY213" fmla="*/ 2469506 h 3190227"/>
              <a:gd name="connsiteX214" fmla="*/ 1439812 w 2812178"/>
              <a:gd name="connsiteY214" fmla="*/ 2482555 h 3190227"/>
              <a:gd name="connsiteX215" fmla="*/ 1443717 w 2812178"/>
              <a:gd name="connsiteY215" fmla="*/ 2489223 h 3190227"/>
              <a:gd name="connsiteX216" fmla="*/ 1443241 w 2812178"/>
              <a:gd name="connsiteY216" fmla="*/ 2501891 h 3190227"/>
              <a:gd name="connsiteX217" fmla="*/ 1459433 w 2812178"/>
              <a:gd name="connsiteY217" fmla="*/ 2499891 h 3190227"/>
              <a:gd name="connsiteX218" fmla="*/ 1497438 w 2812178"/>
              <a:gd name="connsiteY218" fmla="*/ 2475507 h 3190227"/>
              <a:gd name="connsiteX219" fmla="*/ 1546492 w 2812178"/>
              <a:gd name="connsiteY219" fmla="*/ 2473983 h 3190227"/>
              <a:gd name="connsiteX220" fmla="*/ 1532014 w 2812178"/>
              <a:gd name="connsiteY220" fmla="*/ 2462172 h 3190227"/>
              <a:gd name="connsiteX221" fmla="*/ 1490675 w 2812178"/>
              <a:gd name="connsiteY221" fmla="*/ 2432930 h 3190227"/>
              <a:gd name="connsiteX222" fmla="*/ 1465243 w 2812178"/>
              <a:gd name="connsiteY222" fmla="*/ 2461124 h 3190227"/>
              <a:gd name="connsiteX223" fmla="*/ 1459814 w 2812178"/>
              <a:gd name="connsiteY223" fmla="*/ 2448551 h 3190227"/>
              <a:gd name="connsiteX224" fmla="*/ 1544872 w 2812178"/>
              <a:gd name="connsiteY224" fmla="*/ 2400736 h 3190227"/>
              <a:gd name="connsiteX225" fmla="*/ 1597355 w 2812178"/>
              <a:gd name="connsiteY225" fmla="*/ 2388734 h 3190227"/>
              <a:gd name="connsiteX226" fmla="*/ 1304176 w 2812178"/>
              <a:gd name="connsiteY226" fmla="*/ 2355707 h 3190227"/>
              <a:gd name="connsiteX227" fmla="*/ 1312367 w 2812178"/>
              <a:gd name="connsiteY227" fmla="*/ 2357017 h 3190227"/>
              <a:gd name="connsiteX228" fmla="*/ 1308176 w 2812178"/>
              <a:gd name="connsiteY228" fmla="*/ 2384734 h 3190227"/>
              <a:gd name="connsiteX229" fmla="*/ 1301318 w 2812178"/>
              <a:gd name="connsiteY229" fmla="*/ 2401117 h 3190227"/>
              <a:gd name="connsiteX230" fmla="*/ 1283411 w 2812178"/>
              <a:gd name="connsiteY230" fmla="*/ 2422263 h 3190227"/>
              <a:gd name="connsiteX231" fmla="*/ 1281602 w 2812178"/>
              <a:gd name="connsiteY231" fmla="*/ 2441408 h 3190227"/>
              <a:gd name="connsiteX232" fmla="*/ 1286745 w 2812178"/>
              <a:gd name="connsiteY232" fmla="*/ 2445790 h 3190227"/>
              <a:gd name="connsiteX233" fmla="*/ 1309891 w 2812178"/>
              <a:gd name="connsiteY233" fmla="*/ 2464363 h 3190227"/>
              <a:gd name="connsiteX234" fmla="*/ 1288174 w 2812178"/>
              <a:gd name="connsiteY234" fmla="*/ 2482080 h 3190227"/>
              <a:gd name="connsiteX235" fmla="*/ 1276839 w 2812178"/>
              <a:gd name="connsiteY235" fmla="*/ 2513608 h 3190227"/>
              <a:gd name="connsiteX236" fmla="*/ 1266457 w 2812178"/>
              <a:gd name="connsiteY236" fmla="*/ 2528943 h 3190227"/>
              <a:gd name="connsiteX237" fmla="*/ 1197210 w 2812178"/>
              <a:gd name="connsiteY237" fmla="*/ 2564376 h 3190227"/>
              <a:gd name="connsiteX238" fmla="*/ 1178065 w 2812178"/>
              <a:gd name="connsiteY238" fmla="*/ 2587807 h 3190227"/>
              <a:gd name="connsiteX239" fmla="*/ 1169873 w 2812178"/>
              <a:gd name="connsiteY239" fmla="*/ 2593141 h 3190227"/>
              <a:gd name="connsiteX240" fmla="*/ 1162349 w 2812178"/>
              <a:gd name="connsiteY240" fmla="*/ 2599904 h 3190227"/>
              <a:gd name="connsiteX241" fmla="*/ 1154348 w 2812178"/>
              <a:gd name="connsiteY241" fmla="*/ 2610667 h 3190227"/>
              <a:gd name="connsiteX242" fmla="*/ 1147585 w 2812178"/>
              <a:gd name="connsiteY242" fmla="*/ 2598761 h 3190227"/>
              <a:gd name="connsiteX243" fmla="*/ 1156538 w 2812178"/>
              <a:gd name="connsiteY243" fmla="*/ 2557994 h 3190227"/>
              <a:gd name="connsiteX244" fmla="*/ 1161301 w 2812178"/>
              <a:gd name="connsiteY244" fmla="*/ 2518275 h 3190227"/>
              <a:gd name="connsiteX245" fmla="*/ 1210355 w 2812178"/>
              <a:gd name="connsiteY245" fmla="*/ 2520751 h 3190227"/>
              <a:gd name="connsiteX246" fmla="*/ 1218260 w 2812178"/>
              <a:gd name="connsiteY246" fmla="*/ 2513893 h 3190227"/>
              <a:gd name="connsiteX247" fmla="*/ 1231310 w 2812178"/>
              <a:gd name="connsiteY247" fmla="*/ 2493510 h 3190227"/>
              <a:gd name="connsiteX248" fmla="*/ 1234167 w 2812178"/>
              <a:gd name="connsiteY248" fmla="*/ 2469031 h 3190227"/>
              <a:gd name="connsiteX249" fmla="*/ 1237025 w 2812178"/>
              <a:gd name="connsiteY249" fmla="*/ 2457315 h 3190227"/>
              <a:gd name="connsiteX250" fmla="*/ 1258932 w 2812178"/>
              <a:gd name="connsiteY250" fmla="*/ 2422644 h 3190227"/>
              <a:gd name="connsiteX251" fmla="*/ 1273029 w 2812178"/>
              <a:gd name="connsiteY251" fmla="*/ 2377400 h 3190227"/>
              <a:gd name="connsiteX252" fmla="*/ 1293698 w 2812178"/>
              <a:gd name="connsiteY252" fmla="*/ 2357683 h 3190227"/>
              <a:gd name="connsiteX253" fmla="*/ 1304176 w 2812178"/>
              <a:gd name="connsiteY253" fmla="*/ 2355707 h 3190227"/>
              <a:gd name="connsiteX254" fmla="*/ 1255312 w 2812178"/>
              <a:gd name="connsiteY254" fmla="*/ 2320441 h 3190227"/>
              <a:gd name="connsiteX255" fmla="*/ 1264075 w 2812178"/>
              <a:gd name="connsiteY255" fmla="*/ 2324727 h 3190227"/>
              <a:gd name="connsiteX256" fmla="*/ 1259789 w 2812178"/>
              <a:gd name="connsiteY256" fmla="*/ 2333204 h 3190227"/>
              <a:gd name="connsiteX257" fmla="*/ 1213212 w 2812178"/>
              <a:gd name="connsiteY257" fmla="*/ 2388354 h 3190227"/>
              <a:gd name="connsiteX258" fmla="*/ 1191304 w 2812178"/>
              <a:gd name="connsiteY258" fmla="*/ 2422358 h 3190227"/>
              <a:gd name="connsiteX259" fmla="*/ 1162634 w 2812178"/>
              <a:gd name="connsiteY259" fmla="*/ 2415500 h 3190227"/>
              <a:gd name="connsiteX260" fmla="*/ 1195495 w 2812178"/>
              <a:gd name="connsiteY260" fmla="*/ 2358255 h 3190227"/>
              <a:gd name="connsiteX261" fmla="*/ 1193495 w 2812178"/>
              <a:gd name="connsiteY261" fmla="*/ 2350349 h 3190227"/>
              <a:gd name="connsiteX262" fmla="*/ 1211021 w 2812178"/>
              <a:gd name="connsiteY262" fmla="*/ 2330061 h 3190227"/>
              <a:gd name="connsiteX263" fmla="*/ 1232928 w 2812178"/>
              <a:gd name="connsiteY263" fmla="*/ 2323584 h 3190227"/>
              <a:gd name="connsiteX264" fmla="*/ 1255312 w 2812178"/>
              <a:gd name="connsiteY264" fmla="*/ 2320441 h 3190227"/>
              <a:gd name="connsiteX265" fmla="*/ 1875390 w 2812178"/>
              <a:gd name="connsiteY265" fmla="*/ 2194139 h 3190227"/>
              <a:gd name="connsiteX266" fmla="*/ 1885677 w 2812178"/>
              <a:gd name="connsiteY266" fmla="*/ 2200711 h 3190227"/>
              <a:gd name="connsiteX267" fmla="*/ 1898059 w 2812178"/>
              <a:gd name="connsiteY267" fmla="*/ 2216904 h 3190227"/>
              <a:gd name="connsiteX268" fmla="*/ 1918633 w 2812178"/>
              <a:gd name="connsiteY268" fmla="*/ 2220809 h 3190227"/>
              <a:gd name="connsiteX269" fmla="*/ 1943589 w 2812178"/>
              <a:gd name="connsiteY269" fmla="*/ 2235763 h 3190227"/>
              <a:gd name="connsiteX270" fmla="*/ 1946256 w 2812178"/>
              <a:gd name="connsiteY270" fmla="*/ 2317202 h 3190227"/>
              <a:gd name="connsiteX271" fmla="*/ 1938445 w 2812178"/>
              <a:gd name="connsiteY271" fmla="*/ 2372256 h 3190227"/>
              <a:gd name="connsiteX272" fmla="*/ 1947304 w 2812178"/>
              <a:gd name="connsiteY272" fmla="*/ 2365970 h 3190227"/>
              <a:gd name="connsiteX273" fmla="*/ 1958829 w 2812178"/>
              <a:gd name="connsiteY273" fmla="*/ 2364160 h 3190227"/>
              <a:gd name="connsiteX274" fmla="*/ 1953781 w 2812178"/>
              <a:gd name="connsiteY274" fmla="*/ 2374257 h 3190227"/>
              <a:gd name="connsiteX275" fmla="*/ 1921491 w 2812178"/>
              <a:gd name="connsiteY275" fmla="*/ 2379210 h 3190227"/>
              <a:gd name="connsiteX276" fmla="*/ 1781378 w 2812178"/>
              <a:gd name="connsiteY276" fmla="*/ 2340729 h 3190227"/>
              <a:gd name="connsiteX277" fmla="*/ 1615453 w 2812178"/>
              <a:gd name="connsiteY277" fmla="*/ 2299676 h 3190227"/>
              <a:gd name="connsiteX278" fmla="*/ 1578972 w 2812178"/>
              <a:gd name="connsiteY278" fmla="*/ 2277102 h 3190227"/>
              <a:gd name="connsiteX279" fmla="*/ 1576210 w 2812178"/>
              <a:gd name="connsiteY279" fmla="*/ 2263481 h 3190227"/>
              <a:gd name="connsiteX280" fmla="*/ 1589545 w 2812178"/>
              <a:gd name="connsiteY280" fmla="*/ 2264624 h 3190227"/>
              <a:gd name="connsiteX281" fmla="*/ 1604689 w 2812178"/>
              <a:gd name="connsiteY281" fmla="*/ 2269482 h 3190227"/>
              <a:gd name="connsiteX282" fmla="*/ 1650600 w 2812178"/>
              <a:gd name="connsiteY282" fmla="*/ 2254527 h 3190227"/>
              <a:gd name="connsiteX283" fmla="*/ 1680032 w 2812178"/>
              <a:gd name="connsiteY283" fmla="*/ 2229858 h 3190227"/>
              <a:gd name="connsiteX284" fmla="*/ 1689462 w 2812178"/>
              <a:gd name="connsiteY284" fmla="*/ 2215951 h 3190227"/>
              <a:gd name="connsiteX285" fmla="*/ 1695082 w 2812178"/>
              <a:gd name="connsiteY285" fmla="*/ 2262147 h 3190227"/>
              <a:gd name="connsiteX286" fmla="*/ 1697844 w 2812178"/>
              <a:gd name="connsiteY286" fmla="*/ 2272339 h 3190227"/>
              <a:gd name="connsiteX287" fmla="*/ 1709655 w 2812178"/>
              <a:gd name="connsiteY287" fmla="*/ 2266529 h 3190227"/>
              <a:gd name="connsiteX288" fmla="*/ 1718704 w 2812178"/>
              <a:gd name="connsiteY288" fmla="*/ 2233763 h 3190227"/>
              <a:gd name="connsiteX289" fmla="*/ 1741278 w 2812178"/>
              <a:gd name="connsiteY289" fmla="*/ 2214141 h 3190227"/>
              <a:gd name="connsiteX290" fmla="*/ 1774901 w 2812178"/>
              <a:gd name="connsiteY290" fmla="*/ 2213284 h 3190227"/>
              <a:gd name="connsiteX291" fmla="*/ 1796523 w 2812178"/>
              <a:gd name="connsiteY291" fmla="*/ 2218047 h 3190227"/>
              <a:gd name="connsiteX292" fmla="*/ 1813763 w 2812178"/>
              <a:gd name="connsiteY292" fmla="*/ 2213094 h 3190227"/>
              <a:gd name="connsiteX293" fmla="*/ 1845862 w 2812178"/>
              <a:gd name="connsiteY293" fmla="*/ 2212522 h 3190227"/>
              <a:gd name="connsiteX294" fmla="*/ 1868913 w 2812178"/>
              <a:gd name="connsiteY294" fmla="*/ 2202616 h 3190227"/>
              <a:gd name="connsiteX295" fmla="*/ 1875390 w 2812178"/>
              <a:gd name="connsiteY295" fmla="*/ 2194139 h 3190227"/>
              <a:gd name="connsiteX296" fmla="*/ 1718508 w 2812178"/>
              <a:gd name="connsiteY296" fmla="*/ 2011518 h 3190227"/>
              <a:gd name="connsiteX297" fmla="*/ 1708702 w 2812178"/>
              <a:gd name="connsiteY297" fmla="*/ 2013926 h 3190227"/>
              <a:gd name="connsiteX298" fmla="*/ 1685747 w 2812178"/>
              <a:gd name="connsiteY298" fmla="*/ 2018498 h 3190227"/>
              <a:gd name="connsiteX299" fmla="*/ 1694415 w 2812178"/>
              <a:gd name="connsiteY299" fmla="*/ 2045263 h 3190227"/>
              <a:gd name="connsiteX300" fmla="*/ 1713274 w 2812178"/>
              <a:gd name="connsiteY300" fmla="*/ 2061170 h 3190227"/>
              <a:gd name="connsiteX301" fmla="*/ 1741944 w 2812178"/>
              <a:gd name="connsiteY301" fmla="*/ 2047550 h 3190227"/>
              <a:gd name="connsiteX302" fmla="*/ 1739658 w 2812178"/>
              <a:gd name="connsiteY302" fmla="*/ 2028690 h 3190227"/>
              <a:gd name="connsiteX303" fmla="*/ 1718508 w 2812178"/>
              <a:gd name="connsiteY303" fmla="*/ 2011518 h 3190227"/>
              <a:gd name="connsiteX304" fmla="*/ 1397806 w 2812178"/>
              <a:gd name="connsiteY304" fmla="*/ 1996781 h 3190227"/>
              <a:gd name="connsiteX305" fmla="*/ 1400950 w 2812178"/>
              <a:gd name="connsiteY305" fmla="*/ 2008497 h 3190227"/>
              <a:gd name="connsiteX306" fmla="*/ 1419714 w 2812178"/>
              <a:gd name="connsiteY306" fmla="*/ 2042978 h 3190227"/>
              <a:gd name="connsiteX307" fmla="*/ 1439335 w 2812178"/>
              <a:gd name="connsiteY307" fmla="*/ 2050312 h 3190227"/>
              <a:gd name="connsiteX308" fmla="*/ 1449337 w 2812178"/>
              <a:gd name="connsiteY308" fmla="*/ 2053741 h 3190227"/>
              <a:gd name="connsiteX309" fmla="*/ 1439335 w 2812178"/>
              <a:gd name="connsiteY309" fmla="*/ 2063456 h 3190227"/>
              <a:gd name="connsiteX310" fmla="*/ 1407808 w 2812178"/>
              <a:gd name="connsiteY310" fmla="*/ 2065647 h 3190227"/>
              <a:gd name="connsiteX311" fmla="*/ 1393520 w 2812178"/>
              <a:gd name="connsiteY311" fmla="*/ 2054503 h 3190227"/>
              <a:gd name="connsiteX312" fmla="*/ 1376089 w 2812178"/>
              <a:gd name="connsiteY312" fmla="*/ 2026690 h 3190227"/>
              <a:gd name="connsiteX313" fmla="*/ 1376470 w 2812178"/>
              <a:gd name="connsiteY313" fmla="*/ 2015736 h 3190227"/>
              <a:gd name="connsiteX314" fmla="*/ 1388377 w 2812178"/>
              <a:gd name="connsiteY314" fmla="*/ 2006878 h 3190227"/>
              <a:gd name="connsiteX315" fmla="*/ 1397806 w 2812178"/>
              <a:gd name="connsiteY315" fmla="*/ 1996781 h 3190227"/>
              <a:gd name="connsiteX316" fmla="*/ 1185090 w 2812178"/>
              <a:gd name="connsiteY316" fmla="*/ 1920259 h 3190227"/>
              <a:gd name="connsiteX317" fmla="*/ 1194353 w 2812178"/>
              <a:gd name="connsiteY317" fmla="*/ 1931534 h 3190227"/>
              <a:gd name="connsiteX318" fmla="*/ 1193877 w 2812178"/>
              <a:gd name="connsiteY318" fmla="*/ 1967634 h 3190227"/>
              <a:gd name="connsiteX319" fmla="*/ 1180065 w 2812178"/>
              <a:gd name="connsiteY319" fmla="*/ 2044405 h 3190227"/>
              <a:gd name="connsiteX320" fmla="*/ 1223880 w 2812178"/>
              <a:gd name="connsiteY320" fmla="*/ 2073171 h 3190227"/>
              <a:gd name="connsiteX321" fmla="*/ 1242073 w 2812178"/>
              <a:gd name="connsiteY321" fmla="*/ 2080600 h 3190227"/>
              <a:gd name="connsiteX322" fmla="*/ 1229405 w 2812178"/>
              <a:gd name="connsiteY322" fmla="*/ 2095269 h 3190227"/>
              <a:gd name="connsiteX323" fmla="*/ 1094817 w 2812178"/>
              <a:gd name="connsiteY323" fmla="*/ 2164516 h 3190227"/>
              <a:gd name="connsiteX324" fmla="*/ 1057002 w 2812178"/>
              <a:gd name="connsiteY324" fmla="*/ 2176803 h 3190227"/>
              <a:gd name="connsiteX325" fmla="*/ 1010235 w 2812178"/>
              <a:gd name="connsiteY325" fmla="*/ 2176993 h 3190227"/>
              <a:gd name="connsiteX326" fmla="*/ 997471 w 2812178"/>
              <a:gd name="connsiteY326" fmla="*/ 2185185 h 3190227"/>
              <a:gd name="connsiteX327" fmla="*/ 986327 w 2812178"/>
              <a:gd name="connsiteY327" fmla="*/ 2192138 h 3190227"/>
              <a:gd name="connsiteX328" fmla="*/ 967086 w 2812178"/>
              <a:gd name="connsiteY328" fmla="*/ 2216522 h 3190227"/>
              <a:gd name="connsiteX329" fmla="*/ 968896 w 2812178"/>
              <a:gd name="connsiteY329" fmla="*/ 2239287 h 3190227"/>
              <a:gd name="connsiteX330" fmla="*/ 953561 w 2812178"/>
              <a:gd name="connsiteY330" fmla="*/ 2251574 h 3190227"/>
              <a:gd name="connsiteX331" fmla="*/ 952037 w 2812178"/>
              <a:gd name="connsiteY331" fmla="*/ 2238144 h 3190227"/>
              <a:gd name="connsiteX332" fmla="*/ 933749 w 2812178"/>
              <a:gd name="connsiteY332" fmla="*/ 2182899 h 3190227"/>
              <a:gd name="connsiteX333" fmla="*/ 897840 w 2812178"/>
              <a:gd name="connsiteY333" fmla="*/ 2153848 h 3190227"/>
              <a:gd name="connsiteX334" fmla="*/ 886695 w 2812178"/>
              <a:gd name="connsiteY334" fmla="*/ 2147180 h 3190227"/>
              <a:gd name="connsiteX335" fmla="*/ 884981 w 2812178"/>
              <a:gd name="connsiteY335" fmla="*/ 2157658 h 3190227"/>
              <a:gd name="connsiteX336" fmla="*/ 863835 w 2812178"/>
              <a:gd name="connsiteY336" fmla="*/ 2171564 h 3190227"/>
              <a:gd name="connsiteX337" fmla="*/ 856882 w 2812178"/>
              <a:gd name="connsiteY337" fmla="*/ 2163278 h 3190227"/>
              <a:gd name="connsiteX338" fmla="*/ 852596 w 2812178"/>
              <a:gd name="connsiteY338" fmla="*/ 2160039 h 3190227"/>
              <a:gd name="connsiteX339" fmla="*/ 835832 w 2812178"/>
              <a:gd name="connsiteY339" fmla="*/ 2137274 h 3190227"/>
              <a:gd name="connsiteX340" fmla="*/ 820497 w 2812178"/>
              <a:gd name="connsiteY340" fmla="*/ 2139179 h 3190227"/>
              <a:gd name="connsiteX341" fmla="*/ 825831 w 2812178"/>
              <a:gd name="connsiteY341" fmla="*/ 2119272 h 3190227"/>
              <a:gd name="connsiteX342" fmla="*/ 843738 w 2812178"/>
              <a:gd name="connsiteY342" fmla="*/ 2087554 h 3190227"/>
              <a:gd name="connsiteX343" fmla="*/ 845547 w 2812178"/>
              <a:gd name="connsiteY343" fmla="*/ 2113843 h 3190227"/>
              <a:gd name="connsiteX344" fmla="*/ 856406 w 2812178"/>
              <a:gd name="connsiteY344" fmla="*/ 2134703 h 3190227"/>
              <a:gd name="connsiteX345" fmla="*/ 871455 w 2812178"/>
              <a:gd name="connsiteY345" fmla="*/ 2136322 h 3190227"/>
              <a:gd name="connsiteX346" fmla="*/ 874027 w 2812178"/>
              <a:gd name="connsiteY346" fmla="*/ 2123749 h 3190227"/>
              <a:gd name="connsiteX347" fmla="*/ 873646 w 2812178"/>
              <a:gd name="connsiteY347" fmla="*/ 2092412 h 3190227"/>
              <a:gd name="connsiteX348" fmla="*/ 885171 w 2812178"/>
              <a:gd name="connsiteY348" fmla="*/ 2118891 h 3190227"/>
              <a:gd name="connsiteX349" fmla="*/ 890505 w 2812178"/>
              <a:gd name="connsiteY349" fmla="*/ 2105270 h 3190227"/>
              <a:gd name="connsiteX350" fmla="*/ 906603 w 2812178"/>
              <a:gd name="connsiteY350" fmla="*/ 2112319 h 3190227"/>
              <a:gd name="connsiteX351" fmla="*/ 925748 w 2812178"/>
              <a:gd name="connsiteY351" fmla="*/ 2116891 h 3190227"/>
              <a:gd name="connsiteX352" fmla="*/ 932892 w 2812178"/>
              <a:gd name="connsiteY352" fmla="*/ 2100793 h 3190227"/>
              <a:gd name="connsiteX353" fmla="*/ 928224 w 2812178"/>
              <a:gd name="connsiteY353" fmla="*/ 2021831 h 3190227"/>
              <a:gd name="connsiteX354" fmla="*/ 940321 w 2812178"/>
              <a:gd name="connsiteY354" fmla="*/ 1994685 h 3190227"/>
              <a:gd name="connsiteX355" fmla="*/ 967372 w 2812178"/>
              <a:gd name="connsiteY355" fmla="*/ 2110890 h 3190227"/>
              <a:gd name="connsiteX356" fmla="*/ 971944 w 2812178"/>
              <a:gd name="connsiteY356" fmla="*/ 2121177 h 3190227"/>
              <a:gd name="connsiteX357" fmla="*/ 977469 w 2812178"/>
              <a:gd name="connsiteY357" fmla="*/ 2123939 h 3190227"/>
              <a:gd name="connsiteX358" fmla="*/ 979755 w 2812178"/>
              <a:gd name="connsiteY358" fmla="*/ 2116700 h 3190227"/>
              <a:gd name="connsiteX359" fmla="*/ 971849 w 2812178"/>
              <a:gd name="connsiteY359" fmla="*/ 2093078 h 3190227"/>
              <a:gd name="connsiteX360" fmla="*/ 975183 w 2812178"/>
              <a:gd name="connsiteY360" fmla="*/ 2058883 h 3190227"/>
              <a:gd name="connsiteX361" fmla="*/ 996138 w 2812178"/>
              <a:gd name="connsiteY361" fmla="*/ 2095555 h 3190227"/>
              <a:gd name="connsiteX362" fmla="*/ 1006234 w 2812178"/>
              <a:gd name="connsiteY362" fmla="*/ 2098793 h 3190227"/>
              <a:gd name="connsiteX363" fmla="*/ 1006901 w 2812178"/>
              <a:gd name="connsiteY363" fmla="*/ 2088697 h 3190227"/>
              <a:gd name="connsiteX364" fmla="*/ 1009282 w 2812178"/>
              <a:gd name="connsiteY364" fmla="*/ 2069933 h 3190227"/>
              <a:gd name="connsiteX365" fmla="*/ 1024808 w 2812178"/>
              <a:gd name="connsiteY365" fmla="*/ 2038500 h 3190227"/>
              <a:gd name="connsiteX366" fmla="*/ 1032618 w 2812178"/>
              <a:gd name="connsiteY366" fmla="*/ 2099079 h 3190227"/>
              <a:gd name="connsiteX367" fmla="*/ 1030428 w 2812178"/>
              <a:gd name="connsiteY367" fmla="*/ 2112414 h 3190227"/>
              <a:gd name="connsiteX368" fmla="*/ 1044620 w 2812178"/>
              <a:gd name="connsiteY368" fmla="*/ 2124225 h 3190227"/>
              <a:gd name="connsiteX369" fmla="*/ 1050430 w 2812178"/>
              <a:gd name="connsiteY369" fmla="*/ 2111842 h 3190227"/>
              <a:gd name="connsiteX370" fmla="*/ 1048716 w 2812178"/>
              <a:gd name="connsiteY370" fmla="*/ 2096031 h 3190227"/>
              <a:gd name="connsiteX371" fmla="*/ 1051859 w 2812178"/>
              <a:gd name="connsiteY371" fmla="*/ 2038214 h 3190227"/>
              <a:gd name="connsiteX372" fmla="*/ 1049573 w 2812178"/>
              <a:gd name="connsiteY372" fmla="*/ 2012116 h 3190227"/>
              <a:gd name="connsiteX373" fmla="*/ 1049478 w 2812178"/>
              <a:gd name="connsiteY373" fmla="*/ 1980969 h 3190227"/>
              <a:gd name="connsiteX374" fmla="*/ 1056621 w 2812178"/>
              <a:gd name="connsiteY374" fmla="*/ 1973921 h 3190227"/>
              <a:gd name="connsiteX375" fmla="*/ 1074624 w 2812178"/>
              <a:gd name="connsiteY375" fmla="*/ 1958776 h 3190227"/>
              <a:gd name="connsiteX376" fmla="*/ 1091769 w 2812178"/>
              <a:gd name="connsiteY376" fmla="*/ 1920485 h 3190227"/>
              <a:gd name="connsiteX377" fmla="*/ 1096150 w 2812178"/>
              <a:gd name="connsiteY377" fmla="*/ 1941726 h 3190227"/>
              <a:gd name="connsiteX378" fmla="*/ 1085196 w 2812178"/>
              <a:gd name="connsiteY378" fmla="*/ 2036024 h 3190227"/>
              <a:gd name="connsiteX379" fmla="*/ 1084720 w 2812178"/>
              <a:gd name="connsiteY379" fmla="*/ 2040596 h 3190227"/>
              <a:gd name="connsiteX380" fmla="*/ 1100151 w 2812178"/>
              <a:gd name="connsiteY380" fmla="*/ 2063551 h 3190227"/>
              <a:gd name="connsiteX381" fmla="*/ 1111295 w 2812178"/>
              <a:gd name="connsiteY381" fmla="*/ 2085554 h 3190227"/>
              <a:gd name="connsiteX382" fmla="*/ 1119486 w 2812178"/>
              <a:gd name="connsiteY382" fmla="*/ 2095745 h 3190227"/>
              <a:gd name="connsiteX383" fmla="*/ 1119772 w 2812178"/>
              <a:gd name="connsiteY383" fmla="*/ 2081839 h 3190227"/>
              <a:gd name="connsiteX384" fmla="*/ 1123392 w 2812178"/>
              <a:gd name="connsiteY384" fmla="*/ 2030975 h 3190227"/>
              <a:gd name="connsiteX385" fmla="*/ 1123392 w 2812178"/>
              <a:gd name="connsiteY385" fmla="*/ 1999733 h 3190227"/>
              <a:gd name="connsiteX386" fmla="*/ 1122725 w 2812178"/>
              <a:gd name="connsiteY386" fmla="*/ 1993161 h 3190227"/>
              <a:gd name="connsiteX387" fmla="*/ 1169397 w 2812178"/>
              <a:gd name="connsiteY387" fmla="*/ 1923057 h 3190227"/>
              <a:gd name="connsiteX388" fmla="*/ 1185090 w 2812178"/>
              <a:gd name="connsiteY388" fmla="*/ 1920259 h 3190227"/>
              <a:gd name="connsiteX389" fmla="*/ 1249693 w 2812178"/>
              <a:gd name="connsiteY389" fmla="*/ 1886386 h 3190227"/>
              <a:gd name="connsiteX390" fmla="*/ 1268457 w 2812178"/>
              <a:gd name="connsiteY390" fmla="*/ 1896387 h 3190227"/>
              <a:gd name="connsiteX391" fmla="*/ 1279411 w 2812178"/>
              <a:gd name="connsiteY391" fmla="*/ 1942488 h 3190227"/>
              <a:gd name="connsiteX392" fmla="*/ 1284840 w 2812178"/>
              <a:gd name="connsiteY392" fmla="*/ 1952965 h 3190227"/>
              <a:gd name="connsiteX393" fmla="*/ 1290841 w 2812178"/>
              <a:gd name="connsiteY393" fmla="*/ 1944393 h 3190227"/>
              <a:gd name="connsiteX394" fmla="*/ 1298080 w 2812178"/>
              <a:gd name="connsiteY394" fmla="*/ 1926390 h 3190227"/>
              <a:gd name="connsiteX395" fmla="*/ 1310463 w 2812178"/>
              <a:gd name="connsiteY395" fmla="*/ 1946298 h 3190227"/>
              <a:gd name="connsiteX396" fmla="*/ 1301985 w 2812178"/>
              <a:gd name="connsiteY396" fmla="*/ 1983636 h 3190227"/>
              <a:gd name="connsiteX397" fmla="*/ 1302652 w 2812178"/>
              <a:gd name="connsiteY397" fmla="*/ 1991161 h 3190227"/>
              <a:gd name="connsiteX398" fmla="*/ 1309891 w 2812178"/>
              <a:gd name="connsiteY398" fmla="*/ 2018021 h 3190227"/>
              <a:gd name="connsiteX399" fmla="*/ 1306843 w 2812178"/>
              <a:gd name="connsiteY399" fmla="*/ 2023355 h 3190227"/>
              <a:gd name="connsiteX400" fmla="*/ 1302652 w 2812178"/>
              <a:gd name="connsiteY400" fmla="*/ 2023641 h 3190227"/>
              <a:gd name="connsiteX401" fmla="*/ 1286460 w 2812178"/>
              <a:gd name="connsiteY401" fmla="*/ 2012306 h 3190227"/>
              <a:gd name="connsiteX402" fmla="*/ 1286555 w 2812178"/>
              <a:gd name="connsiteY402" fmla="*/ 1965443 h 3190227"/>
              <a:gd name="connsiteX403" fmla="*/ 1272553 w 2812178"/>
              <a:gd name="connsiteY403" fmla="*/ 1987636 h 3190227"/>
              <a:gd name="connsiteX404" fmla="*/ 1246455 w 2812178"/>
              <a:gd name="connsiteY404" fmla="*/ 1970491 h 3190227"/>
              <a:gd name="connsiteX405" fmla="*/ 1269505 w 2812178"/>
              <a:gd name="connsiteY405" fmla="*/ 1931153 h 3190227"/>
              <a:gd name="connsiteX406" fmla="*/ 1264266 w 2812178"/>
              <a:gd name="connsiteY406" fmla="*/ 1918104 h 3190227"/>
              <a:gd name="connsiteX407" fmla="*/ 1252170 w 2812178"/>
              <a:gd name="connsiteY407" fmla="*/ 1922961 h 3190227"/>
              <a:gd name="connsiteX408" fmla="*/ 1245216 w 2812178"/>
              <a:gd name="connsiteY408" fmla="*/ 1942011 h 3190227"/>
              <a:gd name="connsiteX409" fmla="*/ 1241787 w 2812178"/>
              <a:gd name="connsiteY409" fmla="*/ 1917913 h 3190227"/>
              <a:gd name="connsiteX410" fmla="*/ 1245026 w 2812178"/>
              <a:gd name="connsiteY410" fmla="*/ 1902578 h 3190227"/>
              <a:gd name="connsiteX411" fmla="*/ 1249693 w 2812178"/>
              <a:gd name="connsiteY411" fmla="*/ 1886386 h 3190227"/>
              <a:gd name="connsiteX412" fmla="*/ 2406742 w 2812178"/>
              <a:gd name="connsiteY412" fmla="*/ 1866372 h 3190227"/>
              <a:gd name="connsiteX413" fmla="*/ 2401170 w 2812178"/>
              <a:gd name="connsiteY413" fmla="*/ 1868956 h 3190227"/>
              <a:gd name="connsiteX414" fmla="*/ 2408599 w 2812178"/>
              <a:gd name="connsiteY414" fmla="*/ 1878671 h 3190227"/>
              <a:gd name="connsiteX415" fmla="*/ 2421553 w 2812178"/>
              <a:gd name="connsiteY415" fmla="*/ 1882767 h 3190227"/>
              <a:gd name="connsiteX416" fmla="*/ 2472321 w 2812178"/>
              <a:gd name="connsiteY416" fmla="*/ 1925344 h 3190227"/>
              <a:gd name="connsiteX417" fmla="*/ 2471750 w 2812178"/>
              <a:gd name="connsiteY417" fmla="*/ 1938107 h 3190227"/>
              <a:gd name="connsiteX418" fmla="*/ 2481275 w 2812178"/>
              <a:gd name="connsiteY418" fmla="*/ 2009354 h 3190227"/>
              <a:gd name="connsiteX419" fmla="*/ 2512803 w 2812178"/>
              <a:gd name="connsiteY419" fmla="*/ 2031452 h 3190227"/>
              <a:gd name="connsiteX420" fmla="*/ 2513565 w 2812178"/>
              <a:gd name="connsiteY420" fmla="*/ 2026118 h 3190227"/>
              <a:gd name="connsiteX421" fmla="*/ 2529186 w 2812178"/>
              <a:gd name="connsiteY421" fmla="*/ 1983923 h 3190227"/>
              <a:gd name="connsiteX422" fmla="*/ 2531948 w 2812178"/>
              <a:gd name="connsiteY422" fmla="*/ 1971731 h 3190227"/>
              <a:gd name="connsiteX423" fmla="*/ 2522042 w 2812178"/>
              <a:gd name="connsiteY423" fmla="*/ 1964873 h 3190227"/>
              <a:gd name="connsiteX424" fmla="*/ 2509183 w 2812178"/>
              <a:gd name="connsiteY424" fmla="*/ 1969445 h 3190227"/>
              <a:gd name="connsiteX425" fmla="*/ 2494610 w 2812178"/>
              <a:gd name="connsiteY425" fmla="*/ 1967540 h 3190227"/>
              <a:gd name="connsiteX426" fmla="*/ 2502420 w 2812178"/>
              <a:gd name="connsiteY426" fmla="*/ 1956681 h 3190227"/>
              <a:gd name="connsiteX427" fmla="*/ 2508612 w 2812178"/>
              <a:gd name="connsiteY427" fmla="*/ 1946489 h 3190227"/>
              <a:gd name="connsiteX428" fmla="*/ 2497182 w 2812178"/>
              <a:gd name="connsiteY428" fmla="*/ 1945061 h 3190227"/>
              <a:gd name="connsiteX429" fmla="*/ 2489847 w 2812178"/>
              <a:gd name="connsiteY429" fmla="*/ 1943251 h 3190227"/>
              <a:gd name="connsiteX430" fmla="*/ 2475370 w 2812178"/>
              <a:gd name="connsiteY430" fmla="*/ 1909342 h 3190227"/>
              <a:gd name="connsiteX431" fmla="*/ 2520518 w 2812178"/>
              <a:gd name="connsiteY431" fmla="*/ 1917438 h 3190227"/>
              <a:gd name="connsiteX432" fmla="*/ 2566428 w 2812178"/>
              <a:gd name="connsiteY432" fmla="*/ 1931345 h 3190227"/>
              <a:gd name="connsiteX433" fmla="*/ 2585383 w 2812178"/>
              <a:gd name="connsiteY433" fmla="*/ 1930868 h 3190227"/>
              <a:gd name="connsiteX434" fmla="*/ 2593861 w 2812178"/>
              <a:gd name="connsiteY434" fmla="*/ 1908770 h 3190227"/>
              <a:gd name="connsiteX435" fmla="*/ 2577573 w 2812178"/>
              <a:gd name="connsiteY435" fmla="*/ 1898674 h 3190227"/>
              <a:gd name="connsiteX436" fmla="*/ 2546045 w 2812178"/>
              <a:gd name="connsiteY436" fmla="*/ 1902198 h 3190227"/>
              <a:gd name="connsiteX437" fmla="*/ 2500706 w 2812178"/>
              <a:gd name="connsiteY437" fmla="*/ 1896769 h 3190227"/>
              <a:gd name="connsiteX438" fmla="*/ 2436984 w 2812178"/>
              <a:gd name="connsiteY438" fmla="*/ 1873433 h 3190227"/>
              <a:gd name="connsiteX439" fmla="*/ 2412600 w 2812178"/>
              <a:gd name="connsiteY439" fmla="*/ 1870004 h 3190227"/>
              <a:gd name="connsiteX440" fmla="*/ 2406742 w 2812178"/>
              <a:gd name="connsiteY440" fmla="*/ 1866372 h 3190227"/>
              <a:gd name="connsiteX441" fmla="*/ 657560 w 2812178"/>
              <a:gd name="connsiteY441" fmla="*/ 1833022 h 3190227"/>
              <a:gd name="connsiteX442" fmla="*/ 662286 w 2812178"/>
              <a:gd name="connsiteY442" fmla="*/ 1837713 h 3190227"/>
              <a:gd name="connsiteX443" fmla="*/ 689051 w 2812178"/>
              <a:gd name="connsiteY443" fmla="*/ 1843523 h 3190227"/>
              <a:gd name="connsiteX444" fmla="*/ 735914 w 2812178"/>
              <a:gd name="connsiteY444" fmla="*/ 1838666 h 3190227"/>
              <a:gd name="connsiteX445" fmla="*/ 750964 w 2812178"/>
              <a:gd name="connsiteY445" fmla="*/ 1875527 h 3190227"/>
              <a:gd name="connsiteX446" fmla="*/ 762394 w 2812178"/>
              <a:gd name="connsiteY446" fmla="*/ 1903245 h 3190227"/>
              <a:gd name="connsiteX447" fmla="*/ 769442 w 2812178"/>
              <a:gd name="connsiteY447" fmla="*/ 1916009 h 3190227"/>
              <a:gd name="connsiteX448" fmla="*/ 753917 w 2812178"/>
              <a:gd name="connsiteY448" fmla="*/ 1923152 h 3190227"/>
              <a:gd name="connsiteX449" fmla="*/ 748106 w 2812178"/>
              <a:gd name="connsiteY449" fmla="*/ 1914104 h 3190227"/>
              <a:gd name="connsiteX450" fmla="*/ 706387 w 2812178"/>
              <a:gd name="connsiteY450" fmla="*/ 1881052 h 3190227"/>
              <a:gd name="connsiteX451" fmla="*/ 650856 w 2812178"/>
              <a:gd name="connsiteY451" fmla="*/ 1855430 h 3190227"/>
              <a:gd name="connsiteX452" fmla="*/ 640950 w 2812178"/>
              <a:gd name="connsiteY452" fmla="*/ 1847809 h 3190227"/>
              <a:gd name="connsiteX453" fmla="*/ 650761 w 2812178"/>
              <a:gd name="connsiteY453" fmla="*/ 1833331 h 3190227"/>
              <a:gd name="connsiteX454" fmla="*/ 657560 w 2812178"/>
              <a:gd name="connsiteY454" fmla="*/ 1833022 h 3190227"/>
              <a:gd name="connsiteX455" fmla="*/ 1027950 w 2812178"/>
              <a:gd name="connsiteY455" fmla="*/ 1803233 h 3190227"/>
              <a:gd name="connsiteX456" fmla="*/ 1028903 w 2812178"/>
              <a:gd name="connsiteY456" fmla="*/ 1804376 h 3190227"/>
              <a:gd name="connsiteX457" fmla="*/ 1027900 w 2812178"/>
              <a:gd name="connsiteY457" fmla="*/ 1803426 h 3190227"/>
              <a:gd name="connsiteX458" fmla="*/ 1008710 w 2812178"/>
              <a:gd name="connsiteY458" fmla="*/ 1612543 h 3190227"/>
              <a:gd name="connsiteX459" fmla="*/ 998233 w 2812178"/>
              <a:gd name="connsiteY459" fmla="*/ 1679980 h 3190227"/>
              <a:gd name="connsiteX460" fmla="*/ 996708 w 2812178"/>
              <a:gd name="connsiteY460" fmla="*/ 1754846 h 3190227"/>
              <a:gd name="connsiteX461" fmla="*/ 1006912 w 2812178"/>
              <a:gd name="connsiteY461" fmla="*/ 1783540 h 3190227"/>
              <a:gd name="connsiteX462" fmla="*/ 1027900 w 2812178"/>
              <a:gd name="connsiteY462" fmla="*/ 1803426 h 3190227"/>
              <a:gd name="connsiteX463" fmla="*/ 1020831 w 2812178"/>
              <a:gd name="connsiteY463" fmla="*/ 1830487 h 3190227"/>
              <a:gd name="connsiteX464" fmla="*/ 1000709 w 2812178"/>
              <a:gd name="connsiteY464" fmla="*/ 1849811 h 3190227"/>
              <a:gd name="connsiteX465" fmla="*/ 969277 w 2812178"/>
              <a:gd name="connsiteY465" fmla="*/ 1868289 h 3190227"/>
              <a:gd name="connsiteX466" fmla="*/ 848881 w 2812178"/>
              <a:gd name="connsiteY466" fmla="*/ 1958015 h 3190227"/>
              <a:gd name="connsiteX467" fmla="*/ 820115 w 2812178"/>
              <a:gd name="connsiteY467" fmla="*/ 2014783 h 3190227"/>
              <a:gd name="connsiteX468" fmla="*/ 834879 w 2812178"/>
              <a:gd name="connsiteY468" fmla="*/ 1899341 h 3190227"/>
              <a:gd name="connsiteX469" fmla="*/ 957180 w 2812178"/>
              <a:gd name="connsiteY469" fmla="*/ 1715508 h 3190227"/>
              <a:gd name="connsiteX470" fmla="*/ 962800 w 2812178"/>
              <a:gd name="connsiteY470" fmla="*/ 1703221 h 3190227"/>
              <a:gd name="connsiteX471" fmla="*/ 1008710 w 2812178"/>
              <a:gd name="connsiteY471" fmla="*/ 1612543 h 3190227"/>
              <a:gd name="connsiteX472" fmla="*/ 1319034 w 2812178"/>
              <a:gd name="connsiteY472" fmla="*/ 1556250 h 3190227"/>
              <a:gd name="connsiteX473" fmla="*/ 1305604 w 2812178"/>
              <a:gd name="connsiteY473" fmla="*/ 1573586 h 3190227"/>
              <a:gd name="connsiteX474" fmla="*/ 1327893 w 2812178"/>
              <a:gd name="connsiteY474" fmla="*/ 1607780 h 3190227"/>
              <a:gd name="connsiteX475" fmla="*/ 1348848 w 2812178"/>
              <a:gd name="connsiteY475" fmla="*/ 1622830 h 3190227"/>
              <a:gd name="connsiteX476" fmla="*/ 1355515 w 2812178"/>
              <a:gd name="connsiteY476" fmla="*/ 1600732 h 3190227"/>
              <a:gd name="connsiteX477" fmla="*/ 1359706 w 2812178"/>
              <a:gd name="connsiteY477" fmla="*/ 1596731 h 3190227"/>
              <a:gd name="connsiteX478" fmla="*/ 1385709 w 2812178"/>
              <a:gd name="connsiteY478" fmla="*/ 1640546 h 3190227"/>
              <a:gd name="connsiteX479" fmla="*/ 1392663 w 2812178"/>
              <a:gd name="connsiteY479" fmla="*/ 1675217 h 3190227"/>
              <a:gd name="connsiteX480" fmla="*/ 1393139 w 2812178"/>
              <a:gd name="connsiteY480" fmla="*/ 1704459 h 3190227"/>
              <a:gd name="connsiteX481" fmla="*/ 1403997 w 2812178"/>
              <a:gd name="connsiteY481" fmla="*/ 1713984 h 3190227"/>
              <a:gd name="connsiteX482" fmla="*/ 1406664 w 2812178"/>
              <a:gd name="connsiteY482" fmla="*/ 1700268 h 3190227"/>
              <a:gd name="connsiteX483" fmla="*/ 1405236 w 2812178"/>
              <a:gd name="connsiteY483" fmla="*/ 1660549 h 3190227"/>
              <a:gd name="connsiteX484" fmla="*/ 1419999 w 2812178"/>
              <a:gd name="connsiteY484" fmla="*/ 1689314 h 3190227"/>
              <a:gd name="connsiteX485" fmla="*/ 1394663 w 2812178"/>
              <a:gd name="connsiteY485" fmla="*/ 1611209 h 3190227"/>
              <a:gd name="connsiteX486" fmla="*/ 1330179 w 2812178"/>
              <a:gd name="connsiteY486" fmla="*/ 1558346 h 3190227"/>
              <a:gd name="connsiteX487" fmla="*/ 1319034 w 2812178"/>
              <a:gd name="connsiteY487" fmla="*/ 1556250 h 3190227"/>
              <a:gd name="connsiteX488" fmla="*/ 1412760 w 2812178"/>
              <a:gd name="connsiteY488" fmla="*/ 1507387 h 3190227"/>
              <a:gd name="connsiteX489" fmla="*/ 1401426 w 2812178"/>
              <a:gd name="connsiteY489" fmla="*/ 1516150 h 3190227"/>
              <a:gd name="connsiteX490" fmla="*/ 1405712 w 2812178"/>
              <a:gd name="connsiteY490" fmla="*/ 1538915 h 3190227"/>
              <a:gd name="connsiteX491" fmla="*/ 1410474 w 2812178"/>
              <a:gd name="connsiteY491" fmla="*/ 1536152 h 3190227"/>
              <a:gd name="connsiteX492" fmla="*/ 1417428 w 2812178"/>
              <a:gd name="connsiteY492" fmla="*/ 1529390 h 3190227"/>
              <a:gd name="connsiteX493" fmla="*/ 1418094 w 2812178"/>
              <a:gd name="connsiteY493" fmla="*/ 1540629 h 3190227"/>
              <a:gd name="connsiteX494" fmla="*/ 1411141 w 2812178"/>
              <a:gd name="connsiteY494" fmla="*/ 1567204 h 3190227"/>
              <a:gd name="connsiteX495" fmla="*/ 1433620 w 2812178"/>
              <a:gd name="connsiteY495" fmla="*/ 1592445 h 3190227"/>
              <a:gd name="connsiteX496" fmla="*/ 1456194 w 2812178"/>
              <a:gd name="connsiteY496" fmla="*/ 1600732 h 3190227"/>
              <a:gd name="connsiteX497" fmla="*/ 1518774 w 2812178"/>
              <a:gd name="connsiteY497" fmla="*/ 1618925 h 3190227"/>
              <a:gd name="connsiteX498" fmla="*/ 1585544 w 2812178"/>
              <a:gd name="connsiteY498" fmla="*/ 1651310 h 3190227"/>
              <a:gd name="connsiteX499" fmla="*/ 1589640 w 2812178"/>
              <a:gd name="connsiteY499" fmla="*/ 1650357 h 3190227"/>
              <a:gd name="connsiteX500" fmla="*/ 1604403 w 2812178"/>
              <a:gd name="connsiteY500" fmla="*/ 1656453 h 3190227"/>
              <a:gd name="connsiteX501" fmla="*/ 1642789 w 2812178"/>
              <a:gd name="connsiteY501" fmla="*/ 1692743 h 3190227"/>
              <a:gd name="connsiteX502" fmla="*/ 1664411 w 2812178"/>
              <a:gd name="connsiteY502" fmla="*/ 1723414 h 3190227"/>
              <a:gd name="connsiteX503" fmla="*/ 1682127 w 2812178"/>
              <a:gd name="connsiteY503" fmla="*/ 1758561 h 3190227"/>
              <a:gd name="connsiteX504" fmla="*/ 1706797 w 2812178"/>
              <a:gd name="connsiteY504" fmla="*/ 1752560 h 3190227"/>
              <a:gd name="connsiteX505" fmla="*/ 1731372 w 2812178"/>
              <a:gd name="connsiteY505" fmla="*/ 1718842 h 3190227"/>
              <a:gd name="connsiteX506" fmla="*/ 1706416 w 2812178"/>
              <a:gd name="connsiteY506" fmla="*/ 1685219 h 3190227"/>
              <a:gd name="connsiteX507" fmla="*/ 1698606 w 2812178"/>
              <a:gd name="connsiteY507" fmla="*/ 1678741 h 3190227"/>
              <a:gd name="connsiteX508" fmla="*/ 1704416 w 2812178"/>
              <a:gd name="connsiteY508" fmla="*/ 1669598 h 3190227"/>
              <a:gd name="connsiteX509" fmla="*/ 1728800 w 2812178"/>
              <a:gd name="connsiteY509" fmla="*/ 1667312 h 3190227"/>
              <a:gd name="connsiteX510" fmla="*/ 1756899 w 2812178"/>
              <a:gd name="connsiteY510" fmla="*/ 1666835 h 3190227"/>
              <a:gd name="connsiteX511" fmla="*/ 1748612 w 2812178"/>
              <a:gd name="connsiteY511" fmla="*/ 1662454 h 3190227"/>
              <a:gd name="connsiteX512" fmla="*/ 1688700 w 2812178"/>
              <a:gd name="connsiteY512" fmla="*/ 1640165 h 3190227"/>
              <a:gd name="connsiteX513" fmla="*/ 1642884 w 2812178"/>
              <a:gd name="connsiteY513" fmla="*/ 1624258 h 3190227"/>
              <a:gd name="connsiteX514" fmla="*/ 1621834 w 2812178"/>
              <a:gd name="connsiteY514" fmla="*/ 1606161 h 3190227"/>
              <a:gd name="connsiteX515" fmla="*/ 1601260 w 2812178"/>
              <a:gd name="connsiteY515" fmla="*/ 1577015 h 3190227"/>
              <a:gd name="connsiteX516" fmla="*/ 1596783 w 2812178"/>
              <a:gd name="connsiteY516" fmla="*/ 1577586 h 3190227"/>
              <a:gd name="connsiteX517" fmla="*/ 1562398 w 2812178"/>
              <a:gd name="connsiteY517" fmla="*/ 1571395 h 3190227"/>
              <a:gd name="connsiteX518" fmla="*/ 1519631 w 2812178"/>
              <a:gd name="connsiteY518" fmla="*/ 1557869 h 3190227"/>
              <a:gd name="connsiteX519" fmla="*/ 1525536 w 2812178"/>
              <a:gd name="connsiteY519" fmla="*/ 1565204 h 3190227"/>
              <a:gd name="connsiteX520" fmla="*/ 1537443 w 2812178"/>
              <a:gd name="connsiteY520" fmla="*/ 1574729 h 3190227"/>
              <a:gd name="connsiteX521" fmla="*/ 1531823 w 2812178"/>
              <a:gd name="connsiteY521" fmla="*/ 1580253 h 3190227"/>
              <a:gd name="connsiteX522" fmla="*/ 1511820 w 2812178"/>
              <a:gd name="connsiteY522" fmla="*/ 1574348 h 3190227"/>
              <a:gd name="connsiteX523" fmla="*/ 1507248 w 2812178"/>
              <a:gd name="connsiteY523" fmla="*/ 1559298 h 3190227"/>
              <a:gd name="connsiteX524" fmla="*/ 1496199 w 2812178"/>
              <a:gd name="connsiteY524" fmla="*/ 1550249 h 3190227"/>
              <a:gd name="connsiteX525" fmla="*/ 1473720 w 2812178"/>
              <a:gd name="connsiteY525" fmla="*/ 1543201 h 3190227"/>
              <a:gd name="connsiteX526" fmla="*/ 1451051 w 2812178"/>
              <a:gd name="connsiteY526" fmla="*/ 1529485 h 3190227"/>
              <a:gd name="connsiteX527" fmla="*/ 1412760 w 2812178"/>
              <a:gd name="connsiteY527" fmla="*/ 1507387 h 3190227"/>
              <a:gd name="connsiteX528" fmla="*/ 2325601 w 2812178"/>
              <a:gd name="connsiteY528" fmla="*/ 1440200 h 3190227"/>
              <a:gd name="connsiteX529" fmla="*/ 2317445 w 2812178"/>
              <a:gd name="connsiteY529" fmla="*/ 1442331 h 3190227"/>
              <a:gd name="connsiteX530" fmla="*/ 2316969 w 2812178"/>
              <a:gd name="connsiteY530" fmla="*/ 1459762 h 3190227"/>
              <a:gd name="connsiteX531" fmla="*/ 2336114 w 2812178"/>
              <a:gd name="connsiteY531" fmla="*/ 1490242 h 3190227"/>
              <a:gd name="connsiteX532" fmla="*/ 2347353 w 2812178"/>
              <a:gd name="connsiteY532" fmla="*/ 1505101 h 3190227"/>
              <a:gd name="connsiteX533" fmla="*/ 2360879 w 2812178"/>
              <a:gd name="connsiteY533" fmla="*/ 1485956 h 3190227"/>
              <a:gd name="connsiteX534" fmla="*/ 2362212 w 2812178"/>
              <a:gd name="connsiteY534" fmla="*/ 1475764 h 3190227"/>
              <a:gd name="connsiteX535" fmla="*/ 2333542 w 2812178"/>
              <a:gd name="connsiteY535" fmla="*/ 1444141 h 3190227"/>
              <a:gd name="connsiteX536" fmla="*/ 2325601 w 2812178"/>
              <a:gd name="connsiteY536" fmla="*/ 1440200 h 3190227"/>
              <a:gd name="connsiteX537" fmla="*/ 2161711 w 2812178"/>
              <a:gd name="connsiteY537" fmla="*/ 1376704 h 3190227"/>
              <a:gd name="connsiteX538" fmla="*/ 2119801 w 2812178"/>
              <a:gd name="connsiteY538" fmla="*/ 1385753 h 3190227"/>
              <a:gd name="connsiteX539" fmla="*/ 2140280 w 2812178"/>
              <a:gd name="connsiteY539" fmla="*/ 1410327 h 3190227"/>
              <a:gd name="connsiteX540" fmla="*/ 2157520 w 2812178"/>
              <a:gd name="connsiteY540" fmla="*/ 1431282 h 3190227"/>
              <a:gd name="connsiteX541" fmla="*/ 2164854 w 2812178"/>
              <a:gd name="connsiteY541" fmla="*/ 1441569 h 3190227"/>
              <a:gd name="connsiteX542" fmla="*/ 2170760 w 2812178"/>
              <a:gd name="connsiteY542" fmla="*/ 1434235 h 3190227"/>
              <a:gd name="connsiteX543" fmla="*/ 2180380 w 2812178"/>
              <a:gd name="connsiteY543" fmla="*/ 1433758 h 3190227"/>
              <a:gd name="connsiteX544" fmla="*/ 2206288 w 2812178"/>
              <a:gd name="connsiteY544" fmla="*/ 1431282 h 3190227"/>
              <a:gd name="connsiteX545" fmla="*/ 2220004 w 2812178"/>
              <a:gd name="connsiteY545" fmla="*/ 1413185 h 3190227"/>
              <a:gd name="connsiteX546" fmla="*/ 2211432 w 2812178"/>
              <a:gd name="connsiteY546" fmla="*/ 1391944 h 3190227"/>
              <a:gd name="connsiteX547" fmla="*/ 2171903 w 2812178"/>
              <a:gd name="connsiteY547" fmla="*/ 1377275 h 3190227"/>
              <a:gd name="connsiteX548" fmla="*/ 2161711 w 2812178"/>
              <a:gd name="connsiteY548" fmla="*/ 1376704 h 3190227"/>
              <a:gd name="connsiteX549" fmla="*/ 1371220 w 2812178"/>
              <a:gd name="connsiteY549" fmla="*/ 1330543 h 3190227"/>
              <a:gd name="connsiteX550" fmla="*/ 1352181 w 2812178"/>
              <a:gd name="connsiteY550" fmla="*/ 1331079 h 3190227"/>
              <a:gd name="connsiteX551" fmla="*/ 1323511 w 2812178"/>
              <a:gd name="connsiteY551" fmla="*/ 1334794 h 3190227"/>
              <a:gd name="connsiteX552" fmla="*/ 1307223 w 2812178"/>
              <a:gd name="connsiteY552" fmla="*/ 1334699 h 3190227"/>
              <a:gd name="connsiteX553" fmla="*/ 1308652 w 2812178"/>
              <a:gd name="connsiteY553" fmla="*/ 1355654 h 3190227"/>
              <a:gd name="connsiteX554" fmla="*/ 1311414 w 2812178"/>
              <a:gd name="connsiteY554" fmla="*/ 1372894 h 3190227"/>
              <a:gd name="connsiteX555" fmla="*/ 1318177 w 2812178"/>
              <a:gd name="connsiteY555" fmla="*/ 1384610 h 3190227"/>
              <a:gd name="connsiteX556" fmla="*/ 1353991 w 2812178"/>
              <a:gd name="connsiteY556" fmla="*/ 1415375 h 3190227"/>
              <a:gd name="connsiteX557" fmla="*/ 1381137 w 2812178"/>
              <a:gd name="connsiteY557" fmla="*/ 1456809 h 3190227"/>
              <a:gd name="connsiteX558" fmla="*/ 1394949 w 2812178"/>
              <a:gd name="connsiteY558" fmla="*/ 1459762 h 3190227"/>
              <a:gd name="connsiteX559" fmla="*/ 1416189 w 2812178"/>
              <a:gd name="connsiteY559" fmla="*/ 1480526 h 3190227"/>
              <a:gd name="connsiteX560" fmla="*/ 1414856 w 2812178"/>
              <a:gd name="connsiteY560" fmla="*/ 1493004 h 3190227"/>
              <a:gd name="connsiteX561" fmla="*/ 1423143 w 2812178"/>
              <a:gd name="connsiteY561" fmla="*/ 1492718 h 3190227"/>
              <a:gd name="connsiteX562" fmla="*/ 1432287 w 2812178"/>
              <a:gd name="connsiteY562" fmla="*/ 1473097 h 3190227"/>
              <a:gd name="connsiteX563" fmla="*/ 1445907 w 2812178"/>
              <a:gd name="connsiteY563" fmla="*/ 1461000 h 3190227"/>
              <a:gd name="connsiteX564" fmla="*/ 1457814 w 2812178"/>
              <a:gd name="connsiteY564" fmla="*/ 1450618 h 3190227"/>
              <a:gd name="connsiteX565" fmla="*/ 1446288 w 2812178"/>
              <a:gd name="connsiteY565" fmla="*/ 1432044 h 3190227"/>
              <a:gd name="connsiteX566" fmla="*/ 1447146 w 2812178"/>
              <a:gd name="connsiteY566" fmla="*/ 1430044 h 3190227"/>
              <a:gd name="connsiteX567" fmla="*/ 1445336 w 2812178"/>
              <a:gd name="connsiteY567" fmla="*/ 1398897 h 3190227"/>
              <a:gd name="connsiteX568" fmla="*/ 1426762 w 2812178"/>
              <a:gd name="connsiteY568" fmla="*/ 1374132 h 3190227"/>
              <a:gd name="connsiteX569" fmla="*/ 1427905 w 2812178"/>
              <a:gd name="connsiteY569" fmla="*/ 1369846 h 3190227"/>
              <a:gd name="connsiteX570" fmla="*/ 1407141 w 2812178"/>
              <a:gd name="connsiteY570" fmla="*/ 1349367 h 3190227"/>
              <a:gd name="connsiteX571" fmla="*/ 1386186 w 2812178"/>
              <a:gd name="connsiteY571" fmla="*/ 1341937 h 3190227"/>
              <a:gd name="connsiteX572" fmla="*/ 1371220 w 2812178"/>
              <a:gd name="connsiteY572" fmla="*/ 1330543 h 3190227"/>
              <a:gd name="connsiteX573" fmla="*/ 1483722 w 2812178"/>
              <a:gd name="connsiteY573" fmla="*/ 1297361 h 3190227"/>
              <a:gd name="connsiteX574" fmla="*/ 1477626 w 2812178"/>
              <a:gd name="connsiteY574" fmla="*/ 1299551 h 3190227"/>
              <a:gd name="connsiteX575" fmla="*/ 1678603 w 2812178"/>
              <a:gd name="connsiteY575" fmla="*/ 1298027 h 3190227"/>
              <a:gd name="connsiteX576" fmla="*/ 1587735 w 2812178"/>
              <a:gd name="connsiteY576" fmla="*/ 1304314 h 3190227"/>
              <a:gd name="connsiteX577" fmla="*/ 1483722 w 2812178"/>
              <a:gd name="connsiteY577" fmla="*/ 1297361 h 3190227"/>
              <a:gd name="connsiteX578" fmla="*/ 108039 w 2812178"/>
              <a:gd name="connsiteY578" fmla="*/ 1182989 h 3190227"/>
              <a:gd name="connsiteX579" fmla="*/ 113837 w 2812178"/>
              <a:gd name="connsiteY579" fmla="*/ 1185060 h 3190227"/>
              <a:gd name="connsiteX580" fmla="*/ 115075 w 2812178"/>
              <a:gd name="connsiteY580" fmla="*/ 1197729 h 3190227"/>
              <a:gd name="connsiteX581" fmla="*/ 69831 w 2812178"/>
              <a:gd name="connsiteY581" fmla="*/ 1234305 h 3190227"/>
              <a:gd name="connsiteX582" fmla="*/ 61640 w 2812178"/>
              <a:gd name="connsiteY582" fmla="*/ 1234305 h 3190227"/>
              <a:gd name="connsiteX583" fmla="*/ 33255 w 2812178"/>
              <a:gd name="connsiteY583" fmla="*/ 1229256 h 3190227"/>
              <a:gd name="connsiteX584" fmla="*/ 27921 w 2812178"/>
              <a:gd name="connsiteY584" fmla="*/ 1223160 h 3190227"/>
              <a:gd name="connsiteX585" fmla="*/ 32970 w 2812178"/>
              <a:gd name="connsiteY585" fmla="*/ 1217636 h 3190227"/>
              <a:gd name="connsiteX586" fmla="*/ 37351 w 2812178"/>
              <a:gd name="connsiteY586" fmla="*/ 1217350 h 3190227"/>
              <a:gd name="connsiteX587" fmla="*/ 102312 w 2812178"/>
              <a:gd name="connsiteY587" fmla="*/ 1185918 h 3190227"/>
              <a:gd name="connsiteX588" fmla="*/ 108039 w 2812178"/>
              <a:gd name="connsiteY588" fmla="*/ 1182989 h 3190227"/>
              <a:gd name="connsiteX589" fmla="*/ 1148633 w 2812178"/>
              <a:gd name="connsiteY589" fmla="*/ 750530 h 3190227"/>
              <a:gd name="connsiteX590" fmla="*/ 1156253 w 2812178"/>
              <a:gd name="connsiteY590" fmla="*/ 758245 h 3190227"/>
              <a:gd name="connsiteX591" fmla="*/ 1170731 w 2812178"/>
              <a:gd name="connsiteY591" fmla="*/ 767008 h 3190227"/>
              <a:gd name="connsiteX592" fmla="*/ 1175684 w 2812178"/>
              <a:gd name="connsiteY592" fmla="*/ 773485 h 3190227"/>
              <a:gd name="connsiteX593" fmla="*/ 1202830 w 2812178"/>
              <a:gd name="connsiteY593" fmla="*/ 781582 h 3190227"/>
              <a:gd name="connsiteX594" fmla="*/ 1226357 w 2812178"/>
              <a:gd name="connsiteY594" fmla="*/ 774724 h 3190227"/>
              <a:gd name="connsiteX595" fmla="*/ 1235977 w 2812178"/>
              <a:gd name="connsiteY595" fmla="*/ 778248 h 3190227"/>
              <a:gd name="connsiteX596" fmla="*/ 1230833 w 2812178"/>
              <a:gd name="connsiteY596" fmla="*/ 789202 h 3190227"/>
              <a:gd name="connsiteX597" fmla="*/ 1208069 w 2812178"/>
              <a:gd name="connsiteY597" fmla="*/ 817777 h 3190227"/>
              <a:gd name="connsiteX598" fmla="*/ 1183113 w 2812178"/>
              <a:gd name="connsiteY598" fmla="*/ 851495 h 3190227"/>
              <a:gd name="connsiteX599" fmla="*/ 1186352 w 2812178"/>
              <a:gd name="connsiteY599" fmla="*/ 882070 h 3190227"/>
              <a:gd name="connsiteX600" fmla="*/ 1188162 w 2812178"/>
              <a:gd name="connsiteY600" fmla="*/ 888547 h 3190227"/>
              <a:gd name="connsiteX601" fmla="*/ 1183399 w 2812178"/>
              <a:gd name="connsiteY601" fmla="*/ 917980 h 3190227"/>
              <a:gd name="connsiteX602" fmla="*/ 1161587 w 2812178"/>
              <a:gd name="connsiteY602" fmla="*/ 867878 h 3190227"/>
              <a:gd name="connsiteX603" fmla="*/ 1136822 w 2812178"/>
              <a:gd name="connsiteY603" fmla="*/ 805680 h 3190227"/>
              <a:gd name="connsiteX604" fmla="*/ 1119867 w 2812178"/>
              <a:gd name="connsiteY604" fmla="*/ 849876 h 3190227"/>
              <a:gd name="connsiteX605" fmla="*/ 1089768 w 2812178"/>
              <a:gd name="connsiteY605" fmla="*/ 870450 h 3190227"/>
              <a:gd name="connsiteX606" fmla="*/ 1086054 w 2812178"/>
              <a:gd name="connsiteY606" fmla="*/ 868354 h 3190227"/>
              <a:gd name="connsiteX607" fmla="*/ 1087387 w 2812178"/>
              <a:gd name="connsiteY607" fmla="*/ 862258 h 3190227"/>
              <a:gd name="connsiteX608" fmla="*/ 1107104 w 2812178"/>
              <a:gd name="connsiteY608" fmla="*/ 846923 h 3190227"/>
              <a:gd name="connsiteX609" fmla="*/ 1100532 w 2812178"/>
              <a:gd name="connsiteY609" fmla="*/ 817967 h 3190227"/>
              <a:gd name="connsiteX610" fmla="*/ 1069956 w 2812178"/>
              <a:gd name="connsiteY610" fmla="*/ 811871 h 3190227"/>
              <a:gd name="connsiteX611" fmla="*/ 1053764 w 2812178"/>
              <a:gd name="connsiteY611" fmla="*/ 805680 h 3190227"/>
              <a:gd name="connsiteX612" fmla="*/ 1053383 w 2812178"/>
              <a:gd name="connsiteY612" fmla="*/ 800155 h 3190227"/>
              <a:gd name="connsiteX613" fmla="*/ 1095388 w 2812178"/>
              <a:gd name="connsiteY613" fmla="*/ 771104 h 3190227"/>
              <a:gd name="connsiteX614" fmla="*/ 1135965 w 2812178"/>
              <a:gd name="connsiteY614" fmla="*/ 765580 h 3190227"/>
              <a:gd name="connsiteX615" fmla="*/ 1145775 w 2812178"/>
              <a:gd name="connsiteY615" fmla="*/ 759007 h 3190227"/>
              <a:gd name="connsiteX616" fmla="*/ 1148633 w 2812178"/>
              <a:gd name="connsiteY616" fmla="*/ 750530 h 3190227"/>
              <a:gd name="connsiteX617" fmla="*/ 842690 w 2812178"/>
              <a:gd name="connsiteY617" fmla="*/ 649565 h 3190227"/>
              <a:gd name="connsiteX618" fmla="*/ 848595 w 2812178"/>
              <a:gd name="connsiteY618" fmla="*/ 658518 h 3190227"/>
              <a:gd name="connsiteX619" fmla="*/ 870312 w 2812178"/>
              <a:gd name="connsiteY619" fmla="*/ 670805 h 3190227"/>
              <a:gd name="connsiteX620" fmla="*/ 884505 w 2812178"/>
              <a:gd name="connsiteY620" fmla="*/ 673282 h 3190227"/>
              <a:gd name="connsiteX621" fmla="*/ 881457 w 2812178"/>
              <a:gd name="connsiteY621" fmla="*/ 698904 h 3190227"/>
              <a:gd name="connsiteX622" fmla="*/ 870408 w 2812178"/>
              <a:gd name="connsiteY622" fmla="*/ 701285 h 3190227"/>
              <a:gd name="connsiteX623" fmla="*/ 804209 w 2812178"/>
              <a:gd name="connsiteY623" fmla="*/ 729670 h 3190227"/>
              <a:gd name="connsiteX624" fmla="*/ 757441 w 2812178"/>
              <a:gd name="connsiteY624" fmla="*/ 750530 h 3190227"/>
              <a:gd name="connsiteX625" fmla="*/ 743439 w 2812178"/>
              <a:gd name="connsiteY625" fmla="*/ 747196 h 3190227"/>
              <a:gd name="connsiteX626" fmla="*/ 735819 w 2812178"/>
              <a:gd name="connsiteY626" fmla="*/ 740243 h 3190227"/>
              <a:gd name="connsiteX627" fmla="*/ 744582 w 2812178"/>
              <a:gd name="connsiteY627" fmla="*/ 731670 h 3190227"/>
              <a:gd name="connsiteX628" fmla="*/ 829545 w 2812178"/>
              <a:gd name="connsiteY628" fmla="*/ 696142 h 3190227"/>
              <a:gd name="connsiteX629" fmla="*/ 837546 w 2812178"/>
              <a:gd name="connsiteY629" fmla="*/ 679187 h 3190227"/>
              <a:gd name="connsiteX630" fmla="*/ 834784 w 2812178"/>
              <a:gd name="connsiteY630" fmla="*/ 658994 h 3190227"/>
              <a:gd name="connsiteX631" fmla="*/ 842690 w 2812178"/>
              <a:gd name="connsiteY631" fmla="*/ 649565 h 3190227"/>
              <a:gd name="connsiteX632" fmla="*/ 1290745 w 2812178"/>
              <a:gd name="connsiteY632" fmla="*/ 572794 h 3190227"/>
              <a:gd name="connsiteX633" fmla="*/ 1276458 w 2812178"/>
              <a:gd name="connsiteY633" fmla="*/ 585176 h 3190227"/>
              <a:gd name="connsiteX634" fmla="*/ 1277791 w 2812178"/>
              <a:gd name="connsiteY634" fmla="*/ 615275 h 3190227"/>
              <a:gd name="connsiteX635" fmla="*/ 1293412 w 2812178"/>
              <a:gd name="connsiteY635" fmla="*/ 650803 h 3190227"/>
              <a:gd name="connsiteX636" fmla="*/ 1275886 w 2812178"/>
              <a:gd name="connsiteY636" fmla="*/ 694904 h 3190227"/>
              <a:gd name="connsiteX637" fmla="*/ 1272743 w 2812178"/>
              <a:gd name="connsiteY637" fmla="*/ 700810 h 3190227"/>
              <a:gd name="connsiteX638" fmla="*/ 1179874 w 2812178"/>
              <a:gd name="connsiteY638" fmla="*/ 732242 h 3190227"/>
              <a:gd name="connsiteX639" fmla="*/ 1171778 w 2812178"/>
              <a:gd name="connsiteY639" fmla="*/ 716907 h 3190227"/>
              <a:gd name="connsiteX640" fmla="*/ 1187589 w 2812178"/>
              <a:gd name="connsiteY640" fmla="*/ 705668 h 3190227"/>
              <a:gd name="connsiteX641" fmla="*/ 1204258 w 2812178"/>
              <a:gd name="connsiteY641" fmla="*/ 675949 h 3190227"/>
              <a:gd name="connsiteX642" fmla="*/ 1186732 w 2812178"/>
              <a:gd name="connsiteY642" fmla="*/ 664138 h 3190227"/>
              <a:gd name="connsiteX643" fmla="*/ 1182351 w 2812178"/>
              <a:gd name="connsiteY643" fmla="*/ 673759 h 3190227"/>
              <a:gd name="connsiteX644" fmla="*/ 1176826 w 2812178"/>
              <a:gd name="connsiteY644" fmla="*/ 691570 h 3190227"/>
              <a:gd name="connsiteX645" fmla="*/ 1165206 w 2812178"/>
              <a:gd name="connsiteY645" fmla="*/ 674140 h 3190227"/>
              <a:gd name="connsiteX646" fmla="*/ 1161491 w 2812178"/>
              <a:gd name="connsiteY646" fmla="*/ 709763 h 3190227"/>
              <a:gd name="connsiteX647" fmla="*/ 1144822 w 2812178"/>
              <a:gd name="connsiteY647" fmla="*/ 739100 h 3190227"/>
              <a:gd name="connsiteX648" fmla="*/ 1150442 w 2812178"/>
              <a:gd name="connsiteY648" fmla="*/ 710525 h 3190227"/>
              <a:gd name="connsiteX649" fmla="*/ 1148918 w 2812178"/>
              <a:gd name="connsiteY649" fmla="*/ 664424 h 3190227"/>
              <a:gd name="connsiteX650" fmla="*/ 1067670 w 2812178"/>
              <a:gd name="connsiteY650" fmla="*/ 671759 h 3190227"/>
              <a:gd name="connsiteX651" fmla="*/ 1040904 w 2812178"/>
              <a:gd name="connsiteY651" fmla="*/ 676521 h 3190227"/>
              <a:gd name="connsiteX652" fmla="*/ 1032808 w 2812178"/>
              <a:gd name="connsiteY652" fmla="*/ 684998 h 3190227"/>
              <a:gd name="connsiteX653" fmla="*/ 1041476 w 2812178"/>
              <a:gd name="connsiteY653" fmla="*/ 717669 h 3190227"/>
              <a:gd name="connsiteX654" fmla="*/ 1055001 w 2812178"/>
              <a:gd name="connsiteY654" fmla="*/ 722146 h 3190227"/>
              <a:gd name="connsiteX655" fmla="*/ 1082719 w 2812178"/>
              <a:gd name="connsiteY655" fmla="*/ 727099 h 3190227"/>
              <a:gd name="connsiteX656" fmla="*/ 1068051 w 2812178"/>
              <a:gd name="connsiteY656" fmla="*/ 746625 h 3190227"/>
              <a:gd name="connsiteX657" fmla="*/ 1064050 w 2812178"/>
              <a:gd name="connsiteY657" fmla="*/ 748816 h 3190227"/>
              <a:gd name="connsiteX658" fmla="*/ 1047762 w 2812178"/>
              <a:gd name="connsiteY658" fmla="*/ 776057 h 3190227"/>
              <a:gd name="connsiteX659" fmla="*/ 1038142 w 2812178"/>
              <a:gd name="connsiteY659" fmla="*/ 862639 h 3190227"/>
              <a:gd name="connsiteX660" fmla="*/ 1049858 w 2812178"/>
              <a:gd name="connsiteY660" fmla="*/ 916265 h 3190227"/>
              <a:gd name="connsiteX661" fmla="*/ 1062240 w 2812178"/>
              <a:gd name="connsiteY661" fmla="*/ 919694 h 3190227"/>
              <a:gd name="connsiteX662" fmla="*/ 1086815 w 2812178"/>
              <a:gd name="connsiteY662" fmla="*/ 922076 h 3190227"/>
              <a:gd name="connsiteX663" fmla="*/ 1129106 w 2812178"/>
              <a:gd name="connsiteY663" fmla="*/ 957223 h 3190227"/>
              <a:gd name="connsiteX664" fmla="*/ 1134154 w 2812178"/>
              <a:gd name="connsiteY664" fmla="*/ 956556 h 3190227"/>
              <a:gd name="connsiteX665" fmla="*/ 1146918 w 2812178"/>
              <a:gd name="connsiteY665" fmla="*/ 962747 h 3190227"/>
              <a:gd name="connsiteX666" fmla="*/ 1150156 w 2812178"/>
              <a:gd name="connsiteY666" fmla="*/ 946364 h 3190227"/>
              <a:gd name="connsiteX667" fmla="*/ 1153204 w 2812178"/>
              <a:gd name="connsiteY667" fmla="*/ 930648 h 3190227"/>
              <a:gd name="connsiteX668" fmla="*/ 1157395 w 2812178"/>
              <a:gd name="connsiteY668" fmla="*/ 921313 h 3190227"/>
              <a:gd name="connsiteX669" fmla="*/ 1164825 w 2812178"/>
              <a:gd name="connsiteY669" fmla="*/ 928362 h 3190227"/>
              <a:gd name="connsiteX670" fmla="*/ 1199305 w 2812178"/>
              <a:gd name="connsiteY670" fmla="*/ 934172 h 3190227"/>
              <a:gd name="connsiteX671" fmla="*/ 1215688 w 2812178"/>
              <a:gd name="connsiteY671" fmla="*/ 908074 h 3190227"/>
              <a:gd name="connsiteX672" fmla="*/ 1234071 w 2812178"/>
              <a:gd name="connsiteY672" fmla="*/ 899311 h 3190227"/>
              <a:gd name="connsiteX673" fmla="*/ 1275410 w 2812178"/>
              <a:gd name="connsiteY673" fmla="*/ 899692 h 3190227"/>
              <a:gd name="connsiteX674" fmla="*/ 1251121 w 2812178"/>
              <a:gd name="connsiteY674" fmla="*/ 889595 h 3190227"/>
              <a:gd name="connsiteX675" fmla="*/ 1259217 w 2812178"/>
              <a:gd name="connsiteY675" fmla="*/ 881213 h 3190227"/>
              <a:gd name="connsiteX676" fmla="*/ 1298365 w 2812178"/>
              <a:gd name="connsiteY676" fmla="*/ 872069 h 3190227"/>
              <a:gd name="connsiteX677" fmla="*/ 1327416 w 2812178"/>
              <a:gd name="connsiteY677" fmla="*/ 848447 h 3190227"/>
              <a:gd name="connsiteX678" fmla="*/ 1336560 w 2812178"/>
              <a:gd name="connsiteY678" fmla="*/ 837589 h 3190227"/>
              <a:gd name="connsiteX679" fmla="*/ 1347514 w 2812178"/>
              <a:gd name="connsiteY679" fmla="*/ 847685 h 3190227"/>
              <a:gd name="connsiteX680" fmla="*/ 1356087 w 2812178"/>
              <a:gd name="connsiteY680" fmla="*/ 872164 h 3190227"/>
              <a:gd name="connsiteX681" fmla="*/ 1370279 w 2812178"/>
              <a:gd name="connsiteY681" fmla="*/ 845971 h 3190227"/>
              <a:gd name="connsiteX682" fmla="*/ 1373517 w 2812178"/>
              <a:gd name="connsiteY682" fmla="*/ 837493 h 3190227"/>
              <a:gd name="connsiteX683" fmla="*/ 1379899 w 2812178"/>
              <a:gd name="connsiteY683" fmla="*/ 798822 h 3190227"/>
              <a:gd name="connsiteX684" fmla="*/ 1382947 w 2812178"/>
              <a:gd name="connsiteY684" fmla="*/ 765103 h 3190227"/>
              <a:gd name="connsiteX685" fmla="*/ 1387614 w 2812178"/>
              <a:gd name="connsiteY685" fmla="*/ 745863 h 3190227"/>
              <a:gd name="connsiteX686" fmla="*/ 1416666 w 2812178"/>
              <a:gd name="connsiteY686" fmla="*/ 766818 h 3190227"/>
              <a:gd name="connsiteX687" fmla="*/ 1421619 w 2812178"/>
              <a:gd name="connsiteY687" fmla="*/ 742910 h 3190227"/>
              <a:gd name="connsiteX688" fmla="*/ 1414570 w 2812178"/>
              <a:gd name="connsiteY688" fmla="*/ 731004 h 3190227"/>
              <a:gd name="connsiteX689" fmla="*/ 1388757 w 2812178"/>
              <a:gd name="connsiteY689" fmla="*/ 729575 h 3190227"/>
              <a:gd name="connsiteX690" fmla="*/ 1379613 w 2812178"/>
              <a:gd name="connsiteY690" fmla="*/ 720431 h 3190227"/>
              <a:gd name="connsiteX691" fmla="*/ 1391043 w 2812178"/>
              <a:gd name="connsiteY691" fmla="*/ 716621 h 3190227"/>
              <a:gd name="connsiteX692" fmla="*/ 1408474 w 2812178"/>
              <a:gd name="connsiteY692" fmla="*/ 721955 h 3190227"/>
              <a:gd name="connsiteX693" fmla="*/ 1424952 w 2812178"/>
              <a:gd name="connsiteY693" fmla="*/ 717859 h 3190227"/>
              <a:gd name="connsiteX694" fmla="*/ 1451908 w 2812178"/>
              <a:gd name="connsiteY694" fmla="*/ 726051 h 3190227"/>
              <a:gd name="connsiteX695" fmla="*/ 1463148 w 2812178"/>
              <a:gd name="connsiteY695" fmla="*/ 738529 h 3190227"/>
              <a:gd name="connsiteX696" fmla="*/ 1474101 w 2812178"/>
              <a:gd name="connsiteY696" fmla="*/ 717669 h 3190227"/>
              <a:gd name="connsiteX697" fmla="*/ 1448765 w 2812178"/>
              <a:gd name="connsiteY697" fmla="*/ 701667 h 3190227"/>
              <a:gd name="connsiteX698" fmla="*/ 1361421 w 2812178"/>
              <a:gd name="connsiteY698" fmla="*/ 704810 h 3190227"/>
              <a:gd name="connsiteX699" fmla="*/ 1393139 w 2812178"/>
              <a:gd name="connsiteY699" fmla="*/ 688618 h 3190227"/>
              <a:gd name="connsiteX700" fmla="*/ 1404474 w 2812178"/>
              <a:gd name="connsiteY700" fmla="*/ 680331 h 3190227"/>
              <a:gd name="connsiteX701" fmla="*/ 1390948 w 2812178"/>
              <a:gd name="connsiteY701" fmla="*/ 670997 h 3190227"/>
              <a:gd name="connsiteX702" fmla="*/ 1379613 w 2812178"/>
              <a:gd name="connsiteY702" fmla="*/ 672330 h 3190227"/>
              <a:gd name="connsiteX703" fmla="*/ 1341704 w 2812178"/>
              <a:gd name="connsiteY703" fmla="*/ 675283 h 3190227"/>
              <a:gd name="connsiteX704" fmla="*/ 1393139 w 2812178"/>
              <a:gd name="connsiteY704" fmla="*/ 640802 h 3190227"/>
              <a:gd name="connsiteX705" fmla="*/ 1401807 w 2812178"/>
              <a:gd name="connsiteY705" fmla="*/ 630706 h 3190227"/>
              <a:gd name="connsiteX706" fmla="*/ 1396568 w 2812178"/>
              <a:gd name="connsiteY706" fmla="*/ 622895 h 3190227"/>
              <a:gd name="connsiteX707" fmla="*/ 1355325 w 2812178"/>
              <a:gd name="connsiteY707" fmla="*/ 632611 h 3190227"/>
              <a:gd name="connsiteX708" fmla="*/ 1347705 w 2812178"/>
              <a:gd name="connsiteY708" fmla="*/ 643374 h 3190227"/>
              <a:gd name="connsiteX709" fmla="*/ 1338275 w 2812178"/>
              <a:gd name="connsiteY709" fmla="*/ 656233 h 3190227"/>
              <a:gd name="connsiteX710" fmla="*/ 1312176 w 2812178"/>
              <a:gd name="connsiteY710" fmla="*/ 660138 h 3190227"/>
              <a:gd name="connsiteX711" fmla="*/ 1322178 w 2812178"/>
              <a:gd name="connsiteY711" fmla="*/ 646422 h 3190227"/>
              <a:gd name="connsiteX712" fmla="*/ 1335894 w 2812178"/>
              <a:gd name="connsiteY712" fmla="*/ 638993 h 3190227"/>
              <a:gd name="connsiteX713" fmla="*/ 1321130 w 2812178"/>
              <a:gd name="connsiteY713" fmla="*/ 632706 h 3190227"/>
              <a:gd name="connsiteX714" fmla="*/ 1310081 w 2812178"/>
              <a:gd name="connsiteY714" fmla="*/ 625562 h 3190227"/>
              <a:gd name="connsiteX715" fmla="*/ 1290745 w 2812178"/>
              <a:gd name="connsiteY715" fmla="*/ 572794 h 3190227"/>
              <a:gd name="connsiteX716" fmla="*/ 843976 w 2812178"/>
              <a:gd name="connsiteY716" fmla="*/ 534074 h 3190227"/>
              <a:gd name="connsiteX717" fmla="*/ 851357 w 2812178"/>
              <a:gd name="connsiteY717" fmla="*/ 542599 h 3190227"/>
              <a:gd name="connsiteX718" fmla="*/ 857644 w 2812178"/>
              <a:gd name="connsiteY718" fmla="*/ 561840 h 3190227"/>
              <a:gd name="connsiteX719" fmla="*/ 865740 w 2812178"/>
              <a:gd name="connsiteY719" fmla="*/ 575461 h 3190227"/>
              <a:gd name="connsiteX720" fmla="*/ 871550 w 2812178"/>
              <a:gd name="connsiteY720" fmla="*/ 593177 h 3190227"/>
              <a:gd name="connsiteX721" fmla="*/ 824687 w 2812178"/>
              <a:gd name="connsiteY721" fmla="*/ 621276 h 3190227"/>
              <a:gd name="connsiteX722" fmla="*/ 774490 w 2812178"/>
              <a:gd name="connsiteY722" fmla="*/ 635754 h 3190227"/>
              <a:gd name="connsiteX723" fmla="*/ 754202 w 2812178"/>
              <a:gd name="connsiteY723" fmla="*/ 636802 h 3190227"/>
              <a:gd name="connsiteX724" fmla="*/ 747630 w 2812178"/>
              <a:gd name="connsiteY724" fmla="*/ 629086 h 3190227"/>
              <a:gd name="connsiteX725" fmla="*/ 786301 w 2812178"/>
              <a:gd name="connsiteY725" fmla="*/ 596225 h 3190227"/>
              <a:gd name="connsiteX726" fmla="*/ 814781 w 2812178"/>
              <a:gd name="connsiteY726" fmla="*/ 579842 h 3190227"/>
              <a:gd name="connsiteX727" fmla="*/ 837736 w 2812178"/>
              <a:gd name="connsiteY727" fmla="*/ 543266 h 3190227"/>
              <a:gd name="connsiteX728" fmla="*/ 843976 w 2812178"/>
              <a:gd name="connsiteY728" fmla="*/ 534074 h 3190227"/>
              <a:gd name="connsiteX729" fmla="*/ 1675043 w 2812178"/>
              <a:gd name="connsiteY729" fmla="*/ 287187 h 3190227"/>
              <a:gd name="connsiteX730" fmla="*/ 1654695 w 2812178"/>
              <a:gd name="connsiteY730" fmla="*/ 302855 h 3190227"/>
              <a:gd name="connsiteX731" fmla="*/ 1659839 w 2812178"/>
              <a:gd name="connsiteY731" fmla="*/ 318286 h 3190227"/>
              <a:gd name="connsiteX732" fmla="*/ 1685271 w 2812178"/>
              <a:gd name="connsiteY732" fmla="*/ 325239 h 3190227"/>
              <a:gd name="connsiteX733" fmla="*/ 1722037 w 2812178"/>
              <a:gd name="connsiteY733" fmla="*/ 303236 h 3190227"/>
              <a:gd name="connsiteX734" fmla="*/ 1723466 w 2812178"/>
              <a:gd name="connsiteY734" fmla="*/ 295045 h 3190227"/>
              <a:gd name="connsiteX735" fmla="*/ 1715655 w 2812178"/>
              <a:gd name="connsiteY735" fmla="*/ 293902 h 3190227"/>
              <a:gd name="connsiteX736" fmla="*/ 1699749 w 2812178"/>
              <a:gd name="connsiteY736" fmla="*/ 292378 h 3190227"/>
              <a:gd name="connsiteX737" fmla="*/ 1675043 w 2812178"/>
              <a:gd name="connsiteY737" fmla="*/ 287187 h 3190227"/>
              <a:gd name="connsiteX738" fmla="*/ 798017 w 2812178"/>
              <a:gd name="connsiteY738" fmla="*/ 281614 h 3190227"/>
              <a:gd name="connsiteX739" fmla="*/ 810305 w 2812178"/>
              <a:gd name="connsiteY739" fmla="*/ 289329 h 3190227"/>
              <a:gd name="connsiteX740" fmla="*/ 789635 w 2812178"/>
              <a:gd name="connsiteY740" fmla="*/ 331239 h 3190227"/>
              <a:gd name="connsiteX741" fmla="*/ 773252 w 2812178"/>
              <a:gd name="connsiteY741" fmla="*/ 343050 h 3190227"/>
              <a:gd name="connsiteX742" fmla="*/ 748297 w 2812178"/>
              <a:gd name="connsiteY742" fmla="*/ 346289 h 3190227"/>
              <a:gd name="connsiteX743" fmla="*/ 737153 w 2812178"/>
              <a:gd name="connsiteY743" fmla="*/ 333716 h 3190227"/>
              <a:gd name="connsiteX744" fmla="*/ 747916 w 2812178"/>
              <a:gd name="connsiteY744" fmla="*/ 320476 h 3190227"/>
              <a:gd name="connsiteX745" fmla="*/ 762775 w 2812178"/>
              <a:gd name="connsiteY745" fmla="*/ 315999 h 3190227"/>
              <a:gd name="connsiteX746" fmla="*/ 773443 w 2812178"/>
              <a:gd name="connsiteY746" fmla="*/ 308379 h 3190227"/>
              <a:gd name="connsiteX747" fmla="*/ 798017 w 2812178"/>
              <a:gd name="connsiteY747" fmla="*/ 281614 h 3190227"/>
              <a:gd name="connsiteX748" fmla="*/ 893267 w 2812178"/>
              <a:gd name="connsiteY748" fmla="*/ 164837 h 3190227"/>
              <a:gd name="connsiteX749" fmla="*/ 905174 w 2812178"/>
              <a:gd name="connsiteY749" fmla="*/ 173981 h 3190227"/>
              <a:gd name="connsiteX750" fmla="*/ 925176 w 2812178"/>
              <a:gd name="connsiteY750" fmla="*/ 217796 h 3190227"/>
              <a:gd name="connsiteX751" fmla="*/ 926986 w 2812178"/>
              <a:gd name="connsiteY751" fmla="*/ 226559 h 3190227"/>
              <a:gd name="connsiteX752" fmla="*/ 911841 w 2812178"/>
              <a:gd name="connsiteY752" fmla="*/ 329143 h 3190227"/>
              <a:gd name="connsiteX753" fmla="*/ 897268 w 2812178"/>
              <a:gd name="connsiteY753" fmla="*/ 330572 h 3190227"/>
              <a:gd name="connsiteX754" fmla="*/ 901173 w 2812178"/>
              <a:gd name="connsiteY754" fmla="*/ 314856 h 3190227"/>
              <a:gd name="connsiteX755" fmla="*/ 906221 w 2812178"/>
              <a:gd name="connsiteY755" fmla="*/ 306569 h 3190227"/>
              <a:gd name="connsiteX756" fmla="*/ 895934 w 2812178"/>
              <a:gd name="connsiteY756" fmla="*/ 307807 h 3190227"/>
              <a:gd name="connsiteX757" fmla="*/ 888124 w 2812178"/>
              <a:gd name="connsiteY757" fmla="*/ 315618 h 3190227"/>
              <a:gd name="connsiteX758" fmla="*/ 878694 w 2812178"/>
              <a:gd name="connsiteY758" fmla="*/ 316285 h 3190227"/>
              <a:gd name="connsiteX759" fmla="*/ 848786 w 2812178"/>
              <a:gd name="connsiteY759" fmla="*/ 276661 h 3190227"/>
              <a:gd name="connsiteX760" fmla="*/ 862406 w 2812178"/>
              <a:gd name="connsiteY760" fmla="*/ 256944 h 3190227"/>
              <a:gd name="connsiteX761" fmla="*/ 880885 w 2812178"/>
              <a:gd name="connsiteY761" fmla="*/ 254848 h 3190227"/>
              <a:gd name="connsiteX762" fmla="*/ 819353 w 2812178"/>
              <a:gd name="connsiteY762" fmla="*/ 248657 h 3190227"/>
              <a:gd name="connsiteX763" fmla="*/ 758108 w 2812178"/>
              <a:gd name="connsiteY763" fmla="*/ 275232 h 3190227"/>
              <a:gd name="connsiteX764" fmla="*/ 717912 w 2812178"/>
              <a:gd name="connsiteY764" fmla="*/ 311713 h 3190227"/>
              <a:gd name="connsiteX765" fmla="*/ 698195 w 2812178"/>
              <a:gd name="connsiteY765" fmla="*/ 341812 h 3190227"/>
              <a:gd name="connsiteX766" fmla="*/ 684098 w 2812178"/>
              <a:gd name="connsiteY766" fmla="*/ 345336 h 3190227"/>
              <a:gd name="connsiteX767" fmla="*/ 683717 w 2812178"/>
              <a:gd name="connsiteY767" fmla="*/ 333144 h 3190227"/>
              <a:gd name="connsiteX768" fmla="*/ 692004 w 2812178"/>
              <a:gd name="connsiteY768" fmla="*/ 293996 h 3190227"/>
              <a:gd name="connsiteX769" fmla="*/ 710292 w 2812178"/>
              <a:gd name="connsiteY769" fmla="*/ 285043 h 3190227"/>
              <a:gd name="connsiteX770" fmla="*/ 718007 w 2812178"/>
              <a:gd name="connsiteY770" fmla="*/ 279804 h 3190227"/>
              <a:gd name="connsiteX771" fmla="*/ 716102 w 2812178"/>
              <a:gd name="connsiteY771" fmla="*/ 265612 h 3190227"/>
              <a:gd name="connsiteX772" fmla="*/ 724770 w 2812178"/>
              <a:gd name="connsiteY772" fmla="*/ 224178 h 3190227"/>
              <a:gd name="connsiteX773" fmla="*/ 753821 w 2812178"/>
              <a:gd name="connsiteY773" fmla="*/ 253801 h 3190227"/>
              <a:gd name="connsiteX774" fmla="*/ 771443 w 2812178"/>
              <a:gd name="connsiteY774" fmla="*/ 236751 h 3190227"/>
              <a:gd name="connsiteX775" fmla="*/ 778205 w 2812178"/>
              <a:gd name="connsiteY775" fmla="*/ 209224 h 3190227"/>
              <a:gd name="connsiteX776" fmla="*/ 779348 w 2812178"/>
              <a:gd name="connsiteY776" fmla="*/ 197127 h 3190227"/>
              <a:gd name="connsiteX777" fmla="*/ 802875 w 2812178"/>
              <a:gd name="connsiteY777" fmla="*/ 196079 h 3190227"/>
              <a:gd name="connsiteX778" fmla="*/ 871646 w 2812178"/>
              <a:gd name="connsiteY778" fmla="*/ 201794 h 3190227"/>
              <a:gd name="connsiteX779" fmla="*/ 883838 w 2812178"/>
              <a:gd name="connsiteY779" fmla="*/ 178744 h 3190227"/>
              <a:gd name="connsiteX780" fmla="*/ 893267 w 2812178"/>
              <a:gd name="connsiteY780" fmla="*/ 164837 h 3190227"/>
              <a:gd name="connsiteX781" fmla="*/ 1142346 w 2812178"/>
              <a:gd name="connsiteY781" fmla="*/ 109973 h 3190227"/>
              <a:gd name="connsiteX782" fmla="*/ 1153015 w 2812178"/>
              <a:gd name="connsiteY782" fmla="*/ 119498 h 3190227"/>
              <a:gd name="connsiteX783" fmla="*/ 1146728 w 2812178"/>
              <a:gd name="connsiteY783" fmla="*/ 193793 h 3190227"/>
              <a:gd name="connsiteX784" fmla="*/ 1104532 w 2812178"/>
              <a:gd name="connsiteY784" fmla="*/ 252563 h 3190227"/>
              <a:gd name="connsiteX785" fmla="*/ 1096246 w 2812178"/>
              <a:gd name="connsiteY785" fmla="*/ 253325 h 3190227"/>
              <a:gd name="connsiteX786" fmla="*/ 1085958 w 2812178"/>
              <a:gd name="connsiteY786" fmla="*/ 262373 h 3190227"/>
              <a:gd name="connsiteX787" fmla="*/ 1059288 w 2812178"/>
              <a:gd name="connsiteY787" fmla="*/ 286472 h 3190227"/>
              <a:gd name="connsiteX788" fmla="*/ 1004234 w 2812178"/>
              <a:gd name="connsiteY788" fmla="*/ 299997 h 3190227"/>
              <a:gd name="connsiteX789" fmla="*/ 990613 w 2812178"/>
              <a:gd name="connsiteY789" fmla="*/ 290758 h 3190227"/>
              <a:gd name="connsiteX790" fmla="*/ 985470 w 2812178"/>
              <a:gd name="connsiteY790" fmla="*/ 210938 h 3190227"/>
              <a:gd name="connsiteX791" fmla="*/ 1016807 w 2812178"/>
              <a:gd name="connsiteY791" fmla="*/ 137501 h 3190227"/>
              <a:gd name="connsiteX792" fmla="*/ 1088054 w 2812178"/>
              <a:gd name="connsiteY792" fmla="*/ 111021 h 3190227"/>
              <a:gd name="connsiteX793" fmla="*/ 1142346 w 2812178"/>
              <a:gd name="connsiteY793" fmla="*/ 109973 h 3190227"/>
              <a:gd name="connsiteX794" fmla="*/ 1324940 w 2812178"/>
              <a:gd name="connsiteY794" fmla="*/ 115 h 3190227"/>
              <a:gd name="connsiteX795" fmla="*/ 1336370 w 2812178"/>
              <a:gd name="connsiteY795" fmla="*/ 4437 h 3190227"/>
              <a:gd name="connsiteX796" fmla="*/ 1389138 w 2812178"/>
              <a:gd name="connsiteY796" fmla="*/ 50157 h 3190227"/>
              <a:gd name="connsiteX797" fmla="*/ 1419999 w 2812178"/>
              <a:gd name="connsiteY797" fmla="*/ 57777 h 3190227"/>
              <a:gd name="connsiteX798" fmla="*/ 1465434 w 2812178"/>
              <a:gd name="connsiteY798" fmla="*/ 43013 h 3190227"/>
              <a:gd name="connsiteX799" fmla="*/ 1487341 w 2812178"/>
              <a:gd name="connsiteY799" fmla="*/ 40441 h 3190227"/>
              <a:gd name="connsiteX800" fmla="*/ 1510582 w 2812178"/>
              <a:gd name="connsiteY800" fmla="*/ 35393 h 3190227"/>
              <a:gd name="connsiteX801" fmla="*/ 1529346 w 2812178"/>
              <a:gd name="connsiteY801" fmla="*/ 32917 h 3190227"/>
              <a:gd name="connsiteX802" fmla="*/ 1541919 w 2812178"/>
              <a:gd name="connsiteY802" fmla="*/ 43108 h 3190227"/>
              <a:gd name="connsiteX803" fmla="*/ 1528299 w 2812178"/>
              <a:gd name="connsiteY803" fmla="*/ 48347 h 3190227"/>
              <a:gd name="connsiteX804" fmla="*/ 1509725 w 2812178"/>
              <a:gd name="connsiteY804" fmla="*/ 63873 h 3190227"/>
              <a:gd name="connsiteX805" fmla="*/ 1508963 w 2812178"/>
              <a:gd name="connsiteY805" fmla="*/ 65968 h 3190227"/>
              <a:gd name="connsiteX806" fmla="*/ 1451622 w 2812178"/>
              <a:gd name="connsiteY806" fmla="*/ 128738 h 3190227"/>
              <a:gd name="connsiteX807" fmla="*/ 1416856 w 2812178"/>
              <a:gd name="connsiteY807" fmla="*/ 135025 h 3190227"/>
              <a:gd name="connsiteX808" fmla="*/ 1459719 w 2812178"/>
              <a:gd name="connsiteY808" fmla="*/ 175506 h 3190227"/>
              <a:gd name="connsiteX809" fmla="*/ 1466005 w 2812178"/>
              <a:gd name="connsiteY809" fmla="*/ 175696 h 3190227"/>
              <a:gd name="connsiteX810" fmla="*/ 1492675 w 2812178"/>
              <a:gd name="connsiteY810" fmla="*/ 172458 h 3190227"/>
              <a:gd name="connsiteX811" fmla="*/ 1498390 w 2812178"/>
              <a:gd name="connsiteY811" fmla="*/ 171029 h 3190227"/>
              <a:gd name="connsiteX812" fmla="*/ 1495914 w 2812178"/>
              <a:gd name="connsiteY812" fmla="*/ 162838 h 3190227"/>
              <a:gd name="connsiteX813" fmla="*/ 1502486 w 2812178"/>
              <a:gd name="connsiteY813" fmla="*/ 146550 h 3190227"/>
              <a:gd name="connsiteX814" fmla="*/ 1518964 w 2812178"/>
              <a:gd name="connsiteY814" fmla="*/ 135215 h 3190227"/>
              <a:gd name="connsiteX815" fmla="*/ 1501248 w 2812178"/>
              <a:gd name="connsiteY815" fmla="*/ 130167 h 3190227"/>
              <a:gd name="connsiteX816" fmla="*/ 1490580 w 2812178"/>
              <a:gd name="connsiteY816" fmla="*/ 126262 h 3190227"/>
              <a:gd name="connsiteX817" fmla="*/ 1516011 w 2812178"/>
              <a:gd name="connsiteY817" fmla="*/ 109402 h 3190227"/>
              <a:gd name="connsiteX818" fmla="*/ 1530299 w 2812178"/>
              <a:gd name="connsiteY818" fmla="*/ 112641 h 3190227"/>
              <a:gd name="connsiteX819" fmla="*/ 1539443 w 2812178"/>
              <a:gd name="connsiteY819" fmla="*/ 122833 h 3190227"/>
              <a:gd name="connsiteX820" fmla="*/ 1568304 w 2812178"/>
              <a:gd name="connsiteY820" fmla="*/ 131977 h 3190227"/>
              <a:gd name="connsiteX821" fmla="*/ 1566208 w 2812178"/>
              <a:gd name="connsiteY821" fmla="*/ 109593 h 3190227"/>
              <a:gd name="connsiteX822" fmla="*/ 1565922 w 2812178"/>
              <a:gd name="connsiteY822" fmla="*/ 71398 h 3190227"/>
              <a:gd name="connsiteX823" fmla="*/ 1563732 w 2812178"/>
              <a:gd name="connsiteY823" fmla="*/ 53872 h 3190227"/>
              <a:gd name="connsiteX824" fmla="*/ 1560493 w 2812178"/>
              <a:gd name="connsiteY824" fmla="*/ 37584 h 3190227"/>
              <a:gd name="connsiteX825" fmla="*/ 1577352 w 2812178"/>
              <a:gd name="connsiteY825" fmla="*/ 40727 h 3190227"/>
              <a:gd name="connsiteX826" fmla="*/ 1607737 w 2812178"/>
              <a:gd name="connsiteY826" fmla="*/ 78827 h 3190227"/>
              <a:gd name="connsiteX827" fmla="*/ 1618786 w 2812178"/>
              <a:gd name="connsiteY827" fmla="*/ 104449 h 3190227"/>
              <a:gd name="connsiteX828" fmla="*/ 1627644 w 2812178"/>
              <a:gd name="connsiteY828" fmla="*/ 119880 h 3190227"/>
              <a:gd name="connsiteX829" fmla="*/ 1677174 w 2812178"/>
              <a:gd name="connsiteY829" fmla="*/ 204271 h 3190227"/>
              <a:gd name="connsiteX830" fmla="*/ 1699844 w 2812178"/>
              <a:gd name="connsiteY830" fmla="*/ 232846 h 3190227"/>
              <a:gd name="connsiteX831" fmla="*/ 1783378 w 2812178"/>
              <a:gd name="connsiteY831" fmla="*/ 252373 h 3190227"/>
              <a:gd name="connsiteX832" fmla="*/ 1800809 w 2812178"/>
              <a:gd name="connsiteY832" fmla="*/ 256183 h 3190227"/>
              <a:gd name="connsiteX833" fmla="*/ 1858721 w 2812178"/>
              <a:gd name="connsiteY833" fmla="*/ 246658 h 3190227"/>
              <a:gd name="connsiteX834" fmla="*/ 1894725 w 2812178"/>
              <a:gd name="connsiteY834" fmla="*/ 229132 h 3190227"/>
              <a:gd name="connsiteX835" fmla="*/ 1892725 w 2812178"/>
              <a:gd name="connsiteY835" fmla="*/ 254182 h 3190227"/>
              <a:gd name="connsiteX836" fmla="*/ 1922824 w 2812178"/>
              <a:gd name="connsiteY836" fmla="*/ 251515 h 3190227"/>
              <a:gd name="connsiteX837" fmla="*/ 1942446 w 2812178"/>
              <a:gd name="connsiteY837" fmla="*/ 236752 h 3190227"/>
              <a:gd name="connsiteX838" fmla="*/ 1966925 w 2812178"/>
              <a:gd name="connsiteY838" fmla="*/ 239133 h 3190227"/>
              <a:gd name="connsiteX839" fmla="*/ 2012359 w 2812178"/>
              <a:gd name="connsiteY839" fmla="*/ 237514 h 3190227"/>
              <a:gd name="connsiteX840" fmla="*/ 2057317 w 2812178"/>
              <a:gd name="connsiteY840" fmla="*/ 258278 h 3190227"/>
              <a:gd name="connsiteX841" fmla="*/ 2069033 w 2812178"/>
              <a:gd name="connsiteY841" fmla="*/ 292187 h 3190227"/>
              <a:gd name="connsiteX842" fmla="*/ 2079225 w 2812178"/>
              <a:gd name="connsiteY842" fmla="*/ 322000 h 3190227"/>
              <a:gd name="connsiteX843" fmla="*/ 2112943 w 2812178"/>
              <a:gd name="connsiteY843" fmla="*/ 343908 h 3190227"/>
              <a:gd name="connsiteX844" fmla="*/ 2151900 w 2812178"/>
              <a:gd name="connsiteY844" fmla="*/ 355528 h 3190227"/>
              <a:gd name="connsiteX845" fmla="*/ 2173046 w 2812178"/>
              <a:gd name="connsiteY845" fmla="*/ 367530 h 3190227"/>
              <a:gd name="connsiteX846" fmla="*/ 2199525 w 2812178"/>
              <a:gd name="connsiteY846" fmla="*/ 400201 h 3190227"/>
              <a:gd name="connsiteX847" fmla="*/ 2199430 w 2812178"/>
              <a:gd name="connsiteY847" fmla="*/ 411535 h 3190227"/>
              <a:gd name="connsiteX848" fmla="*/ 2205145 w 2812178"/>
              <a:gd name="connsiteY848" fmla="*/ 417441 h 3190227"/>
              <a:gd name="connsiteX849" fmla="*/ 2211051 w 2812178"/>
              <a:gd name="connsiteY849" fmla="*/ 411726 h 3190227"/>
              <a:gd name="connsiteX850" fmla="*/ 2211622 w 2812178"/>
              <a:gd name="connsiteY850" fmla="*/ 384389 h 3190227"/>
              <a:gd name="connsiteX851" fmla="*/ 2229910 w 2812178"/>
              <a:gd name="connsiteY851" fmla="*/ 371721 h 3190227"/>
              <a:gd name="connsiteX852" fmla="*/ 2241626 w 2812178"/>
              <a:gd name="connsiteY852" fmla="*/ 378769 h 3190227"/>
              <a:gd name="connsiteX853" fmla="*/ 2309253 w 2812178"/>
              <a:gd name="connsiteY853" fmla="*/ 436015 h 3190227"/>
              <a:gd name="connsiteX854" fmla="*/ 2337924 w 2812178"/>
              <a:gd name="connsiteY854" fmla="*/ 458398 h 3190227"/>
              <a:gd name="connsiteX855" fmla="*/ 2374404 w 2812178"/>
              <a:gd name="connsiteY855" fmla="*/ 506119 h 3190227"/>
              <a:gd name="connsiteX856" fmla="*/ 2381643 w 2812178"/>
              <a:gd name="connsiteY856" fmla="*/ 514501 h 3190227"/>
              <a:gd name="connsiteX857" fmla="*/ 2390121 w 2812178"/>
              <a:gd name="connsiteY857" fmla="*/ 537837 h 3190227"/>
              <a:gd name="connsiteX858" fmla="*/ 2378310 w 2812178"/>
              <a:gd name="connsiteY858" fmla="*/ 584319 h 3190227"/>
              <a:gd name="connsiteX859" fmla="*/ 2334876 w 2812178"/>
              <a:gd name="connsiteY859" fmla="*/ 635182 h 3190227"/>
              <a:gd name="connsiteX860" fmla="*/ 2316492 w 2812178"/>
              <a:gd name="connsiteY860" fmla="*/ 666424 h 3190227"/>
              <a:gd name="connsiteX861" fmla="*/ 2276678 w 2812178"/>
              <a:gd name="connsiteY861" fmla="*/ 724718 h 3190227"/>
              <a:gd name="connsiteX862" fmla="*/ 2264010 w 2812178"/>
              <a:gd name="connsiteY862" fmla="*/ 734052 h 3190227"/>
              <a:gd name="connsiteX863" fmla="*/ 2240673 w 2812178"/>
              <a:gd name="connsiteY863" fmla="*/ 825111 h 3190227"/>
              <a:gd name="connsiteX864" fmla="*/ 2254770 w 2812178"/>
              <a:gd name="connsiteY864" fmla="*/ 841684 h 3190227"/>
              <a:gd name="connsiteX865" fmla="*/ 2347353 w 2812178"/>
              <a:gd name="connsiteY865" fmla="*/ 885690 h 3190227"/>
              <a:gd name="connsiteX866" fmla="*/ 2365546 w 2812178"/>
              <a:gd name="connsiteY866" fmla="*/ 913503 h 3190227"/>
              <a:gd name="connsiteX867" fmla="*/ 2381262 w 2812178"/>
              <a:gd name="connsiteY867" fmla="*/ 926647 h 3190227"/>
              <a:gd name="connsiteX868" fmla="*/ 2389930 w 2812178"/>
              <a:gd name="connsiteY868" fmla="*/ 934934 h 3190227"/>
              <a:gd name="connsiteX869" fmla="*/ 2407551 w 2812178"/>
              <a:gd name="connsiteY869" fmla="*/ 1005514 h 3190227"/>
              <a:gd name="connsiteX870" fmla="*/ 2419362 w 2812178"/>
              <a:gd name="connsiteY870" fmla="*/ 1036757 h 3190227"/>
              <a:gd name="connsiteX871" fmla="*/ 2442794 w 2812178"/>
              <a:gd name="connsiteY871" fmla="*/ 1076952 h 3190227"/>
              <a:gd name="connsiteX872" fmla="*/ 2456320 w 2812178"/>
              <a:gd name="connsiteY872" fmla="*/ 1078095 h 3190227"/>
              <a:gd name="connsiteX873" fmla="*/ 2463558 w 2812178"/>
              <a:gd name="connsiteY873" fmla="*/ 1081048 h 3190227"/>
              <a:gd name="connsiteX874" fmla="*/ 2469273 w 2812178"/>
              <a:gd name="connsiteY874" fmla="*/ 1100764 h 3190227"/>
              <a:gd name="connsiteX875" fmla="*/ 2476989 w 2812178"/>
              <a:gd name="connsiteY875" fmla="*/ 1103432 h 3190227"/>
              <a:gd name="connsiteX876" fmla="*/ 2491943 w 2812178"/>
              <a:gd name="connsiteY876" fmla="*/ 1105146 h 3190227"/>
              <a:gd name="connsiteX877" fmla="*/ 2509374 w 2812178"/>
              <a:gd name="connsiteY877" fmla="*/ 1122005 h 3190227"/>
              <a:gd name="connsiteX878" fmla="*/ 2551760 w 2812178"/>
              <a:gd name="connsiteY878" fmla="*/ 1171440 h 3190227"/>
              <a:gd name="connsiteX879" fmla="*/ 2525376 w 2812178"/>
              <a:gd name="connsiteY879" fmla="*/ 1254117 h 3190227"/>
              <a:gd name="connsiteX880" fmla="*/ 2466702 w 2812178"/>
              <a:gd name="connsiteY880" fmla="*/ 1308124 h 3190227"/>
              <a:gd name="connsiteX881" fmla="*/ 2459653 w 2812178"/>
              <a:gd name="connsiteY881" fmla="*/ 1390515 h 3190227"/>
              <a:gd name="connsiteX882" fmla="*/ 2500896 w 2812178"/>
              <a:gd name="connsiteY882" fmla="*/ 1469001 h 3190227"/>
              <a:gd name="connsiteX883" fmla="*/ 2520804 w 2812178"/>
              <a:gd name="connsiteY883" fmla="*/ 1511768 h 3190227"/>
              <a:gd name="connsiteX884" fmla="*/ 2536329 w 2812178"/>
              <a:gd name="connsiteY884" fmla="*/ 1570061 h 3190227"/>
              <a:gd name="connsiteX885" fmla="*/ 2557189 w 2812178"/>
              <a:gd name="connsiteY885" fmla="*/ 1630069 h 3190227"/>
              <a:gd name="connsiteX886" fmla="*/ 2574620 w 2812178"/>
              <a:gd name="connsiteY886" fmla="*/ 1686171 h 3190227"/>
              <a:gd name="connsiteX887" fmla="*/ 2580906 w 2812178"/>
              <a:gd name="connsiteY887" fmla="*/ 1668169 h 3190227"/>
              <a:gd name="connsiteX888" fmla="*/ 2582621 w 2812178"/>
              <a:gd name="connsiteY888" fmla="*/ 1647976 h 3190227"/>
              <a:gd name="connsiteX889" fmla="*/ 2593765 w 2812178"/>
              <a:gd name="connsiteY889" fmla="*/ 1641785 h 3190227"/>
              <a:gd name="connsiteX890" fmla="*/ 2601576 w 2812178"/>
              <a:gd name="connsiteY890" fmla="*/ 1648452 h 3190227"/>
              <a:gd name="connsiteX891" fmla="*/ 2606433 w 2812178"/>
              <a:gd name="connsiteY891" fmla="*/ 1683599 h 3190227"/>
              <a:gd name="connsiteX892" fmla="*/ 2615958 w 2812178"/>
              <a:gd name="connsiteY892" fmla="*/ 1693982 h 3190227"/>
              <a:gd name="connsiteX893" fmla="*/ 2661202 w 2812178"/>
              <a:gd name="connsiteY893" fmla="*/ 1674265 h 3190227"/>
              <a:gd name="connsiteX894" fmla="*/ 2665774 w 2812178"/>
              <a:gd name="connsiteY894" fmla="*/ 1653405 h 3190227"/>
              <a:gd name="connsiteX895" fmla="*/ 2675680 w 2812178"/>
              <a:gd name="connsiteY895" fmla="*/ 1638546 h 3190227"/>
              <a:gd name="connsiteX896" fmla="*/ 2688063 w 2812178"/>
              <a:gd name="connsiteY896" fmla="*/ 1649024 h 3190227"/>
              <a:gd name="connsiteX897" fmla="*/ 2697492 w 2812178"/>
              <a:gd name="connsiteY897" fmla="*/ 1705031 h 3190227"/>
              <a:gd name="connsiteX898" fmla="*/ 2687967 w 2812178"/>
              <a:gd name="connsiteY898" fmla="*/ 1722080 h 3190227"/>
              <a:gd name="connsiteX899" fmla="*/ 2707113 w 2812178"/>
              <a:gd name="connsiteY899" fmla="*/ 1709412 h 3190227"/>
              <a:gd name="connsiteX900" fmla="*/ 2701112 w 2812178"/>
              <a:gd name="connsiteY900" fmla="*/ 1685314 h 3190227"/>
              <a:gd name="connsiteX901" fmla="*/ 2710732 w 2812178"/>
              <a:gd name="connsiteY901" fmla="*/ 1670264 h 3190227"/>
              <a:gd name="connsiteX902" fmla="*/ 2714447 w 2812178"/>
              <a:gd name="connsiteY902" fmla="*/ 1681980 h 3190227"/>
              <a:gd name="connsiteX903" fmla="*/ 2721972 w 2812178"/>
              <a:gd name="connsiteY903" fmla="*/ 1689695 h 3190227"/>
              <a:gd name="connsiteX904" fmla="*/ 2734830 w 2812178"/>
              <a:gd name="connsiteY904" fmla="*/ 1679599 h 3190227"/>
              <a:gd name="connsiteX905" fmla="*/ 2734830 w 2812178"/>
              <a:gd name="connsiteY905" fmla="*/ 1654262 h 3190227"/>
              <a:gd name="connsiteX906" fmla="*/ 2756071 w 2812178"/>
              <a:gd name="connsiteY906" fmla="*/ 1724271 h 3190227"/>
              <a:gd name="connsiteX907" fmla="*/ 2760548 w 2812178"/>
              <a:gd name="connsiteY907" fmla="*/ 1718937 h 3190227"/>
              <a:gd name="connsiteX908" fmla="*/ 2781217 w 2812178"/>
              <a:gd name="connsiteY908" fmla="*/ 1695506 h 3190227"/>
              <a:gd name="connsiteX909" fmla="*/ 2810935 w 2812178"/>
              <a:gd name="connsiteY909" fmla="*/ 1730367 h 3190227"/>
              <a:gd name="connsiteX910" fmla="*/ 2798362 w 2812178"/>
              <a:gd name="connsiteY910" fmla="*/ 1787612 h 3190227"/>
              <a:gd name="connsiteX911" fmla="*/ 2784741 w 2812178"/>
              <a:gd name="connsiteY911" fmla="*/ 1816092 h 3190227"/>
              <a:gd name="connsiteX912" fmla="*/ 2763215 w 2812178"/>
              <a:gd name="connsiteY912" fmla="*/ 1822569 h 3190227"/>
              <a:gd name="connsiteX913" fmla="*/ 2743308 w 2812178"/>
              <a:gd name="connsiteY913" fmla="*/ 1830189 h 3190227"/>
              <a:gd name="connsiteX914" fmla="*/ 2697016 w 2812178"/>
              <a:gd name="connsiteY914" fmla="*/ 1859240 h 3190227"/>
              <a:gd name="connsiteX915" fmla="*/ 2667489 w 2812178"/>
              <a:gd name="connsiteY915" fmla="*/ 1901531 h 3190227"/>
              <a:gd name="connsiteX916" fmla="*/ 2648439 w 2812178"/>
              <a:gd name="connsiteY916" fmla="*/ 1859145 h 3190227"/>
              <a:gd name="connsiteX917" fmla="*/ 2641771 w 2812178"/>
              <a:gd name="connsiteY917" fmla="*/ 1853144 h 3190227"/>
              <a:gd name="connsiteX918" fmla="*/ 2632341 w 2812178"/>
              <a:gd name="connsiteY918" fmla="*/ 1848001 h 3190227"/>
              <a:gd name="connsiteX919" fmla="*/ 2643390 w 2812178"/>
              <a:gd name="connsiteY919" fmla="*/ 1842381 h 3190227"/>
              <a:gd name="connsiteX920" fmla="*/ 2654154 w 2812178"/>
              <a:gd name="connsiteY920" fmla="*/ 1837333 h 3190227"/>
              <a:gd name="connsiteX921" fmla="*/ 2619387 w 2812178"/>
              <a:gd name="connsiteY921" fmla="*/ 1846191 h 3190227"/>
              <a:gd name="connsiteX922" fmla="*/ 2625103 w 2812178"/>
              <a:gd name="connsiteY922" fmla="*/ 1873909 h 3190227"/>
              <a:gd name="connsiteX923" fmla="*/ 2648629 w 2812178"/>
              <a:gd name="connsiteY923" fmla="*/ 1910485 h 3190227"/>
              <a:gd name="connsiteX924" fmla="*/ 2606719 w 2812178"/>
              <a:gd name="connsiteY924" fmla="*/ 1908485 h 3190227"/>
              <a:gd name="connsiteX925" fmla="*/ 2619387 w 2812178"/>
              <a:gd name="connsiteY925" fmla="*/ 1930773 h 3190227"/>
              <a:gd name="connsiteX926" fmla="*/ 2620149 w 2812178"/>
              <a:gd name="connsiteY926" fmla="*/ 1960777 h 3190227"/>
              <a:gd name="connsiteX927" fmla="*/ 2620530 w 2812178"/>
              <a:gd name="connsiteY927" fmla="*/ 1968397 h 3190227"/>
              <a:gd name="connsiteX928" fmla="*/ 2628722 w 2812178"/>
              <a:gd name="connsiteY928" fmla="*/ 1968587 h 3190227"/>
              <a:gd name="connsiteX929" fmla="*/ 2647010 w 2812178"/>
              <a:gd name="connsiteY929" fmla="*/ 1948871 h 3190227"/>
              <a:gd name="connsiteX930" fmla="*/ 2661583 w 2812178"/>
              <a:gd name="connsiteY930" fmla="*/ 1929725 h 3190227"/>
              <a:gd name="connsiteX931" fmla="*/ 2673394 w 2812178"/>
              <a:gd name="connsiteY931" fmla="*/ 1922200 h 3190227"/>
              <a:gd name="connsiteX932" fmla="*/ 2679300 w 2812178"/>
              <a:gd name="connsiteY932" fmla="*/ 1931440 h 3190227"/>
              <a:gd name="connsiteX933" fmla="*/ 2671775 w 2812178"/>
              <a:gd name="connsiteY933" fmla="*/ 1945632 h 3190227"/>
              <a:gd name="connsiteX934" fmla="*/ 2671013 w 2812178"/>
              <a:gd name="connsiteY934" fmla="*/ 1957729 h 3190227"/>
              <a:gd name="connsiteX935" fmla="*/ 2682538 w 2812178"/>
              <a:gd name="connsiteY935" fmla="*/ 2015260 h 3190227"/>
              <a:gd name="connsiteX936" fmla="*/ 2588622 w 2812178"/>
              <a:gd name="connsiteY936" fmla="*/ 2132036 h 3190227"/>
              <a:gd name="connsiteX937" fmla="*/ 2485752 w 2812178"/>
              <a:gd name="connsiteY937" fmla="*/ 2165850 h 3190227"/>
              <a:gd name="connsiteX938" fmla="*/ 2450509 w 2812178"/>
              <a:gd name="connsiteY938" fmla="*/ 2176613 h 3190227"/>
              <a:gd name="connsiteX939" fmla="*/ 2385549 w 2812178"/>
              <a:gd name="connsiteY939" fmla="*/ 2239669 h 3190227"/>
              <a:gd name="connsiteX940" fmla="*/ 2353354 w 2812178"/>
              <a:gd name="connsiteY940" fmla="*/ 2264720 h 3190227"/>
              <a:gd name="connsiteX941" fmla="*/ 2340400 w 2812178"/>
              <a:gd name="connsiteY941" fmla="*/ 2266148 h 3190227"/>
              <a:gd name="connsiteX942" fmla="*/ 2292108 w 2812178"/>
              <a:gd name="connsiteY942" fmla="*/ 2232525 h 3190227"/>
              <a:gd name="connsiteX943" fmla="*/ 2180666 w 2812178"/>
              <a:gd name="connsiteY943" fmla="*/ 2177090 h 3190227"/>
              <a:gd name="connsiteX944" fmla="*/ 2128659 w 2812178"/>
              <a:gd name="connsiteY944" fmla="*/ 2176328 h 3190227"/>
              <a:gd name="connsiteX945" fmla="*/ 2070843 w 2812178"/>
              <a:gd name="connsiteY945" fmla="*/ 2156611 h 3190227"/>
              <a:gd name="connsiteX946" fmla="*/ 2020551 w 2812178"/>
              <a:gd name="connsiteY946" fmla="*/ 2134894 h 3190227"/>
              <a:gd name="connsiteX947" fmla="*/ 2011121 w 2812178"/>
              <a:gd name="connsiteY947" fmla="*/ 2128703 h 3190227"/>
              <a:gd name="connsiteX948" fmla="*/ 2009692 w 2812178"/>
              <a:gd name="connsiteY948" fmla="*/ 2124607 h 3190227"/>
              <a:gd name="connsiteX949" fmla="*/ 2018265 w 2812178"/>
              <a:gd name="connsiteY949" fmla="*/ 2093079 h 3190227"/>
              <a:gd name="connsiteX950" fmla="*/ 2034743 w 2812178"/>
              <a:gd name="connsiteY950" fmla="*/ 2088507 h 3190227"/>
              <a:gd name="connsiteX951" fmla="*/ 2033790 w 2812178"/>
              <a:gd name="connsiteY951" fmla="*/ 2104509 h 3190227"/>
              <a:gd name="connsiteX952" fmla="*/ 2032743 w 2812178"/>
              <a:gd name="connsiteY952" fmla="*/ 2111272 h 3190227"/>
              <a:gd name="connsiteX953" fmla="*/ 2045220 w 2812178"/>
              <a:gd name="connsiteY953" fmla="*/ 2064409 h 3190227"/>
              <a:gd name="connsiteX954" fmla="*/ 2010454 w 2812178"/>
              <a:gd name="connsiteY954" fmla="*/ 2047645 h 3190227"/>
              <a:gd name="connsiteX955" fmla="*/ 2005120 w 2812178"/>
              <a:gd name="connsiteY955" fmla="*/ 2056122 h 3190227"/>
              <a:gd name="connsiteX956" fmla="*/ 1996167 w 2812178"/>
              <a:gd name="connsiteY956" fmla="*/ 2078696 h 3190227"/>
              <a:gd name="connsiteX957" fmla="*/ 1978164 w 2812178"/>
              <a:gd name="connsiteY957" fmla="*/ 2139085 h 3190227"/>
              <a:gd name="connsiteX958" fmla="*/ 1949970 w 2812178"/>
              <a:gd name="connsiteY958" fmla="*/ 2165374 h 3190227"/>
              <a:gd name="connsiteX959" fmla="*/ 1939779 w 2812178"/>
              <a:gd name="connsiteY959" fmla="*/ 2152134 h 3190227"/>
              <a:gd name="connsiteX960" fmla="*/ 1880438 w 2812178"/>
              <a:gd name="connsiteY960" fmla="*/ 2103176 h 3190227"/>
              <a:gd name="connsiteX961" fmla="*/ 1871484 w 2812178"/>
              <a:gd name="connsiteY961" fmla="*/ 2101556 h 3190227"/>
              <a:gd name="connsiteX962" fmla="*/ 1740992 w 2812178"/>
              <a:gd name="connsiteY962" fmla="*/ 2084602 h 3190227"/>
              <a:gd name="connsiteX963" fmla="*/ 1627454 w 2812178"/>
              <a:gd name="connsiteY963" fmla="*/ 2073934 h 3190227"/>
              <a:gd name="connsiteX964" fmla="*/ 1575257 w 2812178"/>
              <a:gd name="connsiteY964" fmla="*/ 2074124 h 3190227"/>
              <a:gd name="connsiteX965" fmla="*/ 1555254 w 2812178"/>
              <a:gd name="connsiteY965" fmla="*/ 2072029 h 3190227"/>
              <a:gd name="connsiteX966" fmla="*/ 1498390 w 2812178"/>
              <a:gd name="connsiteY966" fmla="*/ 2058122 h 3190227"/>
              <a:gd name="connsiteX967" fmla="*/ 1486103 w 2812178"/>
              <a:gd name="connsiteY967" fmla="*/ 2054884 h 3190227"/>
              <a:gd name="connsiteX968" fmla="*/ 1492675 w 2812178"/>
              <a:gd name="connsiteY968" fmla="*/ 2044692 h 3190227"/>
              <a:gd name="connsiteX969" fmla="*/ 1499438 w 2812178"/>
              <a:gd name="connsiteY969" fmla="*/ 2023737 h 3190227"/>
              <a:gd name="connsiteX970" fmla="*/ 1493342 w 2812178"/>
              <a:gd name="connsiteY970" fmla="*/ 1983351 h 3190227"/>
              <a:gd name="connsiteX971" fmla="*/ 1476102 w 2812178"/>
              <a:gd name="connsiteY971" fmla="*/ 1977731 h 3190227"/>
              <a:gd name="connsiteX972" fmla="*/ 1456861 w 2812178"/>
              <a:gd name="connsiteY972" fmla="*/ 1973159 h 3190227"/>
              <a:gd name="connsiteX973" fmla="*/ 1462195 w 2812178"/>
              <a:gd name="connsiteY973" fmla="*/ 1989542 h 3190227"/>
              <a:gd name="connsiteX974" fmla="*/ 1449432 w 2812178"/>
              <a:gd name="connsiteY974" fmla="*/ 1988495 h 3190227"/>
              <a:gd name="connsiteX975" fmla="*/ 1434382 w 2812178"/>
              <a:gd name="connsiteY975" fmla="*/ 1967540 h 3190227"/>
              <a:gd name="connsiteX976" fmla="*/ 1433430 w 2812178"/>
              <a:gd name="connsiteY976" fmla="*/ 1938298 h 3190227"/>
              <a:gd name="connsiteX977" fmla="*/ 1440288 w 2812178"/>
              <a:gd name="connsiteY977" fmla="*/ 1923153 h 3190227"/>
              <a:gd name="connsiteX978" fmla="*/ 1446955 w 2812178"/>
              <a:gd name="connsiteY978" fmla="*/ 1933154 h 3190227"/>
              <a:gd name="connsiteX979" fmla="*/ 1461243 w 2812178"/>
              <a:gd name="connsiteY979" fmla="*/ 1939250 h 3190227"/>
              <a:gd name="connsiteX980" fmla="*/ 1471149 w 2812178"/>
              <a:gd name="connsiteY980" fmla="*/ 1920772 h 3190227"/>
              <a:gd name="connsiteX981" fmla="*/ 1495914 w 2812178"/>
              <a:gd name="connsiteY981" fmla="*/ 1948013 h 3190227"/>
              <a:gd name="connsiteX982" fmla="*/ 1517345 w 2812178"/>
              <a:gd name="connsiteY982" fmla="*/ 1980303 h 3190227"/>
              <a:gd name="connsiteX983" fmla="*/ 1523155 w 2812178"/>
              <a:gd name="connsiteY983" fmla="*/ 2012879 h 3190227"/>
              <a:gd name="connsiteX984" fmla="*/ 1524679 w 2812178"/>
              <a:gd name="connsiteY984" fmla="*/ 2016974 h 3190227"/>
              <a:gd name="connsiteX985" fmla="*/ 1540776 w 2812178"/>
              <a:gd name="connsiteY985" fmla="*/ 2049740 h 3190227"/>
              <a:gd name="connsiteX986" fmla="*/ 1550397 w 2812178"/>
              <a:gd name="connsiteY986" fmla="*/ 2053836 h 3190227"/>
              <a:gd name="connsiteX987" fmla="*/ 1553635 w 2812178"/>
              <a:gd name="connsiteY987" fmla="*/ 2042216 h 3190227"/>
              <a:gd name="connsiteX988" fmla="*/ 1554873 w 2812178"/>
              <a:gd name="connsiteY988" fmla="*/ 2029357 h 3190227"/>
              <a:gd name="connsiteX989" fmla="*/ 1558588 w 2812178"/>
              <a:gd name="connsiteY989" fmla="*/ 2029738 h 3190227"/>
              <a:gd name="connsiteX990" fmla="*/ 1572971 w 2812178"/>
              <a:gd name="connsiteY990" fmla="*/ 2049931 h 3190227"/>
              <a:gd name="connsiteX991" fmla="*/ 1583163 w 2812178"/>
              <a:gd name="connsiteY991" fmla="*/ 2027737 h 3190227"/>
              <a:gd name="connsiteX992" fmla="*/ 1612404 w 2812178"/>
              <a:gd name="connsiteY992" fmla="*/ 2011831 h 3190227"/>
              <a:gd name="connsiteX993" fmla="*/ 1636693 w 2812178"/>
              <a:gd name="connsiteY993" fmla="*/ 1995353 h 3190227"/>
              <a:gd name="connsiteX994" fmla="*/ 1614024 w 2812178"/>
              <a:gd name="connsiteY994" fmla="*/ 1991352 h 3190227"/>
              <a:gd name="connsiteX995" fmla="*/ 1586306 w 2812178"/>
              <a:gd name="connsiteY995" fmla="*/ 1969254 h 3190227"/>
              <a:gd name="connsiteX996" fmla="*/ 1577543 w 2812178"/>
              <a:gd name="connsiteY996" fmla="*/ 1982684 h 3190227"/>
              <a:gd name="connsiteX997" fmla="*/ 1566208 w 2812178"/>
              <a:gd name="connsiteY997" fmla="*/ 1966016 h 3190227"/>
              <a:gd name="connsiteX998" fmla="*/ 1550587 w 2812178"/>
              <a:gd name="connsiteY998" fmla="*/ 1979255 h 3190227"/>
              <a:gd name="connsiteX999" fmla="*/ 1529251 w 2812178"/>
              <a:gd name="connsiteY999" fmla="*/ 1945441 h 3190227"/>
              <a:gd name="connsiteX1000" fmla="*/ 1545729 w 2812178"/>
              <a:gd name="connsiteY1000" fmla="*/ 1949252 h 3190227"/>
              <a:gd name="connsiteX1001" fmla="*/ 1547158 w 2812178"/>
              <a:gd name="connsiteY1001" fmla="*/ 1934392 h 3190227"/>
              <a:gd name="connsiteX1002" fmla="*/ 1581639 w 2812178"/>
              <a:gd name="connsiteY1002" fmla="*/ 1920486 h 3190227"/>
              <a:gd name="connsiteX1003" fmla="*/ 1624311 w 2812178"/>
              <a:gd name="connsiteY1003" fmla="*/ 1937726 h 3190227"/>
              <a:gd name="connsiteX1004" fmla="*/ 1667554 w 2812178"/>
              <a:gd name="connsiteY1004" fmla="*/ 1955252 h 3190227"/>
              <a:gd name="connsiteX1005" fmla="*/ 1677365 w 2812178"/>
              <a:gd name="connsiteY1005" fmla="*/ 1939441 h 3190227"/>
              <a:gd name="connsiteX1006" fmla="*/ 1642884 w 2812178"/>
              <a:gd name="connsiteY1006" fmla="*/ 1890958 h 3190227"/>
              <a:gd name="connsiteX1007" fmla="*/ 1556493 w 2812178"/>
              <a:gd name="connsiteY1007" fmla="*/ 1824760 h 3190227"/>
              <a:gd name="connsiteX1008" fmla="*/ 1545539 w 2812178"/>
              <a:gd name="connsiteY1008" fmla="*/ 1807900 h 3190227"/>
              <a:gd name="connsiteX1009" fmla="*/ 1523631 w 2812178"/>
              <a:gd name="connsiteY1009" fmla="*/ 1783612 h 3190227"/>
              <a:gd name="connsiteX1010" fmla="*/ 1511630 w 2812178"/>
              <a:gd name="connsiteY1010" fmla="*/ 1773611 h 3190227"/>
              <a:gd name="connsiteX1011" fmla="*/ 1461433 w 2812178"/>
              <a:gd name="connsiteY1011" fmla="*/ 1770277 h 3190227"/>
              <a:gd name="connsiteX1012" fmla="*/ 1427143 w 2812178"/>
              <a:gd name="connsiteY1012" fmla="*/ 1770277 h 3190227"/>
              <a:gd name="connsiteX1013" fmla="*/ 1407522 w 2812178"/>
              <a:gd name="connsiteY1013" fmla="*/ 1773706 h 3190227"/>
              <a:gd name="connsiteX1014" fmla="*/ 1370374 w 2812178"/>
              <a:gd name="connsiteY1014" fmla="*/ 1795994 h 3190227"/>
              <a:gd name="connsiteX1015" fmla="*/ 1284554 w 2812178"/>
              <a:gd name="connsiteY1015" fmla="*/ 1828951 h 3190227"/>
              <a:gd name="connsiteX1016" fmla="*/ 1261408 w 2812178"/>
              <a:gd name="connsiteY1016" fmla="*/ 1836095 h 3190227"/>
              <a:gd name="connsiteX1017" fmla="*/ 1195686 w 2812178"/>
              <a:gd name="connsiteY1017" fmla="*/ 1844572 h 3190227"/>
              <a:gd name="connsiteX1018" fmla="*/ 1183398 w 2812178"/>
              <a:gd name="connsiteY1018" fmla="*/ 1842000 h 3190227"/>
              <a:gd name="connsiteX1019" fmla="*/ 1158538 w 2812178"/>
              <a:gd name="connsiteY1019" fmla="*/ 1825903 h 3190227"/>
              <a:gd name="connsiteX1020" fmla="*/ 1137774 w 2812178"/>
              <a:gd name="connsiteY1020" fmla="*/ 1825617 h 3190227"/>
              <a:gd name="connsiteX1021" fmla="*/ 1101864 w 2812178"/>
              <a:gd name="connsiteY1021" fmla="*/ 1824283 h 3190227"/>
              <a:gd name="connsiteX1022" fmla="*/ 1082719 w 2812178"/>
              <a:gd name="connsiteY1022" fmla="*/ 1819997 h 3190227"/>
              <a:gd name="connsiteX1023" fmla="*/ 1028617 w 2812178"/>
              <a:gd name="connsiteY1023" fmla="*/ 1802471 h 3190227"/>
              <a:gd name="connsiteX1024" fmla="*/ 1028903 w 2812178"/>
              <a:gd name="connsiteY1024" fmla="*/ 1804376 h 3190227"/>
              <a:gd name="connsiteX1025" fmla="*/ 1016044 w 2812178"/>
              <a:gd name="connsiteY1025" fmla="*/ 1782945 h 3190227"/>
              <a:gd name="connsiteX1026" fmla="*/ 1017568 w 2812178"/>
              <a:gd name="connsiteY1026" fmla="*/ 1746560 h 3190227"/>
              <a:gd name="connsiteX1027" fmla="*/ 1024331 w 2812178"/>
              <a:gd name="connsiteY1027" fmla="*/ 1744274 h 3190227"/>
              <a:gd name="connsiteX1028" fmla="*/ 1057287 w 2812178"/>
              <a:gd name="connsiteY1028" fmla="*/ 1719223 h 3190227"/>
              <a:gd name="connsiteX1029" fmla="*/ 1071384 w 2812178"/>
              <a:gd name="connsiteY1029" fmla="*/ 1681790 h 3190227"/>
              <a:gd name="connsiteX1030" fmla="*/ 1083672 w 2812178"/>
              <a:gd name="connsiteY1030" fmla="*/ 1723985 h 3190227"/>
              <a:gd name="connsiteX1031" fmla="*/ 1094816 w 2812178"/>
              <a:gd name="connsiteY1031" fmla="*/ 1725033 h 3190227"/>
              <a:gd name="connsiteX1032" fmla="*/ 1111104 w 2812178"/>
              <a:gd name="connsiteY1032" fmla="*/ 1721033 h 3190227"/>
              <a:gd name="connsiteX1033" fmla="*/ 1111961 w 2812178"/>
              <a:gd name="connsiteY1033" fmla="*/ 1729319 h 3190227"/>
              <a:gd name="connsiteX1034" fmla="*/ 1105674 w 2812178"/>
              <a:gd name="connsiteY1034" fmla="*/ 1747893 h 3190227"/>
              <a:gd name="connsiteX1035" fmla="*/ 1109580 w 2812178"/>
              <a:gd name="connsiteY1035" fmla="*/ 1759895 h 3190227"/>
              <a:gd name="connsiteX1036" fmla="*/ 1117866 w 2812178"/>
              <a:gd name="connsiteY1036" fmla="*/ 1751227 h 3190227"/>
              <a:gd name="connsiteX1037" fmla="*/ 1128820 w 2812178"/>
              <a:gd name="connsiteY1037" fmla="*/ 1740845 h 3190227"/>
              <a:gd name="connsiteX1038" fmla="*/ 1135678 w 2812178"/>
              <a:gd name="connsiteY1038" fmla="*/ 1708364 h 3190227"/>
              <a:gd name="connsiteX1039" fmla="*/ 1123296 w 2812178"/>
              <a:gd name="connsiteY1039" fmla="*/ 1670360 h 3190227"/>
              <a:gd name="connsiteX1040" fmla="*/ 1130344 w 2812178"/>
              <a:gd name="connsiteY1040" fmla="*/ 1666359 h 3190227"/>
              <a:gd name="connsiteX1041" fmla="*/ 1134916 w 2812178"/>
              <a:gd name="connsiteY1041" fmla="*/ 1664263 h 3190227"/>
              <a:gd name="connsiteX1042" fmla="*/ 1150442 w 2812178"/>
              <a:gd name="connsiteY1042" fmla="*/ 1624544 h 3190227"/>
              <a:gd name="connsiteX1043" fmla="*/ 1156252 w 2812178"/>
              <a:gd name="connsiteY1043" fmla="*/ 1628926 h 3190227"/>
              <a:gd name="connsiteX1044" fmla="*/ 1161491 w 2812178"/>
              <a:gd name="connsiteY1044" fmla="*/ 1697029 h 3190227"/>
              <a:gd name="connsiteX1045" fmla="*/ 1169301 w 2812178"/>
              <a:gd name="connsiteY1045" fmla="*/ 1710079 h 3190227"/>
              <a:gd name="connsiteX1046" fmla="*/ 1183684 w 2812178"/>
              <a:gd name="connsiteY1046" fmla="*/ 1700935 h 3190227"/>
              <a:gd name="connsiteX1047" fmla="*/ 1186256 w 2812178"/>
              <a:gd name="connsiteY1047" fmla="*/ 1673122 h 3190227"/>
              <a:gd name="connsiteX1048" fmla="*/ 1184922 w 2812178"/>
              <a:gd name="connsiteY1048" fmla="*/ 1611114 h 3190227"/>
              <a:gd name="connsiteX1049" fmla="*/ 1186065 w 2812178"/>
              <a:gd name="connsiteY1049" fmla="*/ 1602827 h 3190227"/>
              <a:gd name="connsiteX1050" fmla="*/ 1183684 w 2812178"/>
              <a:gd name="connsiteY1050" fmla="*/ 1560632 h 3190227"/>
              <a:gd name="connsiteX1051" fmla="*/ 1193495 w 2812178"/>
              <a:gd name="connsiteY1051" fmla="*/ 1553297 h 3190227"/>
              <a:gd name="connsiteX1052" fmla="*/ 1249692 w 2812178"/>
              <a:gd name="connsiteY1052" fmla="*/ 1523008 h 3190227"/>
              <a:gd name="connsiteX1053" fmla="*/ 1264361 w 2812178"/>
              <a:gd name="connsiteY1053" fmla="*/ 1527104 h 3190227"/>
              <a:gd name="connsiteX1054" fmla="*/ 1287126 w 2812178"/>
              <a:gd name="connsiteY1054" fmla="*/ 1569490 h 3190227"/>
              <a:gd name="connsiteX1055" fmla="*/ 1295508 w 2812178"/>
              <a:gd name="connsiteY1055" fmla="*/ 1553488 h 3190227"/>
              <a:gd name="connsiteX1056" fmla="*/ 1293031 w 2812178"/>
              <a:gd name="connsiteY1056" fmla="*/ 1539772 h 3190227"/>
              <a:gd name="connsiteX1057" fmla="*/ 1271124 w 2812178"/>
              <a:gd name="connsiteY1057" fmla="*/ 1485575 h 3190227"/>
              <a:gd name="connsiteX1058" fmla="*/ 1263980 w 2812178"/>
              <a:gd name="connsiteY1058" fmla="*/ 1471001 h 3190227"/>
              <a:gd name="connsiteX1059" fmla="*/ 1243311 w 2812178"/>
              <a:gd name="connsiteY1059" fmla="*/ 1447094 h 3190227"/>
              <a:gd name="connsiteX1060" fmla="*/ 1230261 w 2812178"/>
              <a:gd name="connsiteY1060" fmla="*/ 1440426 h 3190227"/>
              <a:gd name="connsiteX1061" fmla="*/ 1233119 w 2812178"/>
              <a:gd name="connsiteY1061" fmla="*/ 1456047 h 3190227"/>
              <a:gd name="connsiteX1062" fmla="*/ 1241025 w 2812178"/>
              <a:gd name="connsiteY1062" fmla="*/ 1469858 h 3190227"/>
              <a:gd name="connsiteX1063" fmla="*/ 1231881 w 2812178"/>
              <a:gd name="connsiteY1063" fmla="*/ 1479669 h 3190227"/>
              <a:gd name="connsiteX1064" fmla="*/ 1165968 w 2812178"/>
              <a:gd name="connsiteY1064" fmla="*/ 1479669 h 3190227"/>
              <a:gd name="connsiteX1065" fmla="*/ 1159014 w 2812178"/>
              <a:gd name="connsiteY1065" fmla="*/ 1469573 h 3190227"/>
              <a:gd name="connsiteX1066" fmla="*/ 1162062 w 2812178"/>
              <a:gd name="connsiteY1066" fmla="*/ 1452332 h 3190227"/>
              <a:gd name="connsiteX1067" fmla="*/ 1156824 w 2812178"/>
              <a:gd name="connsiteY1067" fmla="*/ 1447570 h 3190227"/>
              <a:gd name="connsiteX1068" fmla="*/ 1150728 w 2812178"/>
              <a:gd name="connsiteY1068" fmla="*/ 1453761 h 3190227"/>
              <a:gd name="connsiteX1069" fmla="*/ 1152728 w 2812178"/>
              <a:gd name="connsiteY1069" fmla="*/ 1441760 h 3190227"/>
              <a:gd name="connsiteX1070" fmla="*/ 1161967 w 2812178"/>
              <a:gd name="connsiteY1070" fmla="*/ 1431663 h 3190227"/>
              <a:gd name="connsiteX1071" fmla="*/ 1164158 w 2812178"/>
              <a:gd name="connsiteY1071" fmla="*/ 1423471 h 3190227"/>
              <a:gd name="connsiteX1072" fmla="*/ 1160729 w 2812178"/>
              <a:gd name="connsiteY1072" fmla="*/ 1357273 h 3190227"/>
              <a:gd name="connsiteX1073" fmla="*/ 1158633 w 2812178"/>
              <a:gd name="connsiteY1073" fmla="*/ 1264118 h 3190227"/>
              <a:gd name="connsiteX1074" fmla="*/ 1159586 w 2812178"/>
              <a:gd name="connsiteY1074" fmla="*/ 1235353 h 3190227"/>
              <a:gd name="connsiteX1075" fmla="*/ 1168539 w 2812178"/>
              <a:gd name="connsiteY1075" fmla="*/ 1186585 h 3190227"/>
              <a:gd name="connsiteX1076" fmla="*/ 1172349 w 2812178"/>
              <a:gd name="connsiteY1076" fmla="*/ 1181918 h 3190227"/>
              <a:gd name="connsiteX1077" fmla="*/ 1182732 w 2812178"/>
              <a:gd name="connsiteY1077" fmla="*/ 1219637 h 3190227"/>
              <a:gd name="connsiteX1078" fmla="*/ 1188447 w 2812178"/>
              <a:gd name="connsiteY1078" fmla="*/ 1196014 h 3190227"/>
              <a:gd name="connsiteX1079" fmla="*/ 1178255 w 2812178"/>
              <a:gd name="connsiteY1079" fmla="*/ 1126006 h 3190227"/>
              <a:gd name="connsiteX1080" fmla="*/ 1182446 w 2812178"/>
              <a:gd name="connsiteY1080" fmla="*/ 1120958 h 3190227"/>
              <a:gd name="connsiteX1081" fmla="*/ 1189113 w 2812178"/>
              <a:gd name="connsiteY1081" fmla="*/ 1114671 h 3190227"/>
              <a:gd name="connsiteX1082" fmla="*/ 1180731 w 2812178"/>
              <a:gd name="connsiteY1082" fmla="*/ 1109242 h 3190227"/>
              <a:gd name="connsiteX1083" fmla="*/ 1159205 w 2812178"/>
              <a:gd name="connsiteY1083" fmla="*/ 1095431 h 3190227"/>
              <a:gd name="connsiteX1084" fmla="*/ 1152156 w 2812178"/>
              <a:gd name="connsiteY1084" fmla="*/ 1072189 h 3190227"/>
              <a:gd name="connsiteX1085" fmla="*/ 1152537 w 2812178"/>
              <a:gd name="connsiteY1085" fmla="*/ 1063331 h 3190227"/>
              <a:gd name="connsiteX1086" fmla="*/ 1140917 w 2812178"/>
              <a:gd name="connsiteY1086" fmla="*/ 1051616 h 3190227"/>
              <a:gd name="connsiteX1087" fmla="*/ 1136726 w 2812178"/>
              <a:gd name="connsiteY1087" fmla="*/ 1066856 h 3190227"/>
              <a:gd name="connsiteX1088" fmla="*/ 1140345 w 2812178"/>
              <a:gd name="connsiteY1088" fmla="*/ 1075237 h 3190227"/>
              <a:gd name="connsiteX1089" fmla="*/ 1137869 w 2812178"/>
              <a:gd name="connsiteY1089" fmla="*/ 1084762 h 3190227"/>
              <a:gd name="connsiteX1090" fmla="*/ 1125772 w 2812178"/>
              <a:gd name="connsiteY1090" fmla="*/ 1081238 h 3190227"/>
              <a:gd name="connsiteX1091" fmla="*/ 1119390 w 2812178"/>
              <a:gd name="connsiteY1091" fmla="*/ 1065236 h 3190227"/>
              <a:gd name="connsiteX1092" fmla="*/ 1115866 w 2812178"/>
              <a:gd name="connsiteY1092" fmla="*/ 1070189 h 3190227"/>
              <a:gd name="connsiteX1093" fmla="*/ 1108722 w 2812178"/>
              <a:gd name="connsiteY1093" fmla="*/ 1097336 h 3190227"/>
              <a:gd name="connsiteX1094" fmla="*/ 1054144 w 2812178"/>
              <a:gd name="connsiteY1094" fmla="*/ 1119148 h 3190227"/>
              <a:gd name="connsiteX1095" fmla="*/ 1040714 w 2812178"/>
              <a:gd name="connsiteY1095" fmla="*/ 1100193 h 3190227"/>
              <a:gd name="connsiteX1096" fmla="*/ 1038618 w 2812178"/>
              <a:gd name="connsiteY1096" fmla="*/ 1115433 h 3190227"/>
              <a:gd name="connsiteX1097" fmla="*/ 1061669 w 2812178"/>
              <a:gd name="connsiteY1097" fmla="*/ 1151152 h 3190227"/>
              <a:gd name="connsiteX1098" fmla="*/ 1062431 w 2812178"/>
              <a:gd name="connsiteY1098" fmla="*/ 1172869 h 3190227"/>
              <a:gd name="connsiteX1099" fmla="*/ 1038523 w 2812178"/>
              <a:gd name="connsiteY1099" fmla="*/ 1352415 h 3190227"/>
              <a:gd name="connsiteX1100" fmla="*/ 989755 w 2812178"/>
              <a:gd name="connsiteY1100" fmla="*/ 1462619 h 3190227"/>
              <a:gd name="connsiteX1101" fmla="*/ 982326 w 2812178"/>
              <a:gd name="connsiteY1101" fmla="*/ 1483955 h 3190227"/>
              <a:gd name="connsiteX1102" fmla="*/ 975182 w 2812178"/>
              <a:gd name="connsiteY1102" fmla="*/ 1550249 h 3190227"/>
              <a:gd name="connsiteX1103" fmla="*/ 968419 w 2812178"/>
              <a:gd name="connsiteY1103" fmla="*/ 1559488 h 3190227"/>
              <a:gd name="connsiteX1104" fmla="*/ 942892 w 2812178"/>
              <a:gd name="connsiteY1104" fmla="*/ 1585682 h 3190227"/>
              <a:gd name="connsiteX1105" fmla="*/ 941082 w 2812178"/>
              <a:gd name="connsiteY1105" fmla="*/ 1592254 h 3190227"/>
              <a:gd name="connsiteX1106" fmla="*/ 859644 w 2812178"/>
              <a:gd name="connsiteY1106" fmla="*/ 1686742 h 3190227"/>
              <a:gd name="connsiteX1107" fmla="*/ 855643 w 2812178"/>
              <a:gd name="connsiteY1107" fmla="*/ 1683599 h 3190227"/>
              <a:gd name="connsiteX1108" fmla="*/ 873645 w 2812178"/>
              <a:gd name="connsiteY1108" fmla="*/ 1657310 h 3190227"/>
              <a:gd name="connsiteX1109" fmla="*/ 872693 w 2812178"/>
              <a:gd name="connsiteY1109" fmla="*/ 1647119 h 3190227"/>
              <a:gd name="connsiteX1110" fmla="*/ 848309 w 2812178"/>
              <a:gd name="connsiteY1110" fmla="*/ 1646166 h 3190227"/>
              <a:gd name="connsiteX1111" fmla="*/ 842594 w 2812178"/>
              <a:gd name="connsiteY1111" fmla="*/ 1652453 h 3190227"/>
              <a:gd name="connsiteX1112" fmla="*/ 824115 w 2812178"/>
              <a:gd name="connsiteY1112" fmla="*/ 1664930 h 3190227"/>
              <a:gd name="connsiteX1113" fmla="*/ 819258 w 2812178"/>
              <a:gd name="connsiteY1113" fmla="*/ 1670645 h 3190227"/>
              <a:gd name="connsiteX1114" fmla="*/ 805732 w 2812178"/>
              <a:gd name="connsiteY1114" fmla="*/ 1698458 h 3190227"/>
              <a:gd name="connsiteX1115" fmla="*/ 798779 w 2812178"/>
              <a:gd name="connsiteY1115" fmla="*/ 1705412 h 3190227"/>
              <a:gd name="connsiteX1116" fmla="*/ 796302 w 2812178"/>
              <a:gd name="connsiteY1116" fmla="*/ 1720747 h 3190227"/>
              <a:gd name="connsiteX1117" fmla="*/ 751059 w 2812178"/>
              <a:gd name="connsiteY1117" fmla="*/ 1759323 h 3190227"/>
              <a:gd name="connsiteX1118" fmla="*/ 739438 w 2812178"/>
              <a:gd name="connsiteY1118" fmla="*/ 1778373 h 3190227"/>
              <a:gd name="connsiteX1119" fmla="*/ 752011 w 2812178"/>
              <a:gd name="connsiteY1119" fmla="*/ 1787993 h 3190227"/>
              <a:gd name="connsiteX1120" fmla="*/ 751916 w 2812178"/>
              <a:gd name="connsiteY1120" fmla="*/ 1795613 h 3190227"/>
              <a:gd name="connsiteX1121" fmla="*/ 738962 w 2812178"/>
              <a:gd name="connsiteY1121" fmla="*/ 1806758 h 3190227"/>
              <a:gd name="connsiteX1122" fmla="*/ 732675 w 2812178"/>
              <a:gd name="connsiteY1122" fmla="*/ 1801138 h 3190227"/>
              <a:gd name="connsiteX1123" fmla="*/ 680288 w 2812178"/>
              <a:gd name="connsiteY1123" fmla="*/ 1753417 h 3190227"/>
              <a:gd name="connsiteX1124" fmla="*/ 664857 w 2812178"/>
              <a:gd name="connsiteY1124" fmla="*/ 1765705 h 3190227"/>
              <a:gd name="connsiteX1125" fmla="*/ 666667 w 2812178"/>
              <a:gd name="connsiteY1125" fmla="*/ 1772277 h 3190227"/>
              <a:gd name="connsiteX1126" fmla="*/ 657714 w 2812178"/>
              <a:gd name="connsiteY1126" fmla="*/ 1785517 h 3190227"/>
              <a:gd name="connsiteX1127" fmla="*/ 645522 w 2812178"/>
              <a:gd name="connsiteY1127" fmla="*/ 1775801 h 3190227"/>
              <a:gd name="connsiteX1128" fmla="*/ 632568 w 2812178"/>
              <a:gd name="connsiteY1128" fmla="*/ 1752941 h 3190227"/>
              <a:gd name="connsiteX1129" fmla="*/ 629139 w 2812178"/>
              <a:gd name="connsiteY1129" fmla="*/ 1766562 h 3190227"/>
              <a:gd name="connsiteX1130" fmla="*/ 630948 w 2812178"/>
              <a:gd name="connsiteY1130" fmla="*/ 1843905 h 3190227"/>
              <a:gd name="connsiteX1131" fmla="*/ 619614 w 2812178"/>
              <a:gd name="connsiteY1131" fmla="*/ 1857240 h 3190227"/>
              <a:gd name="connsiteX1132" fmla="*/ 577418 w 2812178"/>
              <a:gd name="connsiteY1132" fmla="*/ 1866670 h 3190227"/>
              <a:gd name="connsiteX1133" fmla="*/ 535508 w 2812178"/>
              <a:gd name="connsiteY1133" fmla="*/ 1965825 h 3190227"/>
              <a:gd name="connsiteX1134" fmla="*/ 565893 w 2812178"/>
              <a:gd name="connsiteY1134" fmla="*/ 2002687 h 3190227"/>
              <a:gd name="connsiteX1135" fmla="*/ 587514 w 2812178"/>
              <a:gd name="connsiteY1135" fmla="*/ 1996305 h 3190227"/>
              <a:gd name="connsiteX1136" fmla="*/ 607422 w 2812178"/>
              <a:gd name="connsiteY1136" fmla="*/ 1979827 h 3190227"/>
              <a:gd name="connsiteX1137" fmla="*/ 615804 w 2812178"/>
              <a:gd name="connsiteY1137" fmla="*/ 1989161 h 3190227"/>
              <a:gd name="connsiteX1138" fmla="*/ 628186 w 2812178"/>
              <a:gd name="connsiteY1138" fmla="*/ 1993162 h 3190227"/>
              <a:gd name="connsiteX1139" fmla="*/ 625995 w 2812178"/>
              <a:gd name="connsiteY1139" fmla="*/ 1981065 h 3190227"/>
              <a:gd name="connsiteX1140" fmla="*/ 626948 w 2812178"/>
              <a:gd name="connsiteY1140" fmla="*/ 1971159 h 3190227"/>
              <a:gd name="connsiteX1141" fmla="*/ 623043 w 2812178"/>
              <a:gd name="connsiteY1141" fmla="*/ 1902388 h 3190227"/>
              <a:gd name="connsiteX1142" fmla="*/ 621423 w 2812178"/>
              <a:gd name="connsiteY1142" fmla="*/ 1898198 h 3190227"/>
              <a:gd name="connsiteX1143" fmla="*/ 622376 w 2812178"/>
              <a:gd name="connsiteY1143" fmla="*/ 1894673 h 3190227"/>
              <a:gd name="connsiteX1144" fmla="*/ 642759 w 2812178"/>
              <a:gd name="connsiteY1144" fmla="*/ 1915247 h 3190227"/>
              <a:gd name="connsiteX1145" fmla="*/ 668953 w 2812178"/>
              <a:gd name="connsiteY1145" fmla="*/ 1949537 h 3190227"/>
              <a:gd name="connsiteX1146" fmla="*/ 683622 w 2812178"/>
              <a:gd name="connsiteY1146" fmla="*/ 1994019 h 3190227"/>
              <a:gd name="connsiteX1147" fmla="*/ 656571 w 2812178"/>
              <a:gd name="connsiteY1147" fmla="*/ 2018784 h 3190227"/>
              <a:gd name="connsiteX1148" fmla="*/ 646665 w 2812178"/>
              <a:gd name="connsiteY1148" fmla="*/ 2028785 h 3190227"/>
              <a:gd name="connsiteX1149" fmla="*/ 648379 w 2812178"/>
              <a:gd name="connsiteY1149" fmla="*/ 2040025 h 3190227"/>
              <a:gd name="connsiteX1150" fmla="*/ 616947 w 2812178"/>
              <a:gd name="connsiteY1150" fmla="*/ 2058789 h 3190227"/>
              <a:gd name="connsiteX1151" fmla="*/ 648855 w 2812178"/>
              <a:gd name="connsiteY1151" fmla="*/ 2097937 h 3190227"/>
              <a:gd name="connsiteX1152" fmla="*/ 652189 w 2812178"/>
              <a:gd name="connsiteY1152" fmla="*/ 2133656 h 3190227"/>
              <a:gd name="connsiteX1153" fmla="*/ 657809 w 2812178"/>
              <a:gd name="connsiteY1153" fmla="*/ 2147372 h 3190227"/>
              <a:gd name="connsiteX1154" fmla="*/ 691813 w 2812178"/>
              <a:gd name="connsiteY1154" fmla="*/ 2191949 h 3190227"/>
              <a:gd name="connsiteX1155" fmla="*/ 693718 w 2812178"/>
              <a:gd name="connsiteY1155" fmla="*/ 2211761 h 3190227"/>
              <a:gd name="connsiteX1156" fmla="*/ 692575 w 2812178"/>
              <a:gd name="connsiteY1156" fmla="*/ 2296247 h 3190227"/>
              <a:gd name="connsiteX1157" fmla="*/ 681240 w 2812178"/>
              <a:gd name="connsiteY1157" fmla="*/ 2307582 h 3190227"/>
              <a:gd name="connsiteX1158" fmla="*/ 590943 w 2812178"/>
              <a:gd name="connsiteY1158" fmla="*/ 2291390 h 3190227"/>
              <a:gd name="connsiteX1159" fmla="*/ 488740 w 2812178"/>
              <a:gd name="connsiteY1159" fmla="*/ 2271197 h 3190227"/>
              <a:gd name="connsiteX1160" fmla="*/ 441972 w 2812178"/>
              <a:gd name="connsiteY1160" fmla="*/ 2239955 h 3190227"/>
              <a:gd name="connsiteX1161" fmla="*/ 439115 w 2812178"/>
              <a:gd name="connsiteY1161" fmla="*/ 2236526 h 3190227"/>
              <a:gd name="connsiteX1162" fmla="*/ 433495 w 2812178"/>
              <a:gd name="connsiteY1162" fmla="*/ 2190615 h 3190227"/>
              <a:gd name="connsiteX1163" fmla="*/ 417684 w 2812178"/>
              <a:gd name="connsiteY1163" fmla="*/ 2128417 h 3190227"/>
              <a:gd name="connsiteX1164" fmla="*/ 406254 w 2812178"/>
              <a:gd name="connsiteY1164" fmla="*/ 2129369 h 3190227"/>
              <a:gd name="connsiteX1165" fmla="*/ 399205 w 2812178"/>
              <a:gd name="connsiteY1165" fmla="*/ 2182328 h 3190227"/>
              <a:gd name="connsiteX1166" fmla="*/ 370440 w 2812178"/>
              <a:gd name="connsiteY1166" fmla="*/ 2155658 h 3190227"/>
              <a:gd name="connsiteX1167" fmla="*/ 331863 w 2812178"/>
              <a:gd name="connsiteY1167" fmla="*/ 2099366 h 3190227"/>
              <a:gd name="connsiteX1168" fmla="*/ 317481 w 2812178"/>
              <a:gd name="connsiteY1168" fmla="*/ 2085554 h 3190227"/>
              <a:gd name="connsiteX1169" fmla="*/ 246996 w 2812178"/>
              <a:gd name="connsiteY1169" fmla="*/ 2068314 h 3190227"/>
              <a:gd name="connsiteX1170" fmla="*/ 233661 w 2812178"/>
              <a:gd name="connsiteY1170" fmla="*/ 2063075 h 3190227"/>
              <a:gd name="connsiteX1171" fmla="*/ 240423 w 2812178"/>
              <a:gd name="connsiteY1171" fmla="*/ 2051360 h 3190227"/>
              <a:gd name="connsiteX1172" fmla="*/ 238423 w 2812178"/>
              <a:gd name="connsiteY1172" fmla="*/ 2028976 h 3190227"/>
              <a:gd name="connsiteX1173" fmla="*/ 241566 w 2812178"/>
              <a:gd name="connsiteY1173" fmla="*/ 2013260 h 3190227"/>
              <a:gd name="connsiteX1174" fmla="*/ 310623 w 2812178"/>
              <a:gd name="connsiteY1174" fmla="*/ 1950109 h 3190227"/>
              <a:gd name="connsiteX1175" fmla="*/ 335769 w 2812178"/>
              <a:gd name="connsiteY1175" fmla="*/ 1935916 h 3190227"/>
              <a:gd name="connsiteX1176" fmla="*/ 340722 w 2812178"/>
              <a:gd name="connsiteY1176" fmla="*/ 1927630 h 3190227"/>
              <a:gd name="connsiteX1177" fmla="*/ 330720 w 2812178"/>
              <a:gd name="connsiteY1177" fmla="*/ 1927058 h 3190227"/>
              <a:gd name="connsiteX1178" fmla="*/ 323577 w 2812178"/>
              <a:gd name="connsiteY1178" fmla="*/ 1932678 h 3190227"/>
              <a:gd name="connsiteX1179" fmla="*/ 314909 w 2812178"/>
              <a:gd name="connsiteY1179" fmla="*/ 1933345 h 3190227"/>
              <a:gd name="connsiteX1180" fmla="*/ 315004 w 2812178"/>
              <a:gd name="connsiteY1180" fmla="*/ 1924106 h 3190227"/>
              <a:gd name="connsiteX1181" fmla="*/ 314909 w 2812178"/>
              <a:gd name="connsiteY1181" fmla="*/ 1905817 h 3190227"/>
              <a:gd name="connsiteX1182" fmla="*/ 295097 w 2812178"/>
              <a:gd name="connsiteY1182" fmla="*/ 1906389 h 3190227"/>
              <a:gd name="connsiteX1183" fmla="*/ 271284 w 2812178"/>
              <a:gd name="connsiteY1183" fmla="*/ 1913628 h 3190227"/>
              <a:gd name="connsiteX1184" fmla="*/ 303860 w 2812178"/>
              <a:gd name="connsiteY1184" fmla="*/ 1872290 h 3190227"/>
              <a:gd name="connsiteX1185" fmla="*/ 370535 w 2812178"/>
              <a:gd name="connsiteY1185" fmla="*/ 1804376 h 3190227"/>
              <a:gd name="connsiteX1186" fmla="*/ 393966 w 2812178"/>
              <a:gd name="connsiteY1186" fmla="*/ 1771325 h 3190227"/>
              <a:gd name="connsiteX1187" fmla="*/ 422446 w 2812178"/>
              <a:gd name="connsiteY1187" fmla="*/ 1722937 h 3190227"/>
              <a:gd name="connsiteX1188" fmla="*/ 427590 w 2812178"/>
              <a:gd name="connsiteY1188" fmla="*/ 1703792 h 3190227"/>
              <a:gd name="connsiteX1189" fmla="*/ 471024 w 2812178"/>
              <a:gd name="connsiteY1189" fmla="*/ 1656644 h 3190227"/>
              <a:gd name="connsiteX1190" fmla="*/ 499027 w 2812178"/>
              <a:gd name="connsiteY1190" fmla="*/ 1644071 h 3190227"/>
              <a:gd name="connsiteX1191" fmla="*/ 400253 w 2812178"/>
              <a:gd name="connsiteY1191" fmla="*/ 1679027 h 3190227"/>
              <a:gd name="connsiteX1192" fmla="*/ 371297 w 2812178"/>
              <a:gd name="connsiteY1192" fmla="*/ 1665121 h 3190227"/>
              <a:gd name="connsiteX1193" fmla="*/ 358533 w 2812178"/>
              <a:gd name="connsiteY1193" fmla="*/ 1591683 h 3190227"/>
              <a:gd name="connsiteX1194" fmla="*/ 316433 w 2812178"/>
              <a:gd name="connsiteY1194" fmla="*/ 1576062 h 3190227"/>
              <a:gd name="connsiteX1195" fmla="*/ 264236 w 2812178"/>
              <a:gd name="connsiteY1195" fmla="*/ 1592445 h 3190227"/>
              <a:gd name="connsiteX1196" fmla="*/ 201276 w 2812178"/>
              <a:gd name="connsiteY1196" fmla="*/ 1618639 h 3190227"/>
              <a:gd name="connsiteX1197" fmla="*/ 145745 w 2812178"/>
              <a:gd name="connsiteY1197" fmla="*/ 1617782 h 3190227"/>
              <a:gd name="connsiteX1198" fmla="*/ 79546 w 2812178"/>
              <a:gd name="connsiteY1198" fmla="*/ 1589778 h 3190227"/>
              <a:gd name="connsiteX1199" fmla="*/ 5823 w 2812178"/>
              <a:gd name="connsiteY1199" fmla="*/ 1501958 h 3190227"/>
              <a:gd name="connsiteX1200" fmla="*/ 1917 w 2812178"/>
              <a:gd name="connsiteY1200" fmla="*/ 1404231 h 3190227"/>
              <a:gd name="connsiteX1201" fmla="*/ 8394 w 2812178"/>
              <a:gd name="connsiteY1201" fmla="*/ 1345271 h 3190227"/>
              <a:gd name="connsiteX1202" fmla="*/ 43637 w 2812178"/>
              <a:gd name="connsiteY1202" fmla="*/ 1302599 h 3190227"/>
              <a:gd name="connsiteX1203" fmla="*/ 81261 w 2812178"/>
              <a:gd name="connsiteY1203" fmla="*/ 1274500 h 3190227"/>
              <a:gd name="connsiteX1204" fmla="*/ 149841 w 2812178"/>
              <a:gd name="connsiteY1204" fmla="*/ 1211445 h 3190227"/>
              <a:gd name="connsiteX1205" fmla="*/ 172129 w 2812178"/>
              <a:gd name="connsiteY1205" fmla="*/ 1186489 h 3190227"/>
              <a:gd name="connsiteX1206" fmla="*/ 132981 w 2812178"/>
              <a:gd name="connsiteY1206" fmla="*/ 1199634 h 3190227"/>
              <a:gd name="connsiteX1207" fmla="*/ 138506 w 2812178"/>
              <a:gd name="connsiteY1207" fmla="*/ 1181632 h 3190227"/>
              <a:gd name="connsiteX1208" fmla="*/ 145078 w 2812178"/>
              <a:gd name="connsiteY1208" fmla="*/ 1170773 h 3190227"/>
              <a:gd name="connsiteX1209" fmla="*/ 151746 w 2812178"/>
              <a:gd name="connsiteY1209" fmla="*/ 1115528 h 3190227"/>
              <a:gd name="connsiteX1210" fmla="*/ 137649 w 2812178"/>
              <a:gd name="connsiteY1210" fmla="*/ 1077619 h 3190227"/>
              <a:gd name="connsiteX1211" fmla="*/ 132410 w 2812178"/>
              <a:gd name="connsiteY1211" fmla="*/ 1072094 h 3190227"/>
              <a:gd name="connsiteX1212" fmla="*/ 116503 w 2812178"/>
              <a:gd name="connsiteY1212" fmla="*/ 1080000 h 3190227"/>
              <a:gd name="connsiteX1213" fmla="*/ 109169 w 2812178"/>
              <a:gd name="connsiteY1213" fmla="*/ 1097240 h 3190227"/>
              <a:gd name="connsiteX1214" fmla="*/ 103740 w 2812178"/>
              <a:gd name="connsiteY1214" fmla="*/ 1075047 h 3190227"/>
              <a:gd name="connsiteX1215" fmla="*/ 122885 w 2812178"/>
              <a:gd name="connsiteY1215" fmla="*/ 1026660 h 3190227"/>
              <a:gd name="connsiteX1216" fmla="*/ 187083 w 2812178"/>
              <a:gd name="connsiteY1216" fmla="*/ 966081 h 3190227"/>
              <a:gd name="connsiteX1217" fmla="*/ 190608 w 2812178"/>
              <a:gd name="connsiteY1217" fmla="*/ 940268 h 3190227"/>
              <a:gd name="connsiteX1218" fmla="*/ 173844 w 2812178"/>
              <a:gd name="connsiteY1218" fmla="*/ 937792 h 3190227"/>
              <a:gd name="connsiteX1219" fmla="*/ 167462 w 2812178"/>
              <a:gd name="connsiteY1219" fmla="*/ 937220 h 3190227"/>
              <a:gd name="connsiteX1220" fmla="*/ 145364 w 2812178"/>
              <a:gd name="connsiteY1220" fmla="*/ 918932 h 3190227"/>
              <a:gd name="connsiteX1221" fmla="*/ 156603 w 2812178"/>
              <a:gd name="connsiteY1221" fmla="*/ 916456 h 3190227"/>
              <a:gd name="connsiteX1222" fmla="*/ 170510 w 2812178"/>
              <a:gd name="connsiteY1222" fmla="*/ 925886 h 3190227"/>
              <a:gd name="connsiteX1223" fmla="*/ 169653 w 2812178"/>
              <a:gd name="connsiteY1223" fmla="*/ 904645 h 3190227"/>
              <a:gd name="connsiteX1224" fmla="*/ 185274 w 2812178"/>
              <a:gd name="connsiteY1224" fmla="*/ 870736 h 3190227"/>
              <a:gd name="connsiteX1225" fmla="*/ 193465 w 2812178"/>
              <a:gd name="connsiteY1225" fmla="*/ 869783 h 3190227"/>
              <a:gd name="connsiteX1226" fmla="*/ 199180 w 2812178"/>
              <a:gd name="connsiteY1226" fmla="*/ 889786 h 3190227"/>
              <a:gd name="connsiteX1227" fmla="*/ 219564 w 2812178"/>
              <a:gd name="connsiteY1227" fmla="*/ 847685 h 3190227"/>
              <a:gd name="connsiteX1228" fmla="*/ 248615 w 2812178"/>
              <a:gd name="connsiteY1228" fmla="*/ 812824 h 3190227"/>
              <a:gd name="connsiteX1229" fmla="*/ 272999 w 2812178"/>
              <a:gd name="connsiteY1229" fmla="*/ 773581 h 3190227"/>
              <a:gd name="connsiteX1230" fmla="*/ 263188 w 2812178"/>
              <a:gd name="connsiteY1230" fmla="*/ 765675 h 3190227"/>
              <a:gd name="connsiteX1231" fmla="*/ 251282 w 2812178"/>
              <a:gd name="connsiteY1231" fmla="*/ 765199 h 3190227"/>
              <a:gd name="connsiteX1232" fmla="*/ 261664 w 2812178"/>
              <a:gd name="connsiteY1232" fmla="*/ 757007 h 3190227"/>
              <a:gd name="connsiteX1233" fmla="*/ 301574 w 2812178"/>
              <a:gd name="connsiteY1233" fmla="*/ 737005 h 3190227"/>
              <a:gd name="connsiteX1234" fmla="*/ 315671 w 2812178"/>
              <a:gd name="connsiteY1234" fmla="*/ 734528 h 3190227"/>
              <a:gd name="connsiteX1235" fmla="*/ 350818 w 2812178"/>
              <a:gd name="connsiteY1235" fmla="*/ 726432 h 3190227"/>
              <a:gd name="connsiteX1236" fmla="*/ 382251 w 2812178"/>
              <a:gd name="connsiteY1236" fmla="*/ 709097 h 3190227"/>
              <a:gd name="connsiteX1237" fmla="*/ 396633 w 2812178"/>
              <a:gd name="connsiteY1237" fmla="*/ 698905 h 3190227"/>
              <a:gd name="connsiteX1238" fmla="*/ 417017 w 2812178"/>
              <a:gd name="connsiteY1238" fmla="*/ 686618 h 3190227"/>
              <a:gd name="connsiteX1239" fmla="*/ 430828 w 2812178"/>
              <a:gd name="connsiteY1239" fmla="*/ 674235 h 3190227"/>
              <a:gd name="connsiteX1240" fmla="*/ 442544 w 2812178"/>
              <a:gd name="connsiteY1240" fmla="*/ 652518 h 3190227"/>
              <a:gd name="connsiteX1241" fmla="*/ 446449 w 2812178"/>
              <a:gd name="connsiteY1241" fmla="*/ 654328 h 3190227"/>
              <a:gd name="connsiteX1242" fmla="*/ 452259 w 2812178"/>
              <a:gd name="connsiteY1242" fmla="*/ 671854 h 3190227"/>
              <a:gd name="connsiteX1243" fmla="*/ 465594 w 2812178"/>
              <a:gd name="connsiteY1243" fmla="*/ 658138 h 3190227"/>
              <a:gd name="connsiteX1244" fmla="*/ 483025 w 2812178"/>
              <a:gd name="connsiteY1244" fmla="*/ 613942 h 3190227"/>
              <a:gd name="connsiteX1245" fmla="*/ 423684 w 2812178"/>
              <a:gd name="connsiteY1245" fmla="*/ 641850 h 3190227"/>
              <a:gd name="connsiteX1246" fmla="*/ 396538 w 2812178"/>
              <a:gd name="connsiteY1246" fmla="*/ 635278 h 3190227"/>
              <a:gd name="connsiteX1247" fmla="*/ 381774 w 2812178"/>
              <a:gd name="connsiteY1247" fmla="*/ 659090 h 3190227"/>
              <a:gd name="connsiteX1248" fmla="*/ 364344 w 2812178"/>
              <a:gd name="connsiteY1248" fmla="*/ 659186 h 3190227"/>
              <a:gd name="connsiteX1249" fmla="*/ 360057 w 2812178"/>
              <a:gd name="connsiteY1249" fmla="*/ 644993 h 3190227"/>
              <a:gd name="connsiteX1250" fmla="*/ 365772 w 2812178"/>
              <a:gd name="connsiteY1250" fmla="*/ 625372 h 3190227"/>
              <a:gd name="connsiteX1251" fmla="*/ 356343 w 2812178"/>
              <a:gd name="connsiteY1251" fmla="*/ 598892 h 3190227"/>
              <a:gd name="connsiteX1252" fmla="*/ 358819 w 2812178"/>
              <a:gd name="connsiteY1252" fmla="*/ 589081 h 3190227"/>
              <a:gd name="connsiteX1253" fmla="*/ 403682 w 2812178"/>
              <a:gd name="connsiteY1253" fmla="*/ 546124 h 3190227"/>
              <a:gd name="connsiteX1254" fmla="*/ 427685 w 2812178"/>
              <a:gd name="connsiteY1254" fmla="*/ 499642 h 3190227"/>
              <a:gd name="connsiteX1255" fmla="*/ 432066 w 2812178"/>
              <a:gd name="connsiteY1255" fmla="*/ 495260 h 3190227"/>
              <a:gd name="connsiteX1256" fmla="*/ 450640 w 2812178"/>
              <a:gd name="connsiteY1256" fmla="*/ 462304 h 3190227"/>
              <a:gd name="connsiteX1257" fmla="*/ 471405 w 2812178"/>
              <a:gd name="connsiteY1257" fmla="*/ 427156 h 3190227"/>
              <a:gd name="connsiteX1258" fmla="*/ 483692 w 2812178"/>
              <a:gd name="connsiteY1258" fmla="*/ 421251 h 3190227"/>
              <a:gd name="connsiteX1259" fmla="*/ 507314 w 2812178"/>
              <a:gd name="connsiteY1259" fmla="*/ 409535 h 3190227"/>
              <a:gd name="connsiteX1260" fmla="*/ 519887 w 2812178"/>
              <a:gd name="connsiteY1260" fmla="*/ 430109 h 3190227"/>
              <a:gd name="connsiteX1261" fmla="*/ 540080 w 2812178"/>
              <a:gd name="connsiteY1261" fmla="*/ 431633 h 3190227"/>
              <a:gd name="connsiteX1262" fmla="*/ 563892 w 2812178"/>
              <a:gd name="connsiteY1262" fmla="*/ 401820 h 3190227"/>
              <a:gd name="connsiteX1263" fmla="*/ 606088 w 2812178"/>
              <a:gd name="connsiteY1263" fmla="*/ 375721 h 3190227"/>
              <a:gd name="connsiteX1264" fmla="*/ 626091 w 2812178"/>
              <a:gd name="connsiteY1264" fmla="*/ 361815 h 3190227"/>
              <a:gd name="connsiteX1265" fmla="*/ 644664 w 2812178"/>
              <a:gd name="connsiteY1265" fmla="*/ 341812 h 3190227"/>
              <a:gd name="connsiteX1266" fmla="*/ 669048 w 2812178"/>
              <a:gd name="connsiteY1266" fmla="*/ 334954 h 3190227"/>
              <a:gd name="connsiteX1267" fmla="*/ 670382 w 2812178"/>
              <a:gd name="connsiteY1267" fmla="*/ 361339 h 3190227"/>
              <a:gd name="connsiteX1268" fmla="*/ 650094 w 2812178"/>
              <a:gd name="connsiteY1268" fmla="*/ 388961 h 3190227"/>
              <a:gd name="connsiteX1269" fmla="*/ 642378 w 2812178"/>
              <a:gd name="connsiteY1269" fmla="*/ 407630 h 3190227"/>
              <a:gd name="connsiteX1270" fmla="*/ 646665 w 2812178"/>
              <a:gd name="connsiteY1270" fmla="*/ 417060 h 3190227"/>
              <a:gd name="connsiteX1271" fmla="*/ 656571 w 2812178"/>
              <a:gd name="connsiteY1271" fmla="*/ 413059 h 3190227"/>
              <a:gd name="connsiteX1272" fmla="*/ 660285 w 2812178"/>
              <a:gd name="connsiteY1272" fmla="*/ 407440 h 3190227"/>
              <a:gd name="connsiteX1273" fmla="*/ 685717 w 2812178"/>
              <a:gd name="connsiteY1273" fmla="*/ 388866 h 3190227"/>
              <a:gd name="connsiteX1274" fmla="*/ 701243 w 2812178"/>
              <a:gd name="connsiteY1274" fmla="*/ 376769 h 3190227"/>
              <a:gd name="connsiteX1275" fmla="*/ 718864 w 2812178"/>
              <a:gd name="connsiteY1275" fmla="*/ 382008 h 3190227"/>
              <a:gd name="connsiteX1276" fmla="*/ 721722 w 2812178"/>
              <a:gd name="connsiteY1276" fmla="*/ 395343 h 3190227"/>
              <a:gd name="connsiteX1277" fmla="*/ 748963 w 2812178"/>
              <a:gd name="connsiteY1277" fmla="*/ 413250 h 3190227"/>
              <a:gd name="connsiteX1278" fmla="*/ 775824 w 2812178"/>
              <a:gd name="connsiteY1278" fmla="*/ 411440 h 3190227"/>
              <a:gd name="connsiteX1279" fmla="*/ 793826 w 2812178"/>
              <a:gd name="connsiteY1279" fmla="*/ 400201 h 3190227"/>
              <a:gd name="connsiteX1280" fmla="*/ 799446 w 2812178"/>
              <a:gd name="connsiteY1280" fmla="*/ 387818 h 3190227"/>
              <a:gd name="connsiteX1281" fmla="*/ 817638 w 2812178"/>
              <a:gd name="connsiteY1281" fmla="*/ 376674 h 3190227"/>
              <a:gd name="connsiteX1282" fmla="*/ 829068 w 2812178"/>
              <a:gd name="connsiteY1282" fmla="*/ 386485 h 3190227"/>
              <a:gd name="connsiteX1283" fmla="*/ 818305 w 2812178"/>
              <a:gd name="connsiteY1283" fmla="*/ 402487 h 3190227"/>
              <a:gd name="connsiteX1284" fmla="*/ 739819 w 2812178"/>
              <a:gd name="connsiteY1284" fmla="*/ 468400 h 3190227"/>
              <a:gd name="connsiteX1285" fmla="*/ 571893 w 2812178"/>
              <a:gd name="connsiteY1285" fmla="*/ 688713 h 3190227"/>
              <a:gd name="connsiteX1286" fmla="*/ 551700 w 2812178"/>
              <a:gd name="connsiteY1286" fmla="*/ 871498 h 3190227"/>
              <a:gd name="connsiteX1287" fmla="*/ 555510 w 2812178"/>
              <a:gd name="connsiteY1287" fmla="*/ 900835 h 3190227"/>
              <a:gd name="connsiteX1288" fmla="*/ 570465 w 2812178"/>
              <a:gd name="connsiteY1288" fmla="*/ 968843 h 3190227"/>
              <a:gd name="connsiteX1289" fmla="*/ 574465 w 2812178"/>
              <a:gd name="connsiteY1289" fmla="*/ 1047901 h 3190227"/>
              <a:gd name="connsiteX1290" fmla="*/ 578466 w 2812178"/>
              <a:gd name="connsiteY1290" fmla="*/ 1188585 h 3190227"/>
              <a:gd name="connsiteX1291" fmla="*/ 580847 w 2812178"/>
              <a:gd name="connsiteY1291" fmla="*/ 1247735 h 3190227"/>
              <a:gd name="connsiteX1292" fmla="*/ 593229 w 2812178"/>
              <a:gd name="connsiteY1292" fmla="*/ 1264023 h 3190227"/>
              <a:gd name="connsiteX1293" fmla="*/ 595611 w 2812178"/>
              <a:gd name="connsiteY1293" fmla="*/ 1271738 h 3190227"/>
              <a:gd name="connsiteX1294" fmla="*/ 588943 w 2812178"/>
              <a:gd name="connsiteY1294" fmla="*/ 1283168 h 3190227"/>
              <a:gd name="connsiteX1295" fmla="*/ 579704 w 2812178"/>
              <a:gd name="connsiteY1295" fmla="*/ 1351462 h 3190227"/>
              <a:gd name="connsiteX1296" fmla="*/ 583514 w 2812178"/>
              <a:gd name="connsiteY1296" fmla="*/ 1406993 h 3190227"/>
              <a:gd name="connsiteX1297" fmla="*/ 582085 w 2812178"/>
              <a:gd name="connsiteY1297" fmla="*/ 1431187 h 3190227"/>
              <a:gd name="connsiteX1298" fmla="*/ 574179 w 2812178"/>
              <a:gd name="connsiteY1298" fmla="*/ 1550154 h 3190227"/>
              <a:gd name="connsiteX1299" fmla="*/ 587324 w 2812178"/>
              <a:gd name="connsiteY1299" fmla="*/ 1619687 h 3190227"/>
              <a:gd name="connsiteX1300" fmla="*/ 646284 w 2812178"/>
              <a:gd name="connsiteY1300" fmla="*/ 1734939 h 3190227"/>
              <a:gd name="connsiteX1301" fmla="*/ 663810 w 2812178"/>
              <a:gd name="connsiteY1301" fmla="*/ 1735606 h 3190227"/>
              <a:gd name="connsiteX1302" fmla="*/ 669620 w 2812178"/>
              <a:gd name="connsiteY1302" fmla="*/ 1713698 h 3190227"/>
              <a:gd name="connsiteX1303" fmla="*/ 667143 w 2812178"/>
              <a:gd name="connsiteY1303" fmla="*/ 1668931 h 3190227"/>
              <a:gd name="connsiteX1304" fmla="*/ 668382 w 2812178"/>
              <a:gd name="connsiteY1304" fmla="*/ 1651500 h 3190227"/>
              <a:gd name="connsiteX1305" fmla="*/ 680383 w 2812178"/>
              <a:gd name="connsiteY1305" fmla="*/ 1629402 h 3190227"/>
              <a:gd name="connsiteX1306" fmla="*/ 700100 w 2812178"/>
              <a:gd name="connsiteY1306" fmla="*/ 1634260 h 3190227"/>
              <a:gd name="connsiteX1307" fmla="*/ 709434 w 2812178"/>
              <a:gd name="connsiteY1307" fmla="*/ 1644166 h 3190227"/>
              <a:gd name="connsiteX1308" fmla="*/ 717626 w 2812178"/>
              <a:gd name="connsiteY1308" fmla="*/ 1646357 h 3190227"/>
              <a:gd name="connsiteX1309" fmla="*/ 720293 w 2812178"/>
              <a:gd name="connsiteY1309" fmla="*/ 1636546 h 3190227"/>
              <a:gd name="connsiteX1310" fmla="*/ 730961 w 2812178"/>
              <a:gd name="connsiteY1310" fmla="*/ 1589587 h 3190227"/>
              <a:gd name="connsiteX1311" fmla="*/ 785539 w 2812178"/>
              <a:gd name="connsiteY1311" fmla="*/ 1571490 h 3190227"/>
              <a:gd name="connsiteX1312" fmla="*/ 796683 w 2812178"/>
              <a:gd name="connsiteY1312" fmla="*/ 1583777 h 3190227"/>
              <a:gd name="connsiteX1313" fmla="*/ 800398 w 2812178"/>
              <a:gd name="connsiteY1313" fmla="*/ 1593683 h 3190227"/>
              <a:gd name="connsiteX1314" fmla="*/ 808304 w 2812178"/>
              <a:gd name="connsiteY1314" fmla="*/ 1585682 h 3190227"/>
              <a:gd name="connsiteX1315" fmla="*/ 814019 w 2812178"/>
              <a:gd name="connsiteY1315" fmla="*/ 1582063 h 3190227"/>
              <a:gd name="connsiteX1316" fmla="*/ 829354 w 2812178"/>
              <a:gd name="connsiteY1316" fmla="*/ 1561394 h 3190227"/>
              <a:gd name="connsiteX1317" fmla="*/ 805637 w 2812178"/>
              <a:gd name="connsiteY1317" fmla="*/ 1552154 h 3190227"/>
              <a:gd name="connsiteX1318" fmla="*/ 789349 w 2812178"/>
              <a:gd name="connsiteY1318" fmla="*/ 1530437 h 3190227"/>
              <a:gd name="connsiteX1319" fmla="*/ 842118 w 2812178"/>
              <a:gd name="connsiteY1319" fmla="*/ 1483384 h 3190227"/>
              <a:gd name="connsiteX1320" fmla="*/ 848118 w 2812178"/>
              <a:gd name="connsiteY1320" fmla="*/ 1478145 h 3190227"/>
              <a:gd name="connsiteX1321" fmla="*/ 842213 w 2812178"/>
              <a:gd name="connsiteY1321" fmla="*/ 1473383 h 3190227"/>
              <a:gd name="connsiteX1322" fmla="*/ 780396 w 2812178"/>
              <a:gd name="connsiteY1322" fmla="*/ 1473954 h 3190227"/>
              <a:gd name="connsiteX1323" fmla="*/ 766489 w 2812178"/>
              <a:gd name="connsiteY1323" fmla="*/ 1470144 h 3190227"/>
              <a:gd name="connsiteX1324" fmla="*/ 771252 w 2812178"/>
              <a:gd name="connsiteY1324" fmla="*/ 1458714 h 3190227"/>
              <a:gd name="connsiteX1325" fmla="*/ 782586 w 2812178"/>
              <a:gd name="connsiteY1325" fmla="*/ 1435473 h 3190227"/>
              <a:gd name="connsiteX1326" fmla="*/ 818400 w 2812178"/>
              <a:gd name="connsiteY1326" fmla="*/ 1419090 h 3190227"/>
              <a:gd name="connsiteX1327" fmla="*/ 912793 w 2812178"/>
              <a:gd name="connsiteY1327" fmla="*/ 1377847 h 3190227"/>
              <a:gd name="connsiteX1328" fmla="*/ 917746 w 2812178"/>
              <a:gd name="connsiteY1328" fmla="*/ 1369750 h 3190227"/>
              <a:gd name="connsiteX1329" fmla="*/ 878313 w 2812178"/>
              <a:gd name="connsiteY1329" fmla="*/ 1384705 h 3190227"/>
              <a:gd name="connsiteX1330" fmla="*/ 852119 w 2812178"/>
              <a:gd name="connsiteY1330" fmla="*/ 1390896 h 3190227"/>
              <a:gd name="connsiteX1331" fmla="*/ 795540 w 2812178"/>
              <a:gd name="connsiteY1331" fmla="*/ 1396706 h 3190227"/>
              <a:gd name="connsiteX1332" fmla="*/ 769728 w 2812178"/>
              <a:gd name="connsiteY1332" fmla="*/ 1394135 h 3190227"/>
              <a:gd name="connsiteX1333" fmla="*/ 749820 w 2812178"/>
              <a:gd name="connsiteY1333" fmla="*/ 1407660 h 3190227"/>
              <a:gd name="connsiteX1334" fmla="*/ 738200 w 2812178"/>
              <a:gd name="connsiteY1334" fmla="*/ 1438045 h 3190227"/>
              <a:gd name="connsiteX1335" fmla="*/ 670001 w 2812178"/>
              <a:gd name="connsiteY1335" fmla="*/ 1475764 h 3190227"/>
              <a:gd name="connsiteX1336" fmla="*/ 609136 w 2812178"/>
              <a:gd name="connsiteY1336" fmla="*/ 1496528 h 3190227"/>
              <a:gd name="connsiteX1337" fmla="*/ 627519 w 2812178"/>
              <a:gd name="connsiteY1337" fmla="*/ 1449379 h 3190227"/>
              <a:gd name="connsiteX1338" fmla="*/ 634568 w 2812178"/>
              <a:gd name="connsiteY1338" fmla="*/ 1444141 h 3190227"/>
              <a:gd name="connsiteX1339" fmla="*/ 662952 w 2812178"/>
              <a:gd name="connsiteY1339" fmla="*/ 1427853 h 3190227"/>
              <a:gd name="connsiteX1340" fmla="*/ 684574 w 2812178"/>
              <a:gd name="connsiteY1340" fmla="*/ 1406422 h 3190227"/>
              <a:gd name="connsiteX1341" fmla="*/ 688670 w 2812178"/>
              <a:gd name="connsiteY1341" fmla="*/ 1374608 h 3190227"/>
              <a:gd name="connsiteX1342" fmla="*/ 677621 w 2812178"/>
              <a:gd name="connsiteY1342" fmla="*/ 1393182 h 3190227"/>
              <a:gd name="connsiteX1343" fmla="*/ 655523 w 2812178"/>
              <a:gd name="connsiteY1343" fmla="*/ 1412137 h 3190227"/>
              <a:gd name="connsiteX1344" fmla="*/ 619804 w 2812178"/>
              <a:gd name="connsiteY1344" fmla="*/ 1424710 h 3190227"/>
              <a:gd name="connsiteX1345" fmla="*/ 610374 w 2812178"/>
              <a:gd name="connsiteY1345" fmla="*/ 1427282 h 3190227"/>
              <a:gd name="connsiteX1346" fmla="*/ 609708 w 2812178"/>
              <a:gd name="connsiteY1346" fmla="*/ 1416518 h 3190227"/>
              <a:gd name="connsiteX1347" fmla="*/ 636473 w 2812178"/>
              <a:gd name="connsiteY1347" fmla="*/ 1390420 h 3190227"/>
              <a:gd name="connsiteX1348" fmla="*/ 646569 w 2812178"/>
              <a:gd name="connsiteY1348" fmla="*/ 1378037 h 3190227"/>
              <a:gd name="connsiteX1349" fmla="*/ 629043 w 2812178"/>
              <a:gd name="connsiteY1349" fmla="*/ 1363083 h 3190227"/>
              <a:gd name="connsiteX1350" fmla="*/ 620185 w 2812178"/>
              <a:gd name="connsiteY1350" fmla="*/ 1370703 h 3190227"/>
              <a:gd name="connsiteX1351" fmla="*/ 603707 w 2812178"/>
              <a:gd name="connsiteY1351" fmla="*/ 1380514 h 3190227"/>
              <a:gd name="connsiteX1352" fmla="*/ 613041 w 2812178"/>
              <a:gd name="connsiteY1352" fmla="*/ 1346414 h 3190227"/>
              <a:gd name="connsiteX1353" fmla="*/ 608565 w 2812178"/>
              <a:gd name="connsiteY1353" fmla="*/ 1327460 h 3190227"/>
              <a:gd name="connsiteX1354" fmla="*/ 609327 w 2812178"/>
              <a:gd name="connsiteY1354" fmla="*/ 1306409 h 3190227"/>
              <a:gd name="connsiteX1355" fmla="*/ 624567 w 2812178"/>
              <a:gd name="connsiteY1355" fmla="*/ 1302313 h 3190227"/>
              <a:gd name="connsiteX1356" fmla="*/ 630472 w 2812178"/>
              <a:gd name="connsiteY1356" fmla="*/ 1296408 h 3190227"/>
              <a:gd name="connsiteX1357" fmla="*/ 616470 w 2812178"/>
              <a:gd name="connsiteY1357" fmla="*/ 1262023 h 3190227"/>
              <a:gd name="connsiteX1358" fmla="*/ 606850 w 2812178"/>
              <a:gd name="connsiteY1358" fmla="*/ 1244687 h 3190227"/>
              <a:gd name="connsiteX1359" fmla="*/ 605612 w 2812178"/>
              <a:gd name="connsiteY1359" fmla="*/ 1210397 h 3190227"/>
              <a:gd name="connsiteX1360" fmla="*/ 615327 w 2812178"/>
              <a:gd name="connsiteY1360" fmla="*/ 1191728 h 3190227"/>
              <a:gd name="connsiteX1361" fmla="*/ 629043 w 2812178"/>
              <a:gd name="connsiteY1361" fmla="*/ 1173916 h 3190227"/>
              <a:gd name="connsiteX1362" fmla="*/ 632853 w 2812178"/>
              <a:gd name="connsiteY1362" fmla="*/ 1149152 h 3190227"/>
              <a:gd name="connsiteX1363" fmla="*/ 621423 w 2812178"/>
              <a:gd name="connsiteY1363" fmla="*/ 1160105 h 3190227"/>
              <a:gd name="connsiteX1364" fmla="*/ 606945 w 2812178"/>
              <a:gd name="connsiteY1364" fmla="*/ 1181822 h 3190227"/>
              <a:gd name="connsiteX1365" fmla="*/ 591515 w 2812178"/>
              <a:gd name="connsiteY1365" fmla="*/ 1163439 h 3190227"/>
              <a:gd name="connsiteX1366" fmla="*/ 589134 w 2812178"/>
              <a:gd name="connsiteY1366" fmla="*/ 1157153 h 3190227"/>
              <a:gd name="connsiteX1367" fmla="*/ 583800 w 2812178"/>
              <a:gd name="connsiteY1367" fmla="*/ 1168583 h 3190227"/>
              <a:gd name="connsiteX1368" fmla="*/ 581799 w 2812178"/>
              <a:gd name="connsiteY1368" fmla="*/ 1165344 h 3190227"/>
              <a:gd name="connsiteX1369" fmla="*/ 586943 w 2812178"/>
              <a:gd name="connsiteY1369" fmla="*/ 1107527 h 3190227"/>
              <a:gd name="connsiteX1370" fmla="*/ 587991 w 2812178"/>
              <a:gd name="connsiteY1370" fmla="*/ 1096764 h 3190227"/>
              <a:gd name="connsiteX1371" fmla="*/ 597516 w 2812178"/>
              <a:gd name="connsiteY1371" fmla="*/ 1029041 h 3190227"/>
              <a:gd name="connsiteX1372" fmla="*/ 593420 w 2812178"/>
              <a:gd name="connsiteY1372" fmla="*/ 1081714 h 3190227"/>
              <a:gd name="connsiteX1373" fmla="*/ 611422 w 2812178"/>
              <a:gd name="connsiteY1373" fmla="*/ 1055902 h 3190227"/>
              <a:gd name="connsiteX1374" fmla="*/ 617804 w 2812178"/>
              <a:gd name="connsiteY1374" fmla="*/ 1036376 h 3190227"/>
              <a:gd name="connsiteX1375" fmla="*/ 628091 w 2812178"/>
              <a:gd name="connsiteY1375" fmla="*/ 1021612 h 3190227"/>
              <a:gd name="connsiteX1376" fmla="*/ 647046 w 2812178"/>
              <a:gd name="connsiteY1376" fmla="*/ 1016373 h 3190227"/>
              <a:gd name="connsiteX1377" fmla="*/ 656856 w 2812178"/>
              <a:gd name="connsiteY1377" fmla="*/ 989322 h 3190227"/>
              <a:gd name="connsiteX1378" fmla="*/ 658571 w 2812178"/>
              <a:gd name="connsiteY1378" fmla="*/ 985417 h 3190227"/>
              <a:gd name="connsiteX1379" fmla="*/ 679907 w 2812178"/>
              <a:gd name="connsiteY1379" fmla="*/ 960366 h 3190227"/>
              <a:gd name="connsiteX1380" fmla="*/ 702576 w 2812178"/>
              <a:gd name="connsiteY1380" fmla="*/ 952651 h 3190227"/>
              <a:gd name="connsiteX1381" fmla="*/ 711530 w 2812178"/>
              <a:gd name="connsiteY1381" fmla="*/ 948460 h 3190227"/>
              <a:gd name="connsiteX1382" fmla="*/ 726579 w 2812178"/>
              <a:gd name="connsiteY1382" fmla="*/ 929219 h 3190227"/>
              <a:gd name="connsiteX1383" fmla="*/ 740676 w 2812178"/>
              <a:gd name="connsiteY1383" fmla="*/ 928838 h 3190227"/>
              <a:gd name="connsiteX1384" fmla="*/ 753726 w 2812178"/>
              <a:gd name="connsiteY1384" fmla="*/ 928172 h 3190227"/>
              <a:gd name="connsiteX1385" fmla="*/ 755821 w 2812178"/>
              <a:gd name="connsiteY1385" fmla="*/ 956175 h 3190227"/>
              <a:gd name="connsiteX1386" fmla="*/ 799541 w 2812178"/>
              <a:gd name="connsiteY1386" fmla="*/ 925219 h 3190227"/>
              <a:gd name="connsiteX1387" fmla="*/ 815352 w 2812178"/>
              <a:gd name="connsiteY1387" fmla="*/ 922933 h 3190227"/>
              <a:gd name="connsiteX1388" fmla="*/ 866597 w 2812178"/>
              <a:gd name="connsiteY1388" fmla="*/ 908931 h 3190227"/>
              <a:gd name="connsiteX1389" fmla="*/ 882789 w 2812178"/>
              <a:gd name="connsiteY1389" fmla="*/ 905502 h 3190227"/>
              <a:gd name="connsiteX1390" fmla="*/ 890124 w 2812178"/>
              <a:gd name="connsiteY1390" fmla="*/ 898930 h 3190227"/>
              <a:gd name="connsiteX1391" fmla="*/ 889171 w 2812178"/>
              <a:gd name="connsiteY1391" fmla="*/ 885118 h 3190227"/>
              <a:gd name="connsiteX1392" fmla="*/ 889933 w 2812178"/>
              <a:gd name="connsiteY1392" fmla="*/ 852734 h 3190227"/>
              <a:gd name="connsiteX1393" fmla="*/ 921461 w 2812178"/>
              <a:gd name="connsiteY1393" fmla="*/ 845209 h 3190227"/>
              <a:gd name="connsiteX1394" fmla="*/ 974325 w 2812178"/>
              <a:gd name="connsiteY1394" fmla="*/ 866068 h 3190227"/>
              <a:gd name="connsiteX1395" fmla="*/ 1001185 w 2812178"/>
              <a:gd name="connsiteY1395" fmla="*/ 857496 h 3190227"/>
              <a:gd name="connsiteX1396" fmla="*/ 1003566 w 2812178"/>
              <a:gd name="connsiteY1396" fmla="*/ 837208 h 3190227"/>
              <a:gd name="connsiteX1397" fmla="*/ 1020616 w 2812178"/>
              <a:gd name="connsiteY1397" fmla="*/ 842447 h 3190227"/>
              <a:gd name="connsiteX1398" fmla="*/ 1022712 w 2812178"/>
              <a:gd name="connsiteY1398" fmla="*/ 821682 h 3190227"/>
              <a:gd name="connsiteX1399" fmla="*/ 983278 w 2812178"/>
              <a:gd name="connsiteY1399" fmla="*/ 805870 h 3190227"/>
              <a:gd name="connsiteX1400" fmla="*/ 960799 w 2812178"/>
              <a:gd name="connsiteY1400" fmla="*/ 795679 h 3190227"/>
              <a:gd name="connsiteX1401" fmla="*/ 947750 w 2812178"/>
              <a:gd name="connsiteY1401" fmla="*/ 787678 h 3190227"/>
              <a:gd name="connsiteX1402" fmla="*/ 916984 w 2812178"/>
              <a:gd name="connsiteY1402" fmla="*/ 773486 h 3190227"/>
              <a:gd name="connsiteX1403" fmla="*/ 929557 w 2812178"/>
              <a:gd name="connsiteY1403" fmla="*/ 747673 h 3190227"/>
              <a:gd name="connsiteX1404" fmla="*/ 949750 w 2812178"/>
              <a:gd name="connsiteY1404" fmla="*/ 753197 h 3190227"/>
              <a:gd name="connsiteX1405" fmla="*/ 959466 w 2812178"/>
              <a:gd name="connsiteY1405" fmla="*/ 758626 h 3190227"/>
              <a:gd name="connsiteX1406" fmla="*/ 976230 w 2812178"/>
              <a:gd name="connsiteY1406" fmla="*/ 723955 h 3190227"/>
              <a:gd name="connsiteX1407" fmla="*/ 970229 w 2812178"/>
              <a:gd name="connsiteY1407" fmla="*/ 690999 h 3190227"/>
              <a:gd name="connsiteX1408" fmla="*/ 966419 w 2812178"/>
              <a:gd name="connsiteY1408" fmla="*/ 673854 h 3190227"/>
              <a:gd name="connsiteX1409" fmla="*/ 981373 w 2812178"/>
              <a:gd name="connsiteY1409" fmla="*/ 673759 h 3190227"/>
              <a:gd name="connsiteX1410" fmla="*/ 990708 w 2812178"/>
              <a:gd name="connsiteY1410" fmla="*/ 674330 h 3190227"/>
              <a:gd name="connsiteX1411" fmla="*/ 1017568 w 2812178"/>
              <a:gd name="connsiteY1411" fmla="*/ 626038 h 3190227"/>
              <a:gd name="connsiteX1412" fmla="*/ 1025950 w 2812178"/>
              <a:gd name="connsiteY1412" fmla="*/ 591368 h 3190227"/>
              <a:gd name="connsiteX1413" fmla="*/ 1034999 w 2812178"/>
              <a:gd name="connsiteY1413" fmla="*/ 625562 h 3190227"/>
              <a:gd name="connsiteX1414" fmla="*/ 1035951 w 2812178"/>
              <a:gd name="connsiteY1414" fmla="*/ 643660 h 3190227"/>
              <a:gd name="connsiteX1415" fmla="*/ 1054430 w 2812178"/>
              <a:gd name="connsiteY1415" fmla="*/ 652804 h 3190227"/>
              <a:gd name="connsiteX1416" fmla="*/ 1086053 w 2812178"/>
              <a:gd name="connsiteY1416" fmla="*/ 644612 h 3190227"/>
              <a:gd name="connsiteX1417" fmla="*/ 1121486 w 2812178"/>
              <a:gd name="connsiteY1417" fmla="*/ 609655 h 3190227"/>
              <a:gd name="connsiteX1418" fmla="*/ 1134726 w 2812178"/>
              <a:gd name="connsiteY1418" fmla="*/ 567174 h 3190227"/>
              <a:gd name="connsiteX1419" fmla="*/ 1137202 w 2812178"/>
              <a:gd name="connsiteY1419" fmla="*/ 556982 h 3190227"/>
              <a:gd name="connsiteX1420" fmla="*/ 1126725 w 2812178"/>
              <a:gd name="connsiteY1420" fmla="*/ 555839 h 3190227"/>
              <a:gd name="connsiteX1421" fmla="*/ 991946 w 2812178"/>
              <a:gd name="connsiteY1421" fmla="*/ 568031 h 3190227"/>
              <a:gd name="connsiteX1422" fmla="*/ 969276 w 2812178"/>
              <a:gd name="connsiteY1422" fmla="*/ 570222 h 3190227"/>
              <a:gd name="connsiteX1423" fmla="*/ 957846 w 2812178"/>
              <a:gd name="connsiteY1423" fmla="*/ 566888 h 3190227"/>
              <a:gd name="connsiteX1424" fmla="*/ 968038 w 2812178"/>
              <a:gd name="connsiteY1424" fmla="*/ 554506 h 3190227"/>
              <a:gd name="connsiteX1425" fmla="*/ 1034237 w 2812178"/>
              <a:gd name="connsiteY1425" fmla="*/ 553077 h 3190227"/>
              <a:gd name="connsiteX1426" fmla="*/ 1046905 w 2812178"/>
              <a:gd name="connsiteY1426" fmla="*/ 550696 h 3190227"/>
              <a:gd name="connsiteX1427" fmla="*/ 1057002 w 2812178"/>
              <a:gd name="connsiteY1427" fmla="*/ 547076 h 3190227"/>
              <a:gd name="connsiteX1428" fmla="*/ 1143298 w 2812178"/>
              <a:gd name="connsiteY1428" fmla="*/ 531360 h 3190227"/>
              <a:gd name="connsiteX1429" fmla="*/ 1195876 w 2812178"/>
              <a:gd name="connsiteY1429" fmla="*/ 525550 h 3190227"/>
              <a:gd name="connsiteX1430" fmla="*/ 1205687 w 2812178"/>
              <a:gd name="connsiteY1430" fmla="*/ 513739 h 3190227"/>
              <a:gd name="connsiteX1431" fmla="*/ 1222356 w 2812178"/>
              <a:gd name="connsiteY1431" fmla="*/ 493831 h 3190227"/>
              <a:gd name="connsiteX1432" fmla="*/ 1246930 w 2812178"/>
              <a:gd name="connsiteY1432" fmla="*/ 486021 h 3190227"/>
              <a:gd name="connsiteX1433" fmla="*/ 1267314 w 2812178"/>
              <a:gd name="connsiteY1433" fmla="*/ 489450 h 3190227"/>
              <a:gd name="connsiteX1434" fmla="*/ 1334179 w 2812178"/>
              <a:gd name="connsiteY1434" fmla="*/ 456303 h 3190227"/>
              <a:gd name="connsiteX1435" fmla="*/ 1342180 w 2812178"/>
              <a:gd name="connsiteY1435" fmla="*/ 435824 h 3190227"/>
              <a:gd name="connsiteX1436" fmla="*/ 1354372 w 2812178"/>
              <a:gd name="connsiteY1436" fmla="*/ 424775 h 3190227"/>
              <a:gd name="connsiteX1437" fmla="*/ 1362087 w 2812178"/>
              <a:gd name="connsiteY1437" fmla="*/ 437158 h 3190227"/>
              <a:gd name="connsiteX1438" fmla="*/ 1378470 w 2812178"/>
              <a:gd name="connsiteY1438" fmla="*/ 455446 h 3190227"/>
              <a:gd name="connsiteX1439" fmla="*/ 1388567 w 2812178"/>
              <a:gd name="connsiteY1439" fmla="*/ 466685 h 3190227"/>
              <a:gd name="connsiteX1440" fmla="*/ 1388603 w 2812178"/>
              <a:gd name="connsiteY1440" fmla="*/ 474389 h 3190227"/>
              <a:gd name="connsiteX1441" fmla="*/ 1395130 w 2812178"/>
              <a:gd name="connsiteY1441" fmla="*/ 476673 h 3190227"/>
              <a:gd name="connsiteX1442" fmla="*/ 1395044 w 2812178"/>
              <a:gd name="connsiteY1442" fmla="*/ 477544 h 3190227"/>
              <a:gd name="connsiteX1443" fmla="*/ 1395265 w 2812178"/>
              <a:gd name="connsiteY1443" fmla="*/ 477397 h 3190227"/>
              <a:gd name="connsiteX1444" fmla="*/ 1384769 w 2812178"/>
              <a:gd name="connsiteY1444" fmla="*/ 489617 h 3190227"/>
              <a:gd name="connsiteX1445" fmla="*/ 1367040 w 2812178"/>
              <a:gd name="connsiteY1445" fmla="*/ 491926 h 3190227"/>
              <a:gd name="connsiteX1446" fmla="*/ 1302080 w 2812178"/>
              <a:gd name="connsiteY1446" fmla="*/ 486211 h 3190227"/>
              <a:gd name="connsiteX1447" fmla="*/ 1271886 w 2812178"/>
              <a:gd name="connsiteY1447" fmla="*/ 494784 h 3190227"/>
              <a:gd name="connsiteX1448" fmla="*/ 1267504 w 2812178"/>
              <a:gd name="connsiteY1448" fmla="*/ 503356 h 3190227"/>
              <a:gd name="connsiteX1449" fmla="*/ 1274934 w 2812178"/>
              <a:gd name="connsiteY1449" fmla="*/ 511357 h 3190227"/>
              <a:gd name="connsiteX1450" fmla="*/ 1292174 w 2812178"/>
              <a:gd name="connsiteY1450" fmla="*/ 507547 h 3190227"/>
              <a:gd name="connsiteX1451" fmla="*/ 1307604 w 2812178"/>
              <a:gd name="connsiteY1451" fmla="*/ 500499 h 3190227"/>
              <a:gd name="connsiteX1452" fmla="*/ 1392758 w 2812178"/>
              <a:gd name="connsiteY1452" fmla="*/ 506119 h 3190227"/>
              <a:gd name="connsiteX1453" fmla="*/ 1406664 w 2812178"/>
              <a:gd name="connsiteY1453" fmla="*/ 496975 h 3190227"/>
              <a:gd name="connsiteX1454" fmla="*/ 1406569 w 2812178"/>
              <a:gd name="connsiteY1454" fmla="*/ 474972 h 3190227"/>
              <a:gd name="connsiteX1455" fmla="*/ 1400985 w 2812178"/>
              <a:gd name="connsiteY1455" fmla="*/ 473579 h 3190227"/>
              <a:gd name="connsiteX1456" fmla="*/ 1395265 w 2812178"/>
              <a:gd name="connsiteY1456" fmla="*/ 477397 h 3190227"/>
              <a:gd name="connsiteX1457" fmla="*/ 1395711 w 2812178"/>
              <a:gd name="connsiteY1457" fmla="*/ 476877 h 3190227"/>
              <a:gd name="connsiteX1458" fmla="*/ 1395130 w 2812178"/>
              <a:gd name="connsiteY1458" fmla="*/ 476673 h 3190227"/>
              <a:gd name="connsiteX1459" fmla="*/ 1396377 w 2812178"/>
              <a:gd name="connsiteY1459" fmla="*/ 463923 h 3190227"/>
              <a:gd name="connsiteX1460" fmla="*/ 1433620 w 2812178"/>
              <a:gd name="connsiteY1460" fmla="*/ 428395 h 3190227"/>
              <a:gd name="connsiteX1461" fmla="*/ 1498200 w 2812178"/>
              <a:gd name="connsiteY1461" fmla="*/ 427442 h 3190227"/>
              <a:gd name="connsiteX1462" fmla="*/ 1532394 w 2812178"/>
              <a:gd name="connsiteY1462" fmla="*/ 430585 h 3190227"/>
              <a:gd name="connsiteX1463" fmla="*/ 1538586 w 2812178"/>
              <a:gd name="connsiteY1463" fmla="*/ 396391 h 3190227"/>
              <a:gd name="connsiteX1464" fmla="*/ 1539919 w 2812178"/>
              <a:gd name="connsiteY1464" fmla="*/ 392009 h 3190227"/>
              <a:gd name="connsiteX1465" fmla="*/ 1545063 w 2812178"/>
              <a:gd name="connsiteY1465" fmla="*/ 375150 h 3190227"/>
              <a:gd name="connsiteX1466" fmla="*/ 1557064 w 2812178"/>
              <a:gd name="connsiteY1466" fmla="*/ 389342 h 3190227"/>
              <a:gd name="connsiteX1467" fmla="*/ 1562970 w 2812178"/>
              <a:gd name="connsiteY1467" fmla="*/ 394200 h 3190227"/>
              <a:gd name="connsiteX1468" fmla="*/ 1571352 w 2812178"/>
              <a:gd name="connsiteY1468" fmla="*/ 387723 h 3190227"/>
              <a:gd name="connsiteX1469" fmla="*/ 1585830 w 2812178"/>
              <a:gd name="connsiteY1469" fmla="*/ 382389 h 3190227"/>
              <a:gd name="connsiteX1470" fmla="*/ 1634979 w 2812178"/>
              <a:gd name="connsiteY1470" fmla="*/ 428490 h 3190227"/>
              <a:gd name="connsiteX1471" fmla="*/ 1668697 w 2812178"/>
              <a:gd name="connsiteY1471" fmla="*/ 458684 h 3190227"/>
              <a:gd name="connsiteX1472" fmla="*/ 1698320 w 2812178"/>
              <a:gd name="connsiteY1472" fmla="*/ 457636 h 3190227"/>
              <a:gd name="connsiteX1473" fmla="*/ 1712036 w 2812178"/>
              <a:gd name="connsiteY1473" fmla="*/ 461065 h 3190227"/>
              <a:gd name="connsiteX1474" fmla="*/ 1727752 w 2812178"/>
              <a:gd name="connsiteY1474" fmla="*/ 476782 h 3190227"/>
              <a:gd name="connsiteX1475" fmla="*/ 1749850 w 2812178"/>
              <a:gd name="connsiteY1475" fmla="*/ 470971 h 3190227"/>
              <a:gd name="connsiteX1476" fmla="*/ 1763947 w 2812178"/>
              <a:gd name="connsiteY1476" fmla="*/ 464875 h 3190227"/>
              <a:gd name="connsiteX1477" fmla="*/ 1798999 w 2812178"/>
              <a:gd name="connsiteY1477" fmla="*/ 480401 h 3190227"/>
              <a:gd name="connsiteX1478" fmla="*/ 1814049 w 2812178"/>
              <a:gd name="connsiteY1478" fmla="*/ 482782 h 3190227"/>
              <a:gd name="connsiteX1479" fmla="*/ 1815477 w 2812178"/>
              <a:gd name="connsiteY1479" fmla="*/ 460303 h 3190227"/>
              <a:gd name="connsiteX1480" fmla="*/ 1804238 w 2812178"/>
              <a:gd name="connsiteY1480" fmla="*/ 449159 h 3190227"/>
              <a:gd name="connsiteX1481" fmla="*/ 1736706 w 2812178"/>
              <a:gd name="connsiteY1481" fmla="*/ 400391 h 3190227"/>
              <a:gd name="connsiteX1482" fmla="*/ 1600689 w 2812178"/>
              <a:gd name="connsiteY1482" fmla="*/ 342955 h 3190227"/>
              <a:gd name="connsiteX1483" fmla="*/ 1495247 w 2812178"/>
              <a:gd name="connsiteY1483" fmla="*/ 305808 h 3190227"/>
              <a:gd name="connsiteX1484" fmla="*/ 1473054 w 2812178"/>
              <a:gd name="connsiteY1484" fmla="*/ 301045 h 3190227"/>
              <a:gd name="connsiteX1485" fmla="*/ 1425143 w 2812178"/>
              <a:gd name="connsiteY1485" fmla="*/ 287425 h 3190227"/>
              <a:gd name="connsiteX1486" fmla="*/ 1398854 w 2812178"/>
              <a:gd name="connsiteY1486" fmla="*/ 281329 h 3190227"/>
              <a:gd name="connsiteX1487" fmla="*/ 1256169 w 2812178"/>
              <a:gd name="connsiteY1487" fmla="*/ 275233 h 3190227"/>
              <a:gd name="connsiteX1488" fmla="*/ 1240263 w 2812178"/>
              <a:gd name="connsiteY1488" fmla="*/ 269137 h 3190227"/>
              <a:gd name="connsiteX1489" fmla="*/ 1223499 w 2812178"/>
              <a:gd name="connsiteY1489" fmla="*/ 266755 h 3190227"/>
              <a:gd name="connsiteX1490" fmla="*/ 1211783 w 2812178"/>
              <a:gd name="connsiteY1490" fmla="*/ 265327 h 3190227"/>
              <a:gd name="connsiteX1491" fmla="*/ 1211116 w 2812178"/>
              <a:gd name="connsiteY1491" fmla="*/ 253801 h 3190227"/>
              <a:gd name="connsiteX1492" fmla="*/ 1288745 w 2812178"/>
              <a:gd name="connsiteY1492" fmla="*/ 174458 h 3190227"/>
              <a:gd name="connsiteX1493" fmla="*/ 1344180 w 2812178"/>
              <a:gd name="connsiteY1493" fmla="*/ 183126 h 3190227"/>
              <a:gd name="connsiteX1494" fmla="*/ 1373232 w 2812178"/>
              <a:gd name="connsiteY1494" fmla="*/ 193413 h 3190227"/>
              <a:gd name="connsiteX1495" fmla="*/ 1377042 w 2812178"/>
              <a:gd name="connsiteY1495" fmla="*/ 189793 h 3190227"/>
              <a:gd name="connsiteX1496" fmla="*/ 1389519 w 2812178"/>
              <a:gd name="connsiteY1496" fmla="*/ 175125 h 3190227"/>
              <a:gd name="connsiteX1497" fmla="*/ 1396758 w 2812178"/>
              <a:gd name="connsiteY1497" fmla="*/ 160266 h 3190227"/>
              <a:gd name="connsiteX1498" fmla="*/ 1383804 w 2812178"/>
              <a:gd name="connsiteY1498" fmla="*/ 154360 h 3190227"/>
              <a:gd name="connsiteX1499" fmla="*/ 1343704 w 2812178"/>
              <a:gd name="connsiteY1499" fmla="*/ 139787 h 3190227"/>
              <a:gd name="connsiteX1500" fmla="*/ 1298460 w 2812178"/>
              <a:gd name="connsiteY1500" fmla="*/ 149598 h 3190227"/>
              <a:gd name="connsiteX1501" fmla="*/ 1288745 w 2812178"/>
              <a:gd name="connsiteY1501" fmla="*/ 158647 h 3190227"/>
              <a:gd name="connsiteX1502" fmla="*/ 1216260 w 2812178"/>
              <a:gd name="connsiteY1502" fmla="*/ 205510 h 3190227"/>
              <a:gd name="connsiteX1503" fmla="*/ 1204830 w 2812178"/>
              <a:gd name="connsiteY1503" fmla="*/ 200842 h 3190227"/>
              <a:gd name="connsiteX1504" fmla="*/ 1219784 w 2812178"/>
              <a:gd name="connsiteY1504" fmla="*/ 151693 h 3190227"/>
              <a:gd name="connsiteX1505" fmla="*/ 1245787 w 2812178"/>
              <a:gd name="connsiteY1505" fmla="*/ 119975 h 3190227"/>
              <a:gd name="connsiteX1506" fmla="*/ 1279410 w 2812178"/>
              <a:gd name="connsiteY1506" fmla="*/ 63682 h 3190227"/>
              <a:gd name="connsiteX1507" fmla="*/ 1279791 w 2812178"/>
              <a:gd name="connsiteY1507" fmla="*/ 46252 h 3190227"/>
              <a:gd name="connsiteX1508" fmla="*/ 1288745 w 2812178"/>
              <a:gd name="connsiteY1508" fmla="*/ 24535 h 3190227"/>
              <a:gd name="connsiteX1509" fmla="*/ 1314653 w 2812178"/>
              <a:gd name="connsiteY1509" fmla="*/ 7009 h 3190227"/>
              <a:gd name="connsiteX1510" fmla="*/ 1324940 w 2812178"/>
              <a:gd name="connsiteY1510" fmla="*/ 115 h 3190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Lst>
            <a:rect l="l" t="t" r="r" b="b"/>
            <a:pathLst>
              <a:path w="2812178" h="3190227">
                <a:moveTo>
                  <a:pt x="1281125" y="2724776"/>
                </a:moveTo>
                <a:cubicBezTo>
                  <a:pt x="1277791" y="2722490"/>
                  <a:pt x="1276172" y="2724490"/>
                  <a:pt x="1274362" y="2725538"/>
                </a:cubicBezTo>
                <a:cubicBezTo>
                  <a:pt x="1259789" y="2734111"/>
                  <a:pt x="1242739" y="2736016"/>
                  <a:pt x="1227118" y="2740873"/>
                </a:cubicBezTo>
                <a:cubicBezTo>
                  <a:pt x="1214164" y="2744969"/>
                  <a:pt x="1197591" y="2736968"/>
                  <a:pt x="1182541" y="2735063"/>
                </a:cubicBezTo>
                <a:cubicBezTo>
                  <a:pt x="1174636" y="2734015"/>
                  <a:pt x="1163587" y="2727729"/>
                  <a:pt x="1163110" y="2744112"/>
                </a:cubicBezTo>
                <a:cubicBezTo>
                  <a:pt x="1163015" y="2747160"/>
                  <a:pt x="1159777" y="2749351"/>
                  <a:pt x="1156538" y="2749255"/>
                </a:cubicBezTo>
                <a:cubicBezTo>
                  <a:pt x="1152728" y="2749160"/>
                  <a:pt x="1152823" y="2745350"/>
                  <a:pt x="1151490" y="2742778"/>
                </a:cubicBezTo>
                <a:cubicBezTo>
                  <a:pt x="1149585" y="2739063"/>
                  <a:pt x="1153585" y="2733253"/>
                  <a:pt x="1146156" y="2730777"/>
                </a:cubicBezTo>
                <a:cubicBezTo>
                  <a:pt x="1136726" y="2738683"/>
                  <a:pt x="1129678" y="2756209"/>
                  <a:pt x="1111675" y="2741730"/>
                </a:cubicBezTo>
                <a:cubicBezTo>
                  <a:pt x="1108723" y="2739349"/>
                  <a:pt x="1099579" y="2744683"/>
                  <a:pt x="1093197" y="2746398"/>
                </a:cubicBezTo>
                <a:cubicBezTo>
                  <a:pt x="1099388" y="2766495"/>
                  <a:pt x="1079671" y="2768115"/>
                  <a:pt x="1070813" y="2777259"/>
                </a:cubicBezTo>
                <a:cubicBezTo>
                  <a:pt x="1061383" y="2786974"/>
                  <a:pt x="1059002" y="2791070"/>
                  <a:pt x="1059669" y="2804691"/>
                </a:cubicBezTo>
                <a:cubicBezTo>
                  <a:pt x="1078624" y="2778211"/>
                  <a:pt x="1079862" y="2778497"/>
                  <a:pt x="1101960" y="2813644"/>
                </a:cubicBezTo>
                <a:cubicBezTo>
                  <a:pt x="1090149" y="2777926"/>
                  <a:pt x="1125487" y="2776116"/>
                  <a:pt x="1135869" y="2755732"/>
                </a:cubicBezTo>
                <a:cubicBezTo>
                  <a:pt x="1144060" y="2764400"/>
                  <a:pt x="1127106" y="2769353"/>
                  <a:pt x="1137202" y="2775259"/>
                </a:cubicBezTo>
                <a:cubicBezTo>
                  <a:pt x="1143965" y="2779164"/>
                  <a:pt x="1150252" y="2775449"/>
                  <a:pt x="1156157" y="2771639"/>
                </a:cubicBezTo>
                <a:cubicBezTo>
                  <a:pt x="1163682" y="2766877"/>
                  <a:pt x="1170635" y="2762209"/>
                  <a:pt x="1181017" y="2763162"/>
                </a:cubicBezTo>
                <a:cubicBezTo>
                  <a:pt x="1215784" y="2766114"/>
                  <a:pt x="1244549" y="2748874"/>
                  <a:pt x="1273505" y="2732968"/>
                </a:cubicBezTo>
                <a:cubicBezTo>
                  <a:pt x="1276553" y="2731253"/>
                  <a:pt x="1278553" y="2727634"/>
                  <a:pt x="1281125" y="2724776"/>
                </a:cubicBezTo>
                <a:close/>
                <a:moveTo>
                  <a:pt x="887457" y="2647339"/>
                </a:moveTo>
                <a:cubicBezTo>
                  <a:pt x="899840" y="2648291"/>
                  <a:pt x="913746" y="2647053"/>
                  <a:pt x="923938" y="2656102"/>
                </a:cubicBezTo>
                <a:cubicBezTo>
                  <a:pt x="944512" y="2674199"/>
                  <a:pt x="946322" y="2704012"/>
                  <a:pt x="927462" y="2724396"/>
                </a:cubicBezTo>
                <a:cubicBezTo>
                  <a:pt x="919271" y="2733254"/>
                  <a:pt x="920509" y="2744113"/>
                  <a:pt x="917175" y="2753923"/>
                </a:cubicBezTo>
                <a:cubicBezTo>
                  <a:pt x="916509" y="2755828"/>
                  <a:pt x="914318" y="2757257"/>
                  <a:pt x="912889" y="2758877"/>
                </a:cubicBezTo>
                <a:cubicBezTo>
                  <a:pt x="909460" y="2755733"/>
                  <a:pt x="915080" y="2753828"/>
                  <a:pt x="914032" y="2751447"/>
                </a:cubicBezTo>
                <a:cubicBezTo>
                  <a:pt x="910984" y="2744208"/>
                  <a:pt x="906698" y="2748209"/>
                  <a:pt x="903936" y="2751352"/>
                </a:cubicBezTo>
                <a:cubicBezTo>
                  <a:pt x="885171" y="2772402"/>
                  <a:pt x="861645" y="2785737"/>
                  <a:pt x="834784" y="2792500"/>
                </a:cubicBezTo>
                <a:cubicBezTo>
                  <a:pt x="818782" y="2796500"/>
                  <a:pt x="817639" y="2813360"/>
                  <a:pt x="805542" y="2821456"/>
                </a:cubicBezTo>
                <a:cubicBezTo>
                  <a:pt x="789636" y="2832028"/>
                  <a:pt x="771252" y="2834029"/>
                  <a:pt x="754679" y="2841553"/>
                </a:cubicBezTo>
                <a:cubicBezTo>
                  <a:pt x="748773" y="2844316"/>
                  <a:pt x="736867" y="2836029"/>
                  <a:pt x="744011" y="2828314"/>
                </a:cubicBezTo>
                <a:cubicBezTo>
                  <a:pt x="758203" y="2813074"/>
                  <a:pt x="739248" y="2817169"/>
                  <a:pt x="736010" y="2812312"/>
                </a:cubicBezTo>
                <a:cubicBezTo>
                  <a:pt x="742392" y="2804501"/>
                  <a:pt x="751536" y="2802025"/>
                  <a:pt x="759060" y="2797262"/>
                </a:cubicBezTo>
                <a:cubicBezTo>
                  <a:pt x="762680" y="2794976"/>
                  <a:pt x="768585" y="2791738"/>
                  <a:pt x="770967" y="2797072"/>
                </a:cubicBezTo>
                <a:cubicBezTo>
                  <a:pt x="775158" y="2806216"/>
                  <a:pt x="778777" y="2804692"/>
                  <a:pt x="783159" y="2798119"/>
                </a:cubicBezTo>
                <a:cubicBezTo>
                  <a:pt x="787350" y="2791738"/>
                  <a:pt x="783635" y="2788404"/>
                  <a:pt x="777729" y="2786309"/>
                </a:cubicBezTo>
                <a:cubicBezTo>
                  <a:pt x="775634" y="2785546"/>
                  <a:pt x="773634" y="2784785"/>
                  <a:pt x="769062" y="2783070"/>
                </a:cubicBezTo>
                <a:cubicBezTo>
                  <a:pt x="777920" y="2779546"/>
                  <a:pt x="786302" y="2780498"/>
                  <a:pt x="791350" y="2772307"/>
                </a:cubicBezTo>
                <a:cubicBezTo>
                  <a:pt x="814115" y="2734969"/>
                  <a:pt x="848310" y="2706489"/>
                  <a:pt x="873075" y="2670675"/>
                </a:cubicBezTo>
                <a:cubicBezTo>
                  <a:pt x="874789" y="2668198"/>
                  <a:pt x="876313" y="2665531"/>
                  <a:pt x="878313" y="2663341"/>
                </a:cubicBezTo>
                <a:cubicBezTo>
                  <a:pt x="882600" y="2658483"/>
                  <a:pt x="877551" y="2646672"/>
                  <a:pt x="887457" y="2647339"/>
                </a:cubicBezTo>
                <a:close/>
                <a:moveTo>
                  <a:pt x="1017473" y="2539230"/>
                </a:moveTo>
                <a:cubicBezTo>
                  <a:pt x="1019568" y="2550565"/>
                  <a:pt x="1028903" y="2553422"/>
                  <a:pt x="1039380" y="2556851"/>
                </a:cubicBezTo>
                <a:cubicBezTo>
                  <a:pt x="1061859" y="2564185"/>
                  <a:pt x="1072146" y="2585140"/>
                  <a:pt x="1066241" y="2607333"/>
                </a:cubicBezTo>
                <a:cubicBezTo>
                  <a:pt x="1064717" y="2612953"/>
                  <a:pt x="1042047" y="2616477"/>
                  <a:pt x="1039285" y="2610096"/>
                </a:cubicBezTo>
                <a:cubicBezTo>
                  <a:pt x="1031951" y="2592856"/>
                  <a:pt x="1015758" y="2614668"/>
                  <a:pt x="1008710" y="2601618"/>
                </a:cubicBezTo>
                <a:cubicBezTo>
                  <a:pt x="1002709" y="2608000"/>
                  <a:pt x="1005186" y="2618478"/>
                  <a:pt x="997280" y="2624574"/>
                </a:cubicBezTo>
                <a:cubicBezTo>
                  <a:pt x="994899" y="2626383"/>
                  <a:pt x="1000899" y="2629146"/>
                  <a:pt x="1004233" y="2630956"/>
                </a:cubicBezTo>
                <a:cubicBezTo>
                  <a:pt x="1012425" y="2635527"/>
                  <a:pt x="1014806" y="2653244"/>
                  <a:pt x="1008138" y="2654101"/>
                </a:cubicBezTo>
                <a:cubicBezTo>
                  <a:pt x="998804" y="2655244"/>
                  <a:pt x="987088" y="2652673"/>
                  <a:pt x="979563" y="2647243"/>
                </a:cubicBezTo>
                <a:cubicBezTo>
                  <a:pt x="973944" y="2643243"/>
                  <a:pt x="972991" y="2632289"/>
                  <a:pt x="974706" y="2623621"/>
                </a:cubicBezTo>
                <a:cubicBezTo>
                  <a:pt x="976325" y="2615715"/>
                  <a:pt x="977754" y="2608572"/>
                  <a:pt x="989184" y="2611715"/>
                </a:cubicBezTo>
                <a:cubicBezTo>
                  <a:pt x="994518" y="2613144"/>
                  <a:pt x="991851" y="2607905"/>
                  <a:pt x="991755" y="2605524"/>
                </a:cubicBezTo>
                <a:cubicBezTo>
                  <a:pt x="990231" y="2580664"/>
                  <a:pt x="992422" y="2556851"/>
                  <a:pt x="1017473" y="2539230"/>
                </a:cubicBezTo>
                <a:close/>
                <a:moveTo>
                  <a:pt x="1597355" y="2388734"/>
                </a:moveTo>
                <a:cubicBezTo>
                  <a:pt x="1599832" y="2386734"/>
                  <a:pt x="1602022" y="2387496"/>
                  <a:pt x="1604785" y="2390353"/>
                </a:cubicBezTo>
                <a:cubicBezTo>
                  <a:pt x="1617834" y="2403212"/>
                  <a:pt x="1631740" y="2415118"/>
                  <a:pt x="1644790" y="2427882"/>
                </a:cubicBezTo>
                <a:cubicBezTo>
                  <a:pt x="1649266" y="2432263"/>
                  <a:pt x="1653076" y="2436073"/>
                  <a:pt x="1657363" y="2429311"/>
                </a:cubicBezTo>
                <a:cubicBezTo>
                  <a:pt x="1664983" y="2417499"/>
                  <a:pt x="1674793" y="2422452"/>
                  <a:pt x="1683747" y="2425405"/>
                </a:cubicBezTo>
                <a:cubicBezTo>
                  <a:pt x="1696034" y="2429406"/>
                  <a:pt x="1707655" y="2435407"/>
                  <a:pt x="1720037" y="2439026"/>
                </a:cubicBezTo>
                <a:cubicBezTo>
                  <a:pt x="1734515" y="2443312"/>
                  <a:pt x="1747660" y="2460267"/>
                  <a:pt x="1765376" y="2443312"/>
                </a:cubicBezTo>
                <a:cubicBezTo>
                  <a:pt x="1768996" y="2439883"/>
                  <a:pt x="1780711" y="2442169"/>
                  <a:pt x="1787188" y="2445122"/>
                </a:cubicBezTo>
                <a:cubicBezTo>
                  <a:pt x="1797952" y="2449980"/>
                  <a:pt x="1801000" y="2445884"/>
                  <a:pt x="1801857" y="2436359"/>
                </a:cubicBezTo>
                <a:cubicBezTo>
                  <a:pt x="1803095" y="2422738"/>
                  <a:pt x="1812430" y="2426929"/>
                  <a:pt x="1820526" y="2427406"/>
                </a:cubicBezTo>
                <a:cubicBezTo>
                  <a:pt x="1830432" y="2427977"/>
                  <a:pt x="1831003" y="2432073"/>
                  <a:pt x="1828622" y="2441026"/>
                </a:cubicBezTo>
                <a:cubicBezTo>
                  <a:pt x="1826527" y="2448932"/>
                  <a:pt x="1845291" y="2463791"/>
                  <a:pt x="1853006" y="2461600"/>
                </a:cubicBezTo>
                <a:cubicBezTo>
                  <a:pt x="1858816" y="2459981"/>
                  <a:pt x="1858150" y="2454647"/>
                  <a:pt x="1858721" y="2450361"/>
                </a:cubicBezTo>
                <a:cubicBezTo>
                  <a:pt x="1859483" y="2444646"/>
                  <a:pt x="1855102" y="2438073"/>
                  <a:pt x="1861674" y="2433502"/>
                </a:cubicBezTo>
                <a:cubicBezTo>
                  <a:pt x="1864722" y="2431406"/>
                  <a:pt x="1868341" y="2427882"/>
                  <a:pt x="1871294" y="2428263"/>
                </a:cubicBezTo>
                <a:cubicBezTo>
                  <a:pt x="1877485" y="2428930"/>
                  <a:pt x="1871485" y="2435026"/>
                  <a:pt x="1873485" y="2437026"/>
                </a:cubicBezTo>
                <a:cubicBezTo>
                  <a:pt x="1881581" y="2445027"/>
                  <a:pt x="1869103" y="2465791"/>
                  <a:pt x="1891106" y="2465220"/>
                </a:cubicBezTo>
                <a:cubicBezTo>
                  <a:pt x="1893487" y="2465125"/>
                  <a:pt x="1891582" y="2468649"/>
                  <a:pt x="1891201" y="2470744"/>
                </a:cubicBezTo>
                <a:cubicBezTo>
                  <a:pt x="1887106" y="2495224"/>
                  <a:pt x="1887201" y="2495128"/>
                  <a:pt x="1910156" y="2504368"/>
                </a:cubicBezTo>
                <a:cubicBezTo>
                  <a:pt x="1913585" y="2505701"/>
                  <a:pt x="1916443" y="2508368"/>
                  <a:pt x="1920348" y="2510940"/>
                </a:cubicBezTo>
                <a:cubicBezTo>
                  <a:pt x="1925491" y="2501510"/>
                  <a:pt x="1920157" y="2492652"/>
                  <a:pt x="1921110" y="2484079"/>
                </a:cubicBezTo>
                <a:cubicBezTo>
                  <a:pt x="1921491" y="2480364"/>
                  <a:pt x="1921586" y="2475316"/>
                  <a:pt x="1925682" y="2474364"/>
                </a:cubicBezTo>
                <a:cubicBezTo>
                  <a:pt x="1930921" y="2473221"/>
                  <a:pt x="1933492" y="2478078"/>
                  <a:pt x="1935397" y="2482269"/>
                </a:cubicBezTo>
                <a:cubicBezTo>
                  <a:pt x="1937779" y="2487413"/>
                  <a:pt x="1934921" y="2492842"/>
                  <a:pt x="1935302" y="2497986"/>
                </a:cubicBezTo>
                <a:cubicBezTo>
                  <a:pt x="1936255" y="2511226"/>
                  <a:pt x="1938541" y="2523513"/>
                  <a:pt x="1950828" y="2532371"/>
                </a:cubicBezTo>
                <a:cubicBezTo>
                  <a:pt x="1957781" y="2537419"/>
                  <a:pt x="1960639" y="2546087"/>
                  <a:pt x="1957019" y="2554945"/>
                </a:cubicBezTo>
                <a:cubicBezTo>
                  <a:pt x="1948637" y="2575234"/>
                  <a:pt x="1940731" y="2595808"/>
                  <a:pt x="1931016" y="2615524"/>
                </a:cubicBezTo>
                <a:cubicBezTo>
                  <a:pt x="1926253" y="2625240"/>
                  <a:pt x="1916919" y="2634669"/>
                  <a:pt x="1905203" y="2626764"/>
                </a:cubicBezTo>
                <a:cubicBezTo>
                  <a:pt x="1881867" y="2610952"/>
                  <a:pt x="1855197" y="2606952"/>
                  <a:pt x="1828717" y="2601808"/>
                </a:cubicBezTo>
                <a:cubicBezTo>
                  <a:pt x="1788427" y="2593903"/>
                  <a:pt x="1749946" y="2578567"/>
                  <a:pt x="1708988" y="2573233"/>
                </a:cubicBezTo>
                <a:cubicBezTo>
                  <a:pt x="1674317" y="2568661"/>
                  <a:pt x="1639837" y="2562184"/>
                  <a:pt x="1604499" y="2558374"/>
                </a:cubicBezTo>
                <a:cubicBezTo>
                  <a:pt x="1616977" y="2568852"/>
                  <a:pt x="1629264" y="2580186"/>
                  <a:pt x="1638217" y="2591617"/>
                </a:cubicBezTo>
                <a:cubicBezTo>
                  <a:pt x="1655743" y="2613714"/>
                  <a:pt x="1679365" y="2627811"/>
                  <a:pt x="1698415" y="2647338"/>
                </a:cubicBezTo>
                <a:cubicBezTo>
                  <a:pt x="1706416" y="2655529"/>
                  <a:pt x="1687843" y="2661244"/>
                  <a:pt x="1697272" y="2670484"/>
                </a:cubicBezTo>
                <a:cubicBezTo>
                  <a:pt x="1682223" y="2644766"/>
                  <a:pt x="1659934" y="2631717"/>
                  <a:pt x="1632026" y="2622954"/>
                </a:cubicBezTo>
                <a:cubicBezTo>
                  <a:pt x="1636789" y="2631621"/>
                  <a:pt x="1646123" y="2634669"/>
                  <a:pt x="1646790" y="2647052"/>
                </a:cubicBezTo>
                <a:cubicBezTo>
                  <a:pt x="1634312" y="2638384"/>
                  <a:pt x="1623358" y="2640385"/>
                  <a:pt x="1611452" y="2643433"/>
                </a:cubicBezTo>
                <a:cubicBezTo>
                  <a:pt x="1596307" y="2647338"/>
                  <a:pt x="1581353" y="2642575"/>
                  <a:pt x="1567256" y="2636098"/>
                </a:cubicBezTo>
                <a:cubicBezTo>
                  <a:pt x="1540491" y="2623906"/>
                  <a:pt x="1511725" y="2641909"/>
                  <a:pt x="1510297" y="2672198"/>
                </a:cubicBezTo>
                <a:cubicBezTo>
                  <a:pt x="1510011" y="2677722"/>
                  <a:pt x="1507630" y="2679723"/>
                  <a:pt x="1503439" y="2682390"/>
                </a:cubicBezTo>
                <a:cubicBezTo>
                  <a:pt x="1494390" y="2688105"/>
                  <a:pt x="1498486" y="2697344"/>
                  <a:pt x="1499724" y="2704869"/>
                </a:cubicBezTo>
                <a:cubicBezTo>
                  <a:pt x="1500391" y="2709060"/>
                  <a:pt x="1506201" y="2707917"/>
                  <a:pt x="1509725" y="2706869"/>
                </a:cubicBezTo>
                <a:cubicBezTo>
                  <a:pt x="1518774" y="2704107"/>
                  <a:pt x="1524679" y="2696201"/>
                  <a:pt x="1522679" y="2688391"/>
                </a:cubicBezTo>
                <a:cubicBezTo>
                  <a:pt x="1519822" y="2677532"/>
                  <a:pt x="1515631" y="2671912"/>
                  <a:pt x="1532109" y="2677246"/>
                </a:cubicBezTo>
                <a:cubicBezTo>
                  <a:pt x="1539157" y="2679532"/>
                  <a:pt x="1544491" y="2669626"/>
                  <a:pt x="1548968" y="2663721"/>
                </a:cubicBezTo>
                <a:cubicBezTo>
                  <a:pt x="1552588" y="2658863"/>
                  <a:pt x="1554683" y="2652291"/>
                  <a:pt x="1561922" y="2652481"/>
                </a:cubicBezTo>
                <a:cubicBezTo>
                  <a:pt x="1595355" y="2653148"/>
                  <a:pt x="1631359" y="2645242"/>
                  <a:pt x="1653838" y="2681533"/>
                </a:cubicBezTo>
                <a:cubicBezTo>
                  <a:pt x="1660315" y="2692010"/>
                  <a:pt x="1668316" y="2703821"/>
                  <a:pt x="1676413" y="2681628"/>
                </a:cubicBezTo>
                <a:cubicBezTo>
                  <a:pt x="1679365" y="2673532"/>
                  <a:pt x="1683747" y="2679913"/>
                  <a:pt x="1685842" y="2683152"/>
                </a:cubicBezTo>
                <a:cubicBezTo>
                  <a:pt x="1691938" y="2692582"/>
                  <a:pt x="1701463" y="2697344"/>
                  <a:pt x="1710607" y="2702773"/>
                </a:cubicBezTo>
                <a:cubicBezTo>
                  <a:pt x="1712512" y="2703916"/>
                  <a:pt x="1715656" y="2706583"/>
                  <a:pt x="1716227" y="2706202"/>
                </a:cubicBezTo>
                <a:cubicBezTo>
                  <a:pt x="1732991" y="2692201"/>
                  <a:pt x="1740897" y="2704297"/>
                  <a:pt x="1749184" y="2716680"/>
                </a:cubicBezTo>
                <a:cubicBezTo>
                  <a:pt x="1750517" y="2718680"/>
                  <a:pt x="1754041" y="2718299"/>
                  <a:pt x="1755184" y="2716203"/>
                </a:cubicBezTo>
                <a:cubicBezTo>
                  <a:pt x="1760614" y="2706012"/>
                  <a:pt x="1765186" y="2701821"/>
                  <a:pt x="1769948" y="2716680"/>
                </a:cubicBezTo>
                <a:cubicBezTo>
                  <a:pt x="1772139" y="2723443"/>
                  <a:pt x="1776139" y="2720585"/>
                  <a:pt x="1780426" y="2717823"/>
                </a:cubicBezTo>
                <a:cubicBezTo>
                  <a:pt x="1791951" y="2710203"/>
                  <a:pt x="1789855" y="2698011"/>
                  <a:pt x="1791760" y="2687057"/>
                </a:cubicBezTo>
                <a:cubicBezTo>
                  <a:pt x="1792427" y="2683342"/>
                  <a:pt x="1795380" y="2674579"/>
                  <a:pt x="1797475" y="2678389"/>
                </a:cubicBezTo>
                <a:cubicBezTo>
                  <a:pt x="1805762" y="2693344"/>
                  <a:pt x="1816716" y="2680961"/>
                  <a:pt x="1825669" y="2683533"/>
                </a:cubicBezTo>
                <a:cubicBezTo>
                  <a:pt x="1840624" y="2687819"/>
                  <a:pt x="1849482" y="2698963"/>
                  <a:pt x="1857197" y="2711727"/>
                </a:cubicBezTo>
                <a:cubicBezTo>
                  <a:pt x="1860055" y="2716489"/>
                  <a:pt x="1859007" y="2725919"/>
                  <a:pt x="1867103" y="2724871"/>
                </a:cubicBezTo>
                <a:cubicBezTo>
                  <a:pt x="1873199" y="2724109"/>
                  <a:pt x="1876152" y="2717156"/>
                  <a:pt x="1877962" y="2711155"/>
                </a:cubicBezTo>
                <a:cubicBezTo>
                  <a:pt x="1879962" y="2704488"/>
                  <a:pt x="1881391" y="2698011"/>
                  <a:pt x="1873104" y="2693534"/>
                </a:cubicBezTo>
                <a:cubicBezTo>
                  <a:pt x="1867198" y="2690295"/>
                  <a:pt x="1862150" y="2685438"/>
                  <a:pt x="1857007" y="2680961"/>
                </a:cubicBezTo>
                <a:cubicBezTo>
                  <a:pt x="1854911" y="2679151"/>
                  <a:pt x="1851673" y="2676389"/>
                  <a:pt x="1853959" y="2673532"/>
                </a:cubicBezTo>
                <a:cubicBezTo>
                  <a:pt x="1855578" y="2671531"/>
                  <a:pt x="1859483" y="2670007"/>
                  <a:pt x="1862055" y="2670388"/>
                </a:cubicBezTo>
                <a:cubicBezTo>
                  <a:pt x="1899012" y="2675627"/>
                  <a:pt x="1929873" y="2693344"/>
                  <a:pt x="1927968" y="2739635"/>
                </a:cubicBezTo>
                <a:cubicBezTo>
                  <a:pt x="1927206" y="2757066"/>
                  <a:pt x="1927111" y="2773830"/>
                  <a:pt x="1914728" y="2788308"/>
                </a:cubicBezTo>
                <a:cubicBezTo>
                  <a:pt x="1908061" y="2796118"/>
                  <a:pt x="1912347" y="2807548"/>
                  <a:pt x="1908727" y="2816978"/>
                </a:cubicBezTo>
                <a:cubicBezTo>
                  <a:pt x="1901774" y="2835457"/>
                  <a:pt x="1892630" y="2837933"/>
                  <a:pt x="1875580" y="2840124"/>
                </a:cubicBezTo>
                <a:cubicBezTo>
                  <a:pt x="1818240" y="2847363"/>
                  <a:pt x="1761471" y="2822503"/>
                  <a:pt x="1704130" y="2838409"/>
                </a:cubicBezTo>
                <a:cubicBezTo>
                  <a:pt x="1689081" y="2842600"/>
                  <a:pt x="1674222" y="2847649"/>
                  <a:pt x="1657553" y="2838886"/>
                </a:cubicBezTo>
                <a:cubicBezTo>
                  <a:pt x="1646885" y="2833266"/>
                  <a:pt x="1649362" y="2853840"/>
                  <a:pt x="1639551" y="2851935"/>
                </a:cubicBezTo>
                <a:cubicBezTo>
                  <a:pt x="1636884" y="2860888"/>
                  <a:pt x="1662601" y="2843934"/>
                  <a:pt x="1646218" y="2862888"/>
                </a:cubicBezTo>
                <a:cubicBezTo>
                  <a:pt x="1640980" y="2868889"/>
                  <a:pt x="1642218" y="2875557"/>
                  <a:pt x="1644790" y="2882224"/>
                </a:cubicBezTo>
                <a:cubicBezTo>
                  <a:pt x="1648504" y="2892226"/>
                  <a:pt x="1656886" y="2901084"/>
                  <a:pt x="1648314" y="2913466"/>
                </a:cubicBezTo>
                <a:cubicBezTo>
                  <a:pt x="1645552" y="2917467"/>
                  <a:pt x="1650886" y="2924229"/>
                  <a:pt x="1657839" y="2920896"/>
                </a:cubicBezTo>
                <a:cubicBezTo>
                  <a:pt x="1663173" y="2918324"/>
                  <a:pt x="1668126" y="2914324"/>
                  <a:pt x="1672317" y="2910133"/>
                </a:cubicBezTo>
                <a:cubicBezTo>
                  <a:pt x="1679175" y="2903179"/>
                  <a:pt x="1684890" y="2902322"/>
                  <a:pt x="1690795" y="2910990"/>
                </a:cubicBezTo>
                <a:cubicBezTo>
                  <a:pt x="1694701" y="2916800"/>
                  <a:pt x="1699558" y="2922420"/>
                  <a:pt x="1707464" y="2920705"/>
                </a:cubicBezTo>
                <a:cubicBezTo>
                  <a:pt x="1721752" y="2917467"/>
                  <a:pt x="1732515" y="2921944"/>
                  <a:pt x="1741564" y="2933278"/>
                </a:cubicBezTo>
                <a:cubicBezTo>
                  <a:pt x="1746517" y="2939470"/>
                  <a:pt x="1750612" y="2936993"/>
                  <a:pt x="1755946" y="2931087"/>
                </a:cubicBezTo>
                <a:cubicBezTo>
                  <a:pt x="1768805" y="2916895"/>
                  <a:pt x="1774234" y="2919943"/>
                  <a:pt x="1793094" y="2928611"/>
                </a:cubicBezTo>
                <a:cubicBezTo>
                  <a:pt x="1803667" y="2933469"/>
                  <a:pt x="1814620" y="2939565"/>
                  <a:pt x="1826146" y="2942613"/>
                </a:cubicBezTo>
                <a:cubicBezTo>
                  <a:pt x="1835194" y="2944994"/>
                  <a:pt x="1832623" y="2933754"/>
                  <a:pt x="1837099" y="2930992"/>
                </a:cubicBezTo>
                <a:cubicBezTo>
                  <a:pt x="1840433" y="2928992"/>
                  <a:pt x="1843291" y="2909561"/>
                  <a:pt x="1850244" y="2929754"/>
                </a:cubicBezTo>
                <a:cubicBezTo>
                  <a:pt x="1852149" y="2935469"/>
                  <a:pt x="1855768" y="2928611"/>
                  <a:pt x="1857197" y="2926039"/>
                </a:cubicBezTo>
                <a:cubicBezTo>
                  <a:pt x="1859102" y="2922420"/>
                  <a:pt x="1858340" y="2918419"/>
                  <a:pt x="1855864" y="2915276"/>
                </a:cubicBezTo>
                <a:cubicBezTo>
                  <a:pt x="1851673" y="2909847"/>
                  <a:pt x="1853006" y="2903751"/>
                  <a:pt x="1857483" y="2901179"/>
                </a:cubicBezTo>
                <a:cubicBezTo>
                  <a:pt x="1870056" y="2893940"/>
                  <a:pt x="1883200" y="2887463"/>
                  <a:pt x="1896726" y="2882129"/>
                </a:cubicBezTo>
                <a:cubicBezTo>
                  <a:pt x="1903203" y="2879557"/>
                  <a:pt x="1907299" y="2883653"/>
                  <a:pt x="1903679" y="2890892"/>
                </a:cubicBezTo>
                <a:cubicBezTo>
                  <a:pt x="1897012" y="2903941"/>
                  <a:pt x="1901012" y="2915086"/>
                  <a:pt x="1906632" y="2927563"/>
                </a:cubicBezTo>
                <a:cubicBezTo>
                  <a:pt x="1924634" y="2967187"/>
                  <a:pt x="1896440" y="3024909"/>
                  <a:pt x="1854149" y="3034529"/>
                </a:cubicBezTo>
                <a:cubicBezTo>
                  <a:pt x="1837576" y="3038339"/>
                  <a:pt x="1826050" y="3049769"/>
                  <a:pt x="1818430" y="3061199"/>
                </a:cubicBezTo>
                <a:cubicBezTo>
                  <a:pt x="1805953" y="3079773"/>
                  <a:pt x="1784045" y="3093203"/>
                  <a:pt x="1783378" y="3119206"/>
                </a:cubicBezTo>
                <a:cubicBezTo>
                  <a:pt x="1783474" y="3137494"/>
                  <a:pt x="1783093" y="3137494"/>
                  <a:pt x="1803571" y="3147019"/>
                </a:cubicBezTo>
                <a:cubicBezTo>
                  <a:pt x="1747850" y="3156449"/>
                  <a:pt x="1696034" y="3150448"/>
                  <a:pt x="1644409" y="3152353"/>
                </a:cubicBezTo>
                <a:cubicBezTo>
                  <a:pt x="1592021" y="3154258"/>
                  <a:pt x="1539729" y="3156639"/>
                  <a:pt x="1487341" y="3158735"/>
                </a:cubicBezTo>
                <a:cubicBezTo>
                  <a:pt x="1463719" y="3159687"/>
                  <a:pt x="1440193" y="3160450"/>
                  <a:pt x="1416571" y="3161402"/>
                </a:cubicBezTo>
                <a:cubicBezTo>
                  <a:pt x="1363421" y="3163593"/>
                  <a:pt x="1310176" y="3169403"/>
                  <a:pt x="1257313" y="3166450"/>
                </a:cubicBezTo>
                <a:cubicBezTo>
                  <a:pt x="1229214" y="3164831"/>
                  <a:pt x="1202734" y="3174546"/>
                  <a:pt x="1176160" y="3171403"/>
                </a:cubicBezTo>
                <a:cubicBezTo>
                  <a:pt x="1130344" y="3166069"/>
                  <a:pt x="1085767" y="3177309"/>
                  <a:pt x="1040143" y="3176261"/>
                </a:cubicBezTo>
                <a:cubicBezTo>
                  <a:pt x="995661" y="3175213"/>
                  <a:pt x="950417" y="3175309"/>
                  <a:pt x="905840" y="3182167"/>
                </a:cubicBezTo>
                <a:cubicBezTo>
                  <a:pt x="898696" y="3183310"/>
                  <a:pt x="890886" y="3185214"/>
                  <a:pt x="883266" y="3178928"/>
                </a:cubicBezTo>
                <a:cubicBezTo>
                  <a:pt x="890219" y="3172070"/>
                  <a:pt x="899554" y="3176261"/>
                  <a:pt x="906602" y="3172832"/>
                </a:cubicBezTo>
                <a:cubicBezTo>
                  <a:pt x="889076" y="3162259"/>
                  <a:pt x="881075" y="3162069"/>
                  <a:pt x="869740" y="3175785"/>
                </a:cubicBezTo>
                <a:cubicBezTo>
                  <a:pt x="864692" y="3181881"/>
                  <a:pt x="859549" y="3181690"/>
                  <a:pt x="853929" y="3181976"/>
                </a:cubicBezTo>
                <a:cubicBezTo>
                  <a:pt x="812114" y="3183500"/>
                  <a:pt x="770299" y="3184929"/>
                  <a:pt x="728675" y="3189977"/>
                </a:cubicBezTo>
                <a:cubicBezTo>
                  <a:pt x="721722" y="3190834"/>
                  <a:pt x="714769" y="3189691"/>
                  <a:pt x="710197" y="3183405"/>
                </a:cubicBezTo>
                <a:cubicBezTo>
                  <a:pt x="707815" y="3180071"/>
                  <a:pt x="702481" y="3176261"/>
                  <a:pt x="708482" y="3172070"/>
                </a:cubicBezTo>
                <a:cubicBezTo>
                  <a:pt x="714769" y="3167784"/>
                  <a:pt x="714864" y="3173403"/>
                  <a:pt x="716864" y="3177499"/>
                </a:cubicBezTo>
                <a:cubicBezTo>
                  <a:pt x="720198" y="3184071"/>
                  <a:pt x="727437" y="3183214"/>
                  <a:pt x="733247" y="3182357"/>
                </a:cubicBezTo>
                <a:cubicBezTo>
                  <a:pt x="773062" y="3176356"/>
                  <a:pt x="813733" y="3183786"/>
                  <a:pt x="855072" y="3173689"/>
                </a:cubicBezTo>
                <a:cubicBezTo>
                  <a:pt x="843261" y="3159307"/>
                  <a:pt x="825640" y="3163783"/>
                  <a:pt x="811638" y="3158163"/>
                </a:cubicBezTo>
                <a:cubicBezTo>
                  <a:pt x="815257" y="3149972"/>
                  <a:pt x="828783" y="3153115"/>
                  <a:pt x="829164" y="3141685"/>
                </a:cubicBezTo>
                <a:cubicBezTo>
                  <a:pt x="823354" y="3136542"/>
                  <a:pt x="814019" y="3146067"/>
                  <a:pt x="814686" y="3144352"/>
                </a:cubicBezTo>
                <a:cubicBezTo>
                  <a:pt x="819353" y="3131303"/>
                  <a:pt x="794112" y="3116349"/>
                  <a:pt x="822592" y="3105109"/>
                </a:cubicBezTo>
                <a:cubicBezTo>
                  <a:pt x="803637" y="3104633"/>
                  <a:pt x="789635" y="3110062"/>
                  <a:pt x="776395" y="3101966"/>
                </a:cubicBezTo>
                <a:cubicBezTo>
                  <a:pt x="770871" y="3098537"/>
                  <a:pt x="764680" y="3095584"/>
                  <a:pt x="768871" y="3088250"/>
                </a:cubicBezTo>
                <a:cubicBezTo>
                  <a:pt x="774490" y="3078439"/>
                  <a:pt x="768871" y="3073677"/>
                  <a:pt x="761346" y="3071105"/>
                </a:cubicBezTo>
                <a:cubicBezTo>
                  <a:pt x="754678" y="3068819"/>
                  <a:pt x="744106" y="3064914"/>
                  <a:pt x="745249" y="3060818"/>
                </a:cubicBezTo>
                <a:cubicBezTo>
                  <a:pt x="748773" y="3047959"/>
                  <a:pt x="735914" y="3037005"/>
                  <a:pt x="742963" y="3024623"/>
                </a:cubicBezTo>
                <a:cubicBezTo>
                  <a:pt x="745439" y="3020337"/>
                  <a:pt x="751249" y="3016336"/>
                  <a:pt x="746582" y="3010526"/>
                </a:cubicBezTo>
                <a:cubicBezTo>
                  <a:pt x="739438" y="3001572"/>
                  <a:pt x="733152" y="2990904"/>
                  <a:pt x="724008" y="2984713"/>
                </a:cubicBezTo>
                <a:cubicBezTo>
                  <a:pt x="711340" y="2976141"/>
                  <a:pt x="696481" y="2972712"/>
                  <a:pt x="680860" y="2980808"/>
                </a:cubicBezTo>
                <a:cubicBezTo>
                  <a:pt x="675145" y="2983761"/>
                  <a:pt x="667810" y="2980903"/>
                  <a:pt x="665524" y="2974617"/>
                </a:cubicBezTo>
                <a:cubicBezTo>
                  <a:pt x="662572" y="2966425"/>
                  <a:pt x="671716" y="2968235"/>
                  <a:pt x="675430" y="2965568"/>
                </a:cubicBezTo>
                <a:cubicBezTo>
                  <a:pt x="685051" y="2958615"/>
                  <a:pt x="685717" y="2947852"/>
                  <a:pt x="688099" y="2937564"/>
                </a:cubicBezTo>
                <a:cubicBezTo>
                  <a:pt x="689623" y="2931087"/>
                  <a:pt x="690956" y="2922039"/>
                  <a:pt x="699243" y="2933564"/>
                </a:cubicBezTo>
                <a:cubicBezTo>
                  <a:pt x="703529" y="2939565"/>
                  <a:pt x="706958" y="2936136"/>
                  <a:pt x="709625" y="2932040"/>
                </a:cubicBezTo>
                <a:cubicBezTo>
                  <a:pt x="719150" y="2917562"/>
                  <a:pt x="732390" y="2910609"/>
                  <a:pt x="749821" y="2910609"/>
                </a:cubicBezTo>
                <a:cubicBezTo>
                  <a:pt x="756583" y="2910609"/>
                  <a:pt x="762298" y="2906418"/>
                  <a:pt x="768204" y="2902512"/>
                </a:cubicBezTo>
                <a:cubicBezTo>
                  <a:pt x="779634" y="2894797"/>
                  <a:pt x="787730" y="2881558"/>
                  <a:pt x="804018" y="2880986"/>
                </a:cubicBezTo>
                <a:cubicBezTo>
                  <a:pt x="809066" y="2880795"/>
                  <a:pt x="811352" y="2873937"/>
                  <a:pt x="814305" y="2869461"/>
                </a:cubicBezTo>
                <a:cubicBezTo>
                  <a:pt x="831450" y="2842600"/>
                  <a:pt x="845166" y="2839267"/>
                  <a:pt x="874884" y="2849077"/>
                </a:cubicBezTo>
                <a:cubicBezTo>
                  <a:pt x="893267" y="2855173"/>
                  <a:pt x="913270" y="2851363"/>
                  <a:pt x="929938" y="2842124"/>
                </a:cubicBezTo>
                <a:cubicBezTo>
                  <a:pt x="937177" y="2838124"/>
                  <a:pt x="937749" y="2838600"/>
                  <a:pt x="942797" y="2843553"/>
                </a:cubicBezTo>
                <a:cubicBezTo>
                  <a:pt x="948607" y="2849268"/>
                  <a:pt x="957370" y="2849458"/>
                  <a:pt x="965848" y="2849553"/>
                </a:cubicBezTo>
                <a:cubicBezTo>
                  <a:pt x="969848" y="2849649"/>
                  <a:pt x="972706" y="2852411"/>
                  <a:pt x="973277" y="2846125"/>
                </a:cubicBezTo>
                <a:cubicBezTo>
                  <a:pt x="974896" y="2828027"/>
                  <a:pt x="989565" y="2817930"/>
                  <a:pt x="998995" y="2804595"/>
                </a:cubicBezTo>
                <a:cubicBezTo>
                  <a:pt x="1000995" y="2801738"/>
                  <a:pt x="1006234" y="2800500"/>
                  <a:pt x="1003090" y="2795833"/>
                </a:cubicBezTo>
                <a:cubicBezTo>
                  <a:pt x="1000614" y="2792213"/>
                  <a:pt x="995947" y="2791356"/>
                  <a:pt x="992899" y="2794023"/>
                </a:cubicBezTo>
                <a:cubicBezTo>
                  <a:pt x="973849" y="2810692"/>
                  <a:pt x="953179" y="2800786"/>
                  <a:pt x="927557" y="2797833"/>
                </a:cubicBezTo>
                <a:cubicBezTo>
                  <a:pt x="944131" y="2794785"/>
                  <a:pt x="952894" y="2789165"/>
                  <a:pt x="957847" y="2777544"/>
                </a:cubicBezTo>
                <a:cubicBezTo>
                  <a:pt x="960704" y="2770877"/>
                  <a:pt x="965276" y="2764114"/>
                  <a:pt x="973753" y="2762114"/>
                </a:cubicBezTo>
                <a:cubicBezTo>
                  <a:pt x="976325" y="2761543"/>
                  <a:pt x="980992" y="2758971"/>
                  <a:pt x="976516" y="2756589"/>
                </a:cubicBezTo>
                <a:cubicBezTo>
                  <a:pt x="956989" y="2746017"/>
                  <a:pt x="975849" y="2745826"/>
                  <a:pt x="980230" y="2743636"/>
                </a:cubicBezTo>
                <a:cubicBezTo>
                  <a:pt x="1006615" y="2730682"/>
                  <a:pt x="1030713" y="2714013"/>
                  <a:pt x="1057478" y="2701440"/>
                </a:cubicBezTo>
                <a:cubicBezTo>
                  <a:pt x="1075671" y="2692867"/>
                  <a:pt x="1101007" y="2691153"/>
                  <a:pt x="1110628" y="2666483"/>
                </a:cubicBezTo>
                <a:cubicBezTo>
                  <a:pt x="1113866" y="2658196"/>
                  <a:pt x="1125582" y="2660101"/>
                  <a:pt x="1133583" y="2659053"/>
                </a:cubicBezTo>
                <a:cubicBezTo>
                  <a:pt x="1147394" y="2657244"/>
                  <a:pt x="1148632" y="2660292"/>
                  <a:pt x="1142917" y="2675532"/>
                </a:cubicBezTo>
                <a:cubicBezTo>
                  <a:pt x="1160634" y="2661244"/>
                  <a:pt x="1159491" y="2629907"/>
                  <a:pt x="1187971" y="2628097"/>
                </a:cubicBezTo>
                <a:cubicBezTo>
                  <a:pt x="1185494" y="2616667"/>
                  <a:pt x="1173588" y="2629431"/>
                  <a:pt x="1174255" y="2618572"/>
                </a:cubicBezTo>
                <a:cubicBezTo>
                  <a:pt x="1174636" y="2612953"/>
                  <a:pt x="1179874" y="2610190"/>
                  <a:pt x="1186256" y="2610667"/>
                </a:cubicBezTo>
                <a:cubicBezTo>
                  <a:pt x="1201401" y="2612000"/>
                  <a:pt x="1209497" y="2600570"/>
                  <a:pt x="1217593" y="2591236"/>
                </a:cubicBezTo>
                <a:cubicBezTo>
                  <a:pt x="1225880" y="2581711"/>
                  <a:pt x="1236262" y="2577043"/>
                  <a:pt x="1246454" y="2570661"/>
                </a:cubicBezTo>
                <a:cubicBezTo>
                  <a:pt x="1272076" y="2554564"/>
                  <a:pt x="1304938" y="2549707"/>
                  <a:pt x="1323607" y="2522370"/>
                </a:cubicBezTo>
                <a:cubicBezTo>
                  <a:pt x="1328560" y="2515131"/>
                  <a:pt x="1336180" y="2512559"/>
                  <a:pt x="1345609" y="2513893"/>
                </a:cubicBezTo>
                <a:cubicBezTo>
                  <a:pt x="1359421" y="2515893"/>
                  <a:pt x="1373327" y="2512559"/>
                  <a:pt x="1385805" y="2507701"/>
                </a:cubicBezTo>
                <a:cubicBezTo>
                  <a:pt x="1402093" y="2501319"/>
                  <a:pt x="1416475" y="2490937"/>
                  <a:pt x="1416856" y="2470268"/>
                </a:cubicBezTo>
                <a:cubicBezTo>
                  <a:pt x="1416952" y="2467125"/>
                  <a:pt x="1417047" y="2463791"/>
                  <a:pt x="1421143" y="2463696"/>
                </a:cubicBezTo>
                <a:cubicBezTo>
                  <a:pt x="1424572" y="2463601"/>
                  <a:pt x="1427048" y="2466172"/>
                  <a:pt x="1426953" y="2469506"/>
                </a:cubicBezTo>
                <a:cubicBezTo>
                  <a:pt x="1426858" y="2478364"/>
                  <a:pt x="1428572" y="2484555"/>
                  <a:pt x="1439812" y="2482555"/>
                </a:cubicBezTo>
                <a:cubicBezTo>
                  <a:pt x="1444193" y="2481793"/>
                  <a:pt x="1447622" y="2485032"/>
                  <a:pt x="1443717" y="2489223"/>
                </a:cubicBezTo>
                <a:cubicBezTo>
                  <a:pt x="1439526" y="2493795"/>
                  <a:pt x="1436668" y="2497319"/>
                  <a:pt x="1443241" y="2501891"/>
                </a:cubicBezTo>
                <a:cubicBezTo>
                  <a:pt x="1449432" y="2506177"/>
                  <a:pt x="1453623" y="2502939"/>
                  <a:pt x="1459433" y="2499891"/>
                </a:cubicBezTo>
                <a:cubicBezTo>
                  <a:pt x="1472959" y="2493033"/>
                  <a:pt x="1482007" y="2479984"/>
                  <a:pt x="1497438" y="2475507"/>
                </a:cubicBezTo>
                <a:cubicBezTo>
                  <a:pt x="1513059" y="2470935"/>
                  <a:pt x="1528204" y="2468458"/>
                  <a:pt x="1546492" y="2473983"/>
                </a:cubicBezTo>
                <a:cubicBezTo>
                  <a:pt x="1543158" y="2464077"/>
                  <a:pt x="1537824" y="2461124"/>
                  <a:pt x="1532014" y="2462172"/>
                </a:cubicBezTo>
                <a:cubicBezTo>
                  <a:pt x="1509249" y="2466458"/>
                  <a:pt x="1495152" y="2458457"/>
                  <a:pt x="1490675" y="2432930"/>
                </a:cubicBezTo>
                <a:cubicBezTo>
                  <a:pt x="1488770" y="2449980"/>
                  <a:pt x="1487246" y="2464744"/>
                  <a:pt x="1465243" y="2461124"/>
                </a:cubicBezTo>
                <a:cubicBezTo>
                  <a:pt x="1454290" y="2459314"/>
                  <a:pt x="1453528" y="2456266"/>
                  <a:pt x="1459814" y="2448551"/>
                </a:cubicBezTo>
                <a:cubicBezTo>
                  <a:pt x="1481912" y="2421500"/>
                  <a:pt x="1510582" y="2406069"/>
                  <a:pt x="1544872" y="2400736"/>
                </a:cubicBezTo>
                <a:cubicBezTo>
                  <a:pt x="1562684" y="2397973"/>
                  <a:pt x="1581734" y="2401307"/>
                  <a:pt x="1597355" y="2388734"/>
                </a:cubicBezTo>
                <a:close/>
                <a:moveTo>
                  <a:pt x="1304176" y="2355707"/>
                </a:moveTo>
                <a:cubicBezTo>
                  <a:pt x="1307653" y="2354445"/>
                  <a:pt x="1310748" y="2353731"/>
                  <a:pt x="1312367" y="2357017"/>
                </a:cubicBezTo>
                <a:cubicBezTo>
                  <a:pt x="1316558" y="2365494"/>
                  <a:pt x="1315320" y="2376924"/>
                  <a:pt x="1308176" y="2384734"/>
                </a:cubicBezTo>
                <a:cubicBezTo>
                  <a:pt x="1303509" y="2389783"/>
                  <a:pt x="1302271" y="2395402"/>
                  <a:pt x="1301318" y="2401117"/>
                </a:cubicBezTo>
                <a:cubicBezTo>
                  <a:pt x="1299509" y="2412071"/>
                  <a:pt x="1296937" y="2419310"/>
                  <a:pt x="1283411" y="2422263"/>
                </a:cubicBezTo>
                <a:cubicBezTo>
                  <a:pt x="1268933" y="2425406"/>
                  <a:pt x="1269124" y="2432359"/>
                  <a:pt x="1281602" y="2441408"/>
                </a:cubicBezTo>
                <a:cubicBezTo>
                  <a:pt x="1283411" y="2442742"/>
                  <a:pt x="1285602" y="2443980"/>
                  <a:pt x="1286745" y="2445790"/>
                </a:cubicBezTo>
                <a:cubicBezTo>
                  <a:pt x="1292746" y="2454743"/>
                  <a:pt x="1309034" y="2455505"/>
                  <a:pt x="1309891" y="2464363"/>
                </a:cubicBezTo>
                <a:cubicBezTo>
                  <a:pt x="1310843" y="2474365"/>
                  <a:pt x="1294460" y="2474555"/>
                  <a:pt x="1288174" y="2482080"/>
                </a:cubicBezTo>
                <a:cubicBezTo>
                  <a:pt x="1280649" y="2491033"/>
                  <a:pt x="1273220" y="2499701"/>
                  <a:pt x="1276839" y="2513608"/>
                </a:cubicBezTo>
                <a:cubicBezTo>
                  <a:pt x="1278173" y="2518656"/>
                  <a:pt x="1282745" y="2532753"/>
                  <a:pt x="1266457" y="2528943"/>
                </a:cubicBezTo>
                <a:cubicBezTo>
                  <a:pt x="1249598" y="2552565"/>
                  <a:pt x="1215593" y="2542183"/>
                  <a:pt x="1197210" y="2564376"/>
                </a:cubicBezTo>
                <a:cubicBezTo>
                  <a:pt x="1190828" y="2572091"/>
                  <a:pt x="1179303" y="2575425"/>
                  <a:pt x="1178065" y="2587807"/>
                </a:cubicBezTo>
                <a:cubicBezTo>
                  <a:pt x="1177684" y="2591808"/>
                  <a:pt x="1173969" y="2595332"/>
                  <a:pt x="1169873" y="2593141"/>
                </a:cubicBezTo>
                <a:cubicBezTo>
                  <a:pt x="1160444" y="2588379"/>
                  <a:pt x="1161396" y="2594189"/>
                  <a:pt x="1162349" y="2599904"/>
                </a:cubicBezTo>
                <a:cubicBezTo>
                  <a:pt x="1163492" y="2606571"/>
                  <a:pt x="1160920" y="2610762"/>
                  <a:pt x="1154348" y="2610667"/>
                </a:cubicBezTo>
                <a:cubicBezTo>
                  <a:pt x="1146251" y="2610667"/>
                  <a:pt x="1147490" y="2603714"/>
                  <a:pt x="1147585" y="2598761"/>
                </a:cubicBezTo>
                <a:cubicBezTo>
                  <a:pt x="1147966" y="2584664"/>
                  <a:pt x="1146061" y="2570662"/>
                  <a:pt x="1156538" y="2557994"/>
                </a:cubicBezTo>
                <a:cubicBezTo>
                  <a:pt x="1164539" y="2548469"/>
                  <a:pt x="1170445" y="2536086"/>
                  <a:pt x="1161301" y="2518275"/>
                </a:cubicBezTo>
                <a:cubicBezTo>
                  <a:pt x="1180922" y="2523609"/>
                  <a:pt x="1195019" y="2530467"/>
                  <a:pt x="1210355" y="2520751"/>
                </a:cubicBezTo>
                <a:cubicBezTo>
                  <a:pt x="1213593" y="2518656"/>
                  <a:pt x="1218260" y="2520466"/>
                  <a:pt x="1218260" y="2513893"/>
                </a:cubicBezTo>
                <a:cubicBezTo>
                  <a:pt x="1218260" y="2504654"/>
                  <a:pt x="1225499" y="2499701"/>
                  <a:pt x="1231310" y="2493510"/>
                </a:cubicBezTo>
                <a:cubicBezTo>
                  <a:pt x="1237691" y="2486747"/>
                  <a:pt x="1250264" y="2479699"/>
                  <a:pt x="1234167" y="2469031"/>
                </a:cubicBezTo>
                <a:cubicBezTo>
                  <a:pt x="1229214" y="2465697"/>
                  <a:pt x="1234739" y="2460934"/>
                  <a:pt x="1237025" y="2457315"/>
                </a:cubicBezTo>
                <a:cubicBezTo>
                  <a:pt x="1244264" y="2445694"/>
                  <a:pt x="1251884" y="2434360"/>
                  <a:pt x="1258932" y="2422644"/>
                </a:cubicBezTo>
                <a:cubicBezTo>
                  <a:pt x="1267409" y="2408737"/>
                  <a:pt x="1270934" y="2393593"/>
                  <a:pt x="1273029" y="2377400"/>
                </a:cubicBezTo>
                <a:cubicBezTo>
                  <a:pt x="1274363" y="2367208"/>
                  <a:pt x="1274077" y="2351016"/>
                  <a:pt x="1293698" y="2357683"/>
                </a:cubicBezTo>
                <a:cubicBezTo>
                  <a:pt x="1296842" y="2358779"/>
                  <a:pt x="1300700" y="2356969"/>
                  <a:pt x="1304176" y="2355707"/>
                </a:cubicBezTo>
                <a:close/>
                <a:moveTo>
                  <a:pt x="1255312" y="2320441"/>
                </a:moveTo>
                <a:cubicBezTo>
                  <a:pt x="1259217" y="2319012"/>
                  <a:pt x="1262837" y="2319964"/>
                  <a:pt x="1264075" y="2324727"/>
                </a:cubicBezTo>
                <a:cubicBezTo>
                  <a:pt x="1265123" y="2328822"/>
                  <a:pt x="1264456" y="2330918"/>
                  <a:pt x="1259789" y="2333204"/>
                </a:cubicBezTo>
                <a:cubicBezTo>
                  <a:pt x="1236357" y="2344634"/>
                  <a:pt x="1230357" y="2371304"/>
                  <a:pt x="1213212" y="2388354"/>
                </a:cubicBezTo>
                <a:cubicBezTo>
                  <a:pt x="1220832" y="2408642"/>
                  <a:pt x="1197781" y="2410261"/>
                  <a:pt x="1191304" y="2422358"/>
                </a:cubicBezTo>
                <a:cubicBezTo>
                  <a:pt x="1186256" y="2431883"/>
                  <a:pt x="1172730" y="2426835"/>
                  <a:pt x="1162634" y="2415500"/>
                </a:cubicBezTo>
                <a:cubicBezTo>
                  <a:pt x="1197686" y="2411785"/>
                  <a:pt x="1209592" y="2389211"/>
                  <a:pt x="1195495" y="2358255"/>
                </a:cubicBezTo>
                <a:cubicBezTo>
                  <a:pt x="1194257" y="2355588"/>
                  <a:pt x="1191399" y="2353111"/>
                  <a:pt x="1193495" y="2350349"/>
                </a:cubicBezTo>
                <a:cubicBezTo>
                  <a:pt x="1198829" y="2343205"/>
                  <a:pt x="1207496" y="2339110"/>
                  <a:pt x="1211021" y="2330061"/>
                </a:cubicBezTo>
                <a:cubicBezTo>
                  <a:pt x="1215212" y="2319202"/>
                  <a:pt x="1225308" y="2324441"/>
                  <a:pt x="1232928" y="2323584"/>
                </a:cubicBezTo>
                <a:cubicBezTo>
                  <a:pt x="1240453" y="2322822"/>
                  <a:pt x="1247978" y="2323012"/>
                  <a:pt x="1255312" y="2320441"/>
                </a:cubicBezTo>
                <a:close/>
                <a:moveTo>
                  <a:pt x="1875390" y="2194139"/>
                </a:moveTo>
                <a:cubicBezTo>
                  <a:pt x="1881295" y="2192139"/>
                  <a:pt x="1883105" y="2197187"/>
                  <a:pt x="1885677" y="2200711"/>
                </a:cubicBezTo>
                <a:cubicBezTo>
                  <a:pt x="1889677" y="2206236"/>
                  <a:pt x="1892059" y="2212903"/>
                  <a:pt x="1898059" y="2216904"/>
                </a:cubicBezTo>
                <a:cubicBezTo>
                  <a:pt x="1904155" y="2221095"/>
                  <a:pt x="1906441" y="2231001"/>
                  <a:pt x="1918633" y="2220809"/>
                </a:cubicBezTo>
                <a:cubicBezTo>
                  <a:pt x="1927968" y="2212998"/>
                  <a:pt x="1939684" y="2222904"/>
                  <a:pt x="1943589" y="2235763"/>
                </a:cubicBezTo>
                <a:cubicBezTo>
                  <a:pt x="1951876" y="2262624"/>
                  <a:pt x="1948256" y="2290056"/>
                  <a:pt x="1946256" y="2317202"/>
                </a:cubicBezTo>
                <a:cubicBezTo>
                  <a:pt x="1944827" y="2335109"/>
                  <a:pt x="1941208" y="2353016"/>
                  <a:pt x="1938445" y="2372256"/>
                </a:cubicBezTo>
                <a:cubicBezTo>
                  <a:pt x="1944732" y="2371399"/>
                  <a:pt x="1945399" y="2368065"/>
                  <a:pt x="1947304" y="2365970"/>
                </a:cubicBezTo>
                <a:cubicBezTo>
                  <a:pt x="1950542" y="2362255"/>
                  <a:pt x="1955114" y="2359493"/>
                  <a:pt x="1958829" y="2364160"/>
                </a:cubicBezTo>
                <a:cubicBezTo>
                  <a:pt x="1962925" y="2369399"/>
                  <a:pt x="1957686" y="2372542"/>
                  <a:pt x="1953781" y="2374257"/>
                </a:cubicBezTo>
                <a:cubicBezTo>
                  <a:pt x="1943494" y="2378638"/>
                  <a:pt x="1932349" y="2385591"/>
                  <a:pt x="1921491" y="2379210"/>
                </a:cubicBezTo>
                <a:cubicBezTo>
                  <a:pt x="1878247" y="2353683"/>
                  <a:pt x="1828241" y="2351968"/>
                  <a:pt x="1781378" y="2340729"/>
                </a:cubicBezTo>
                <a:cubicBezTo>
                  <a:pt x="1725943" y="2327489"/>
                  <a:pt x="1670412" y="2314630"/>
                  <a:pt x="1615453" y="2299676"/>
                </a:cubicBezTo>
                <a:cubicBezTo>
                  <a:pt x="1601165" y="2295771"/>
                  <a:pt x="1590973" y="2284817"/>
                  <a:pt x="1578972" y="2277102"/>
                </a:cubicBezTo>
                <a:cubicBezTo>
                  <a:pt x="1574686" y="2274339"/>
                  <a:pt x="1571257" y="2268910"/>
                  <a:pt x="1576210" y="2263481"/>
                </a:cubicBezTo>
                <a:cubicBezTo>
                  <a:pt x="1580877" y="2258242"/>
                  <a:pt x="1585735" y="2259576"/>
                  <a:pt x="1589545" y="2264624"/>
                </a:cubicBezTo>
                <a:cubicBezTo>
                  <a:pt x="1593640" y="2270053"/>
                  <a:pt x="1600403" y="2274816"/>
                  <a:pt x="1604689" y="2269482"/>
                </a:cubicBezTo>
                <a:cubicBezTo>
                  <a:pt x="1617167" y="2254051"/>
                  <a:pt x="1634598" y="2254242"/>
                  <a:pt x="1650600" y="2254527"/>
                </a:cubicBezTo>
                <a:cubicBezTo>
                  <a:pt x="1669364" y="2254813"/>
                  <a:pt x="1671269" y="2239097"/>
                  <a:pt x="1680032" y="2229858"/>
                </a:cubicBezTo>
                <a:cubicBezTo>
                  <a:pt x="1683556" y="2226143"/>
                  <a:pt x="1682223" y="2219380"/>
                  <a:pt x="1689462" y="2215951"/>
                </a:cubicBezTo>
                <a:cubicBezTo>
                  <a:pt x="1697749" y="2231001"/>
                  <a:pt x="1696225" y="2246526"/>
                  <a:pt x="1695082" y="2262147"/>
                </a:cubicBezTo>
                <a:cubicBezTo>
                  <a:pt x="1694796" y="2265576"/>
                  <a:pt x="1689081" y="2271387"/>
                  <a:pt x="1697844" y="2272339"/>
                </a:cubicBezTo>
                <a:cubicBezTo>
                  <a:pt x="1702797" y="2272911"/>
                  <a:pt x="1708131" y="2275006"/>
                  <a:pt x="1709655" y="2266529"/>
                </a:cubicBezTo>
                <a:cubicBezTo>
                  <a:pt x="1711655" y="2255385"/>
                  <a:pt x="1718037" y="2245574"/>
                  <a:pt x="1718704" y="2233763"/>
                </a:cubicBezTo>
                <a:cubicBezTo>
                  <a:pt x="1719466" y="2220237"/>
                  <a:pt x="1728705" y="2210808"/>
                  <a:pt x="1741278" y="2214141"/>
                </a:cubicBezTo>
                <a:cubicBezTo>
                  <a:pt x="1753470" y="2217380"/>
                  <a:pt x="1763566" y="2215951"/>
                  <a:pt x="1774901" y="2213284"/>
                </a:cubicBezTo>
                <a:cubicBezTo>
                  <a:pt x="1782426" y="2211570"/>
                  <a:pt x="1790998" y="2212617"/>
                  <a:pt x="1796523" y="2218047"/>
                </a:cubicBezTo>
                <a:cubicBezTo>
                  <a:pt x="1806715" y="2228143"/>
                  <a:pt x="1807858" y="2225000"/>
                  <a:pt x="1813763" y="2213094"/>
                </a:cubicBezTo>
                <a:cubicBezTo>
                  <a:pt x="1820621" y="2199187"/>
                  <a:pt x="1837766" y="2208045"/>
                  <a:pt x="1845862" y="2212522"/>
                </a:cubicBezTo>
                <a:cubicBezTo>
                  <a:pt x="1861102" y="2220904"/>
                  <a:pt x="1867675" y="2221190"/>
                  <a:pt x="1868913" y="2202616"/>
                </a:cubicBezTo>
                <a:cubicBezTo>
                  <a:pt x="1869199" y="2198425"/>
                  <a:pt x="1871580" y="2195377"/>
                  <a:pt x="1875390" y="2194139"/>
                </a:cubicBezTo>
                <a:close/>
                <a:moveTo>
                  <a:pt x="1718508" y="2011518"/>
                </a:moveTo>
                <a:cubicBezTo>
                  <a:pt x="1715721" y="2010985"/>
                  <a:pt x="1712536" y="2011569"/>
                  <a:pt x="1708702" y="2013926"/>
                </a:cubicBezTo>
                <a:cubicBezTo>
                  <a:pt x="1699749" y="2015641"/>
                  <a:pt x="1689843" y="2005830"/>
                  <a:pt x="1685747" y="2018498"/>
                </a:cubicBezTo>
                <a:cubicBezTo>
                  <a:pt x="1682413" y="2028881"/>
                  <a:pt x="1688128" y="2037834"/>
                  <a:pt x="1694415" y="2045263"/>
                </a:cubicBezTo>
                <a:cubicBezTo>
                  <a:pt x="1699653" y="2051455"/>
                  <a:pt x="1706226" y="2057075"/>
                  <a:pt x="1713274" y="2061170"/>
                </a:cubicBezTo>
                <a:cubicBezTo>
                  <a:pt x="1726323" y="2068695"/>
                  <a:pt x="1739373" y="2062408"/>
                  <a:pt x="1741944" y="2047550"/>
                </a:cubicBezTo>
                <a:cubicBezTo>
                  <a:pt x="1742992" y="2041263"/>
                  <a:pt x="1746612" y="2032119"/>
                  <a:pt x="1739658" y="2028690"/>
                </a:cubicBezTo>
                <a:cubicBezTo>
                  <a:pt x="1731657" y="2024761"/>
                  <a:pt x="1726871" y="2013116"/>
                  <a:pt x="1718508" y="2011518"/>
                </a:cubicBezTo>
                <a:close/>
                <a:moveTo>
                  <a:pt x="1397806" y="1996781"/>
                </a:moveTo>
                <a:cubicBezTo>
                  <a:pt x="1403521" y="1998210"/>
                  <a:pt x="1398949" y="2005163"/>
                  <a:pt x="1400950" y="2008497"/>
                </a:cubicBezTo>
                <a:cubicBezTo>
                  <a:pt x="1407712" y="2019737"/>
                  <a:pt x="1414666" y="2030595"/>
                  <a:pt x="1419714" y="2042978"/>
                </a:cubicBezTo>
                <a:cubicBezTo>
                  <a:pt x="1422571" y="2050121"/>
                  <a:pt x="1431144" y="2052312"/>
                  <a:pt x="1439335" y="2050312"/>
                </a:cubicBezTo>
                <a:cubicBezTo>
                  <a:pt x="1443622" y="2049264"/>
                  <a:pt x="1448956" y="2046216"/>
                  <a:pt x="1449337" y="2053741"/>
                </a:cubicBezTo>
                <a:cubicBezTo>
                  <a:pt x="1449622" y="2059741"/>
                  <a:pt x="1445812" y="2063552"/>
                  <a:pt x="1439335" y="2063456"/>
                </a:cubicBezTo>
                <a:cubicBezTo>
                  <a:pt x="1428763" y="2063552"/>
                  <a:pt x="1418190" y="2062694"/>
                  <a:pt x="1407808" y="2065647"/>
                </a:cubicBezTo>
                <a:cubicBezTo>
                  <a:pt x="1399045" y="2067076"/>
                  <a:pt x="1396568" y="2061361"/>
                  <a:pt x="1393520" y="2054503"/>
                </a:cubicBezTo>
                <a:cubicBezTo>
                  <a:pt x="1389139" y="2044502"/>
                  <a:pt x="1386472" y="2033167"/>
                  <a:pt x="1376089" y="2026690"/>
                </a:cubicBezTo>
                <a:cubicBezTo>
                  <a:pt x="1370184" y="2023070"/>
                  <a:pt x="1373232" y="2018784"/>
                  <a:pt x="1376470" y="2015736"/>
                </a:cubicBezTo>
                <a:cubicBezTo>
                  <a:pt x="1380090" y="2012402"/>
                  <a:pt x="1386853" y="2013736"/>
                  <a:pt x="1388377" y="2006878"/>
                </a:cubicBezTo>
                <a:cubicBezTo>
                  <a:pt x="1389520" y="2001925"/>
                  <a:pt x="1390567" y="1994971"/>
                  <a:pt x="1397806" y="1996781"/>
                </a:cubicBezTo>
                <a:close/>
                <a:moveTo>
                  <a:pt x="1185090" y="1920259"/>
                </a:moveTo>
                <a:cubicBezTo>
                  <a:pt x="1189186" y="1921699"/>
                  <a:pt x="1192210" y="1925486"/>
                  <a:pt x="1194353" y="1931534"/>
                </a:cubicBezTo>
                <a:cubicBezTo>
                  <a:pt x="1198449" y="1943059"/>
                  <a:pt x="1203973" y="1952394"/>
                  <a:pt x="1193877" y="1967634"/>
                </a:cubicBezTo>
                <a:cubicBezTo>
                  <a:pt x="1179589" y="1989351"/>
                  <a:pt x="1174827" y="2017069"/>
                  <a:pt x="1180065" y="2044405"/>
                </a:cubicBezTo>
                <a:cubicBezTo>
                  <a:pt x="1184256" y="2066313"/>
                  <a:pt x="1201592" y="2077838"/>
                  <a:pt x="1223880" y="2073171"/>
                </a:cubicBezTo>
                <a:cubicBezTo>
                  <a:pt x="1232453" y="2071361"/>
                  <a:pt x="1239406" y="2071075"/>
                  <a:pt x="1242073" y="2080600"/>
                </a:cubicBezTo>
                <a:cubicBezTo>
                  <a:pt x="1245026" y="2090983"/>
                  <a:pt x="1237501" y="2093459"/>
                  <a:pt x="1229405" y="2095269"/>
                </a:cubicBezTo>
                <a:cubicBezTo>
                  <a:pt x="1178541" y="2106699"/>
                  <a:pt x="1136631" y="2135369"/>
                  <a:pt x="1094817" y="2164516"/>
                </a:cubicBezTo>
                <a:cubicBezTo>
                  <a:pt x="1083958" y="2172041"/>
                  <a:pt x="1074814" y="2182423"/>
                  <a:pt x="1057002" y="2176803"/>
                </a:cubicBezTo>
                <a:cubicBezTo>
                  <a:pt x="1042810" y="2172326"/>
                  <a:pt x="1025951" y="2176898"/>
                  <a:pt x="1010235" y="2176993"/>
                </a:cubicBezTo>
                <a:cubicBezTo>
                  <a:pt x="1003853" y="2176993"/>
                  <a:pt x="1000614" y="2180804"/>
                  <a:pt x="997471" y="2185185"/>
                </a:cubicBezTo>
                <a:cubicBezTo>
                  <a:pt x="994709" y="2189090"/>
                  <a:pt x="991280" y="2191471"/>
                  <a:pt x="986327" y="2192138"/>
                </a:cubicBezTo>
                <a:cubicBezTo>
                  <a:pt x="965372" y="2194900"/>
                  <a:pt x="964705" y="2195948"/>
                  <a:pt x="967086" y="2216522"/>
                </a:cubicBezTo>
                <a:cubicBezTo>
                  <a:pt x="967944" y="2224047"/>
                  <a:pt x="968610" y="2231667"/>
                  <a:pt x="968896" y="2239287"/>
                </a:cubicBezTo>
                <a:cubicBezTo>
                  <a:pt x="969372" y="2250050"/>
                  <a:pt x="960895" y="2252527"/>
                  <a:pt x="953561" y="2251574"/>
                </a:cubicBezTo>
                <a:cubicBezTo>
                  <a:pt x="941178" y="2249955"/>
                  <a:pt x="950989" y="2241763"/>
                  <a:pt x="952037" y="2238144"/>
                </a:cubicBezTo>
                <a:cubicBezTo>
                  <a:pt x="958704" y="2215093"/>
                  <a:pt x="959276" y="2193472"/>
                  <a:pt x="933749" y="2182899"/>
                </a:cubicBezTo>
                <a:cubicBezTo>
                  <a:pt x="918128" y="2176422"/>
                  <a:pt x="906507" y="2167659"/>
                  <a:pt x="897840" y="2153848"/>
                </a:cubicBezTo>
                <a:cubicBezTo>
                  <a:pt x="895268" y="2149657"/>
                  <a:pt x="891363" y="2146228"/>
                  <a:pt x="886695" y="2147180"/>
                </a:cubicBezTo>
                <a:cubicBezTo>
                  <a:pt x="878504" y="2148800"/>
                  <a:pt x="886314" y="2154514"/>
                  <a:pt x="884981" y="2157658"/>
                </a:cubicBezTo>
                <a:cubicBezTo>
                  <a:pt x="881171" y="2166516"/>
                  <a:pt x="869550" y="2164135"/>
                  <a:pt x="863835" y="2171564"/>
                </a:cubicBezTo>
                <a:cubicBezTo>
                  <a:pt x="862311" y="2173564"/>
                  <a:pt x="852310" y="2172707"/>
                  <a:pt x="856882" y="2163278"/>
                </a:cubicBezTo>
                <a:cubicBezTo>
                  <a:pt x="858311" y="2160325"/>
                  <a:pt x="854596" y="2160229"/>
                  <a:pt x="852596" y="2160039"/>
                </a:cubicBezTo>
                <a:cubicBezTo>
                  <a:pt x="830688" y="2157467"/>
                  <a:pt x="830688" y="2157467"/>
                  <a:pt x="835832" y="2137274"/>
                </a:cubicBezTo>
                <a:cubicBezTo>
                  <a:pt x="830307" y="2137084"/>
                  <a:pt x="823545" y="2146513"/>
                  <a:pt x="820497" y="2139179"/>
                </a:cubicBezTo>
                <a:cubicBezTo>
                  <a:pt x="818306" y="2133845"/>
                  <a:pt x="822306" y="2120225"/>
                  <a:pt x="825831" y="2119272"/>
                </a:cubicBezTo>
                <a:cubicBezTo>
                  <a:pt x="842880" y="2114795"/>
                  <a:pt x="839356" y="2099650"/>
                  <a:pt x="843738" y="2087554"/>
                </a:cubicBezTo>
                <a:cubicBezTo>
                  <a:pt x="848691" y="2097174"/>
                  <a:pt x="845262" y="2105556"/>
                  <a:pt x="845547" y="2113843"/>
                </a:cubicBezTo>
                <a:cubicBezTo>
                  <a:pt x="845928" y="2122510"/>
                  <a:pt x="847167" y="2130797"/>
                  <a:pt x="856406" y="2134703"/>
                </a:cubicBezTo>
                <a:cubicBezTo>
                  <a:pt x="861264" y="2136798"/>
                  <a:pt x="866407" y="2140037"/>
                  <a:pt x="871455" y="2136322"/>
                </a:cubicBezTo>
                <a:cubicBezTo>
                  <a:pt x="875551" y="2133274"/>
                  <a:pt x="874789" y="2128511"/>
                  <a:pt x="874027" y="2123749"/>
                </a:cubicBezTo>
                <a:cubicBezTo>
                  <a:pt x="872503" y="2114986"/>
                  <a:pt x="870884" y="2106032"/>
                  <a:pt x="873646" y="2092412"/>
                </a:cubicBezTo>
                <a:cubicBezTo>
                  <a:pt x="878980" y="2103175"/>
                  <a:pt x="875646" y="2113081"/>
                  <a:pt x="885171" y="2118891"/>
                </a:cubicBezTo>
                <a:cubicBezTo>
                  <a:pt x="891458" y="2116986"/>
                  <a:pt x="884124" y="2106604"/>
                  <a:pt x="890505" y="2105270"/>
                </a:cubicBezTo>
                <a:cubicBezTo>
                  <a:pt x="896982" y="2103937"/>
                  <a:pt x="902031" y="2108318"/>
                  <a:pt x="906603" y="2112319"/>
                </a:cubicBezTo>
                <a:cubicBezTo>
                  <a:pt x="912318" y="2117367"/>
                  <a:pt x="918604" y="2117081"/>
                  <a:pt x="925748" y="2116891"/>
                </a:cubicBezTo>
                <a:cubicBezTo>
                  <a:pt x="940512" y="2116414"/>
                  <a:pt x="941559" y="2110414"/>
                  <a:pt x="932892" y="2100793"/>
                </a:cubicBezTo>
                <a:cubicBezTo>
                  <a:pt x="910032" y="2075647"/>
                  <a:pt x="919271" y="2048501"/>
                  <a:pt x="928224" y="2021831"/>
                </a:cubicBezTo>
                <a:cubicBezTo>
                  <a:pt x="931177" y="2012783"/>
                  <a:pt x="937083" y="2004686"/>
                  <a:pt x="940321" y="1994685"/>
                </a:cubicBezTo>
                <a:cubicBezTo>
                  <a:pt x="932892" y="2037643"/>
                  <a:pt x="964134" y="2070885"/>
                  <a:pt x="967372" y="2110890"/>
                </a:cubicBezTo>
                <a:cubicBezTo>
                  <a:pt x="967658" y="2114414"/>
                  <a:pt x="969849" y="2118034"/>
                  <a:pt x="971944" y="2121177"/>
                </a:cubicBezTo>
                <a:cubicBezTo>
                  <a:pt x="972992" y="2122701"/>
                  <a:pt x="975849" y="2124416"/>
                  <a:pt x="977469" y="2123939"/>
                </a:cubicBezTo>
                <a:cubicBezTo>
                  <a:pt x="981279" y="2122987"/>
                  <a:pt x="980707" y="2119653"/>
                  <a:pt x="979755" y="2116700"/>
                </a:cubicBezTo>
                <a:cubicBezTo>
                  <a:pt x="977088" y="2108795"/>
                  <a:pt x="973659" y="2101079"/>
                  <a:pt x="971849" y="2093078"/>
                </a:cubicBezTo>
                <a:cubicBezTo>
                  <a:pt x="969372" y="2082410"/>
                  <a:pt x="967086" y="2071266"/>
                  <a:pt x="975183" y="2058883"/>
                </a:cubicBezTo>
                <a:cubicBezTo>
                  <a:pt x="982993" y="2072218"/>
                  <a:pt x="984898" y="2086792"/>
                  <a:pt x="996138" y="2095555"/>
                </a:cubicBezTo>
                <a:cubicBezTo>
                  <a:pt x="999186" y="2097936"/>
                  <a:pt x="1002519" y="2100984"/>
                  <a:pt x="1006234" y="2098793"/>
                </a:cubicBezTo>
                <a:cubicBezTo>
                  <a:pt x="1010330" y="2096412"/>
                  <a:pt x="1008901" y="2091935"/>
                  <a:pt x="1006901" y="2088697"/>
                </a:cubicBezTo>
                <a:cubicBezTo>
                  <a:pt x="1002424" y="2081553"/>
                  <a:pt x="1004996" y="2075838"/>
                  <a:pt x="1009282" y="2069933"/>
                </a:cubicBezTo>
                <a:cubicBezTo>
                  <a:pt x="1016140" y="2060693"/>
                  <a:pt x="1020617" y="2050311"/>
                  <a:pt x="1024808" y="2038500"/>
                </a:cubicBezTo>
                <a:cubicBezTo>
                  <a:pt x="1026999" y="2058979"/>
                  <a:pt x="1036143" y="2078029"/>
                  <a:pt x="1032618" y="2099079"/>
                </a:cubicBezTo>
                <a:cubicBezTo>
                  <a:pt x="1031856" y="2103556"/>
                  <a:pt x="1030428" y="2108033"/>
                  <a:pt x="1030428" y="2112414"/>
                </a:cubicBezTo>
                <a:cubicBezTo>
                  <a:pt x="1030523" y="2121367"/>
                  <a:pt x="1038143" y="2124130"/>
                  <a:pt x="1044620" y="2124225"/>
                </a:cubicBezTo>
                <a:cubicBezTo>
                  <a:pt x="1052145" y="2124320"/>
                  <a:pt x="1050716" y="2116891"/>
                  <a:pt x="1050430" y="2111842"/>
                </a:cubicBezTo>
                <a:cubicBezTo>
                  <a:pt x="1050144" y="2106508"/>
                  <a:pt x="1048525" y="2101270"/>
                  <a:pt x="1048716" y="2096031"/>
                </a:cubicBezTo>
                <a:cubicBezTo>
                  <a:pt x="1049192" y="2076791"/>
                  <a:pt x="1043096" y="2057645"/>
                  <a:pt x="1051859" y="2038214"/>
                </a:cubicBezTo>
                <a:cubicBezTo>
                  <a:pt x="1054907" y="2031451"/>
                  <a:pt x="1055288" y="2020974"/>
                  <a:pt x="1049573" y="2012116"/>
                </a:cubicBezTo>
                <a:cubicBezTo>
                  <a:pt x="1043382" y="2002496"/>
                  <a:pt x="1047763" y="1991446"/>
                  <a:pt x="1049478" y="1980969"/>
                </a:cubicBezTo>
                <a:cubicBezTo>
                  <a:pt x="1050144" y="1976968"/>
                  <a:pt x="1053097" y="1972111"/>
                  <a:pt x="1056621" y="1973921"/>
                </a:cubicBezTo>
                <a:cubicBezTo>
                  <a:pt x="1075862" y="1983826"/>
                  <a:pt x="1071385" y="1967158"/>
                  <a:pt x="1074624" y="1958776"/>
                </a:cubicBezTo>
                <a:cubicBezTo>
                  <a:pt x="1079386" y="1946203"/>
                  <a:pt x="1082339" y="1932677"/>
                  <a:pt x="1091769" y="1920485"/>
                </a:cubicBezTo>
                <a:cubicBezTo>
                  <a:pt x="1099103" y="1927248"/>
                  <a:pt x="1097198" y="1935154"/>
                  <a:pt x="1096150" y="1941726"/>
                </a:cubicBezTo>
                <a:cubicBezTo>
                  <a:pt x="1091197" y="1973063"/>
                  <a:pt x="1087863" y="2004496"/>
                  <a:pt x="1085196" y="2036024"/>
                </a:cubicBezTo>
                <a:cubicBezTo>
                  <a:pt x="1085101" y="2037547"/>
                  <a:pt x="1084720" y="2039071"/>
                  <a:pt x="1084720" y="2040596"/>
                </a:cubicBezTo>
                <a:cubicBezTo>
                  <a:pt x="1084530" y="2051073"/>
                  <a:pt x="1088054" y="2053740"/>
                  <a:pt x="1100151" y="2063551"/>
                </a:cubicBezTo>
                <a:cubicBezTo>
                  <a:pt x="1105961" y="2068313"/>
                  <a:pt x="1107390" y="2078219"/>
                  <a:pt x="1111295" y="2085554"/>
                </a:cubicBezTo>
                <a:cubicBezTo>
                  <a:pt x="1113390" y="2089459"/>
                  <a:pt x="1111485" y="2098793"/>
                  <a:pt x="1119486" y="2095745"/>
                </a:cubicBezTo>
                <a:cubicBezTo>
                  <a:pt x="1126249" y="2093174"/>
                  <a:pt x="1121868" y="2086125"/>
                  <a:pt x="1119772" y="2081839"/>
                </a:cubicBezTo>
                <a:cubicBezTo>
                  <a:pt x="1110819" y="2064122"/>
                  <a:pt x="1123011" y="2047930"/>
                  <a:pt x="1123392" y="2030975"/>
                </a:cubicBezTo>
                <a:cubicBezTo>
                  <a:pt x="1123677" y="2020498"/>
                  <a:pt x="1128440" y="2010306"/>
                  <a:pt x="1123392" y="1999733"/>
                </a:cubicBezTo>
                <a:cubicBezTo>
                  <a:pt x="1122439" y="1997828"/>
                  <a:pt x="1121772" y="1994685"/>
                  <a:pt x="1122725" y="1993161"/>
                </a:cubicBezTo>
                <a:cubicBezTo>
                  <a:pt x="1137679" y="1969444"/>
                  <a:pt x="1140537" y="1938106"/>
                  <a:pt x="1169397" y="1923057"/>
                </a:cubicBezTo>
                <a:cubicBezTo>
                  <a:pt x="1175827" y="1919723"/>
                  <a:pt x="1180994" y="1918818"/>
                  <a:pt x="1185090" y="1920259"/>
                </a:cubicBezTo>
                <a:close/>
                <a:moveTo>
                  <a:pt x="1249693" y="1886386"/>
                </a:moveTo>
                <a:cubicBezTo>
                  <a:pt x="1258075" y="1884576"/>
                  <a:pt x="1264838" y="1889338"/>
                  <a:pt x="1268457" y="1896387"/>
                </a:cubicBezTo>
                <a:cubicBezTo>
                  <a:pt x="1275792" y="1910770"/>
                  <a:pt x="1280078" y="1926010"/>
                  <a:pt x="1279411" y="1942488"/>
                </a:cubicBezTo>
                <a:cubicBezTo>
                  <a:pt x="1279221" y="1946584"/>
                  <a:pt x="1278363" y="1952870"/>
                  <a:pt x="1284840" y="1952965"/>
                </a:cubicBezTo>
                <a:cubicBezTo>
                  <a:pt x="1289031" y="1953061"/>
                  <a:pt x="1289127" y="1947631"/>
                  <a:pt x="1290841" y="1944393"/>
                </a:cubicBezTo>
                <a:cubicBezTo>
                  <a:pt x="1293984" y="1938392"/>
                  <a:pt x="1286460" y="1925724"/>
                  <a:pt x="1298080" y="1926390"/>
                </a:cubicBezTo>
                <a:cubicBezTo>
                  <a:pt x="1306081" y="1926867"/>
                  <a:pt x="1309986" y="1938964"/>
                  <a:pt x="1310463" y="1946298"/>
                </a:cubicBezTo>
                <a:cubicBezTo>
                  <a:pt x="1311415" y="1958966"/>
                  <a:pt x="1318940" y="1974397"/>
                  <a:pt x="1301985" y="1983636"/>
                </a:cubicBezTo>
                <a:cubicBezTo>
                  <a:pt x="1298652" y="1985445"/>
                  <a:pt x="1299604" y="1989541"/>
                  <a:pt x="1302652" y="1991161"/>
                </a:cubicBezTo>
                <a:cubicBezTo>
                  <a:pt x="1314844" y="1997542"/>
                  <a:pt x="1305891" y="2009449"/>
                  <a:pt x="1309891" y="2018021"/>
                </a:cubicBezTo>
                <a:cubicBezTo>
                  <a:pt x="1310367" y="2019164"/>
                  <a:pt x="1308272" y="2021926"/>
                  <a:pt x="1306843" y="2023355"/>
                </a:cubicBezTo>
                <a:cubicBezTo>
                  <a:pt x="1306081" y="2024117"/>
                  <a:pt x="1304081" y="2023545"/>
                  <a:pt x="1302652" y="2023641"/>
                </a:cubicBezTo>
                <a:cubicBezTo>
                  <a:pt x="1305224" y="2008686"/>
                  <a:pt x="1285221" y="2027070"/>
                  <a:pt x="1286460" y="2012306"/>
                </a:cubicBezTo>
                <a:cubicBezTo>
                  <a:pt x="1287507" y="1998114"/>
                  <a:pt x="1286555" y="1983731"/>
                  <a:pt x="1286555" y="1965443"/>
                </a:cubicBezTo>
                <a:cubicBezTo>
                  <a:pt x="1277030" y="1972396"/>
                  <a:pt x="1278459" y="1980397"/>
                  <a:pt x="1272553" y="1987636"/>
                </a:cubicBezTo>
                <a:cubicBezTo>
                  <a:pt x="1271791" y="1972396"/>
                  <a:pt x="1270839" y="1958871"/>
                  <a:pt x="1246455" y="1970491"/>
                </a:cubicBezTo>
                <a:cubicBezTo>
                  <a:pt x="1260647" y="1955918"/>
                  <a:pt x="1254456" y="1938868"/>
                  <a:pt x="1269505" y="1931153"/>
                </a:cubicBezTo>
                <a:cubicBezTo>
                  <a:pt x="1273506" y="1929057"/>
                  <a:pt x="1268838" y="1921342"/>
                  <a:pt x="1264266" y="1918104"/>
                </a:cubicBezTo>
                <a:cubicBezTo>
                  <a:pt x="1258075" y="1913818"/>
                  <a:pt x="1254456" y="1917056"/>
                  <a:pt x="1252170" y="1922961"/>
                </a:cubicBezTo>
                <a:cubicBezTo>
                  <a:pt x="1249979" y="1928581"/>
                  <a:pt x="1248074" y="1934201"/>
                  <a:pt x="1245216" y="1942011"/>
                </a:cubicBezTo>
                <a:cubicBezTo>
                  <a:pt x="1237882" y="1933344"/>
                  <a:pt x="1240835" y="1925343"/>
                  <a:pt x="1241787" y="1917913"/>
                </a:cubicBezTo>
                <a:cubicBezTo>
                  <a:pt x="1242454" y="1912770"/>
                  <a:pt x="1246645" y="1908007"/>
                  <a:pt x="1245026" y="1902578"/>
                </a:cubicBezTo>
                <a:cubicBezTo>
                  <a:pt x="1243026" y="1895815"/>
                  <a:pt x="1239406" y="1888672"/>
                  <a:pt x="1249693" y="1886386"/>
                </a:cubicBezTo>
                <a:close/>
                <a:moveTo>
                  <a:pt x="2406742" y="1866372"/>
                </a:moveTo>
                <a:cubicBezTo>
                  <a:pt x="2404647" y="1865670"/>
                  <a:pt x="2402599" y="1866003"/>
                  <a:pt x="2401170" y="1868956"/>
                </a:cubicBezTo>
                <a:cubicBezTo>
                  <a:pt x="2398788" y="1873909"/>
                  <a:pt x="2404503" y="1876766"/>
                  <a:pt x="2408599" y="1878671"/>
                </a:cubicBezTo>
                <a:cubicBezTo>
                  <a:pt x="2412695" y="1880481"/>
                  <a:pt x="2417267" y="1882862"/>
                  <a:pt x="2421553" y="1882767"/>
                </a:cubicBezTo>
                <a:cubicBezTo>
                  <a:pt x="2451176" y="1882196"/>
                  <a:pt x="2459367" y="1906484"/>
                  <a:pt x="2472321" y="1925344"/>
                </a:cubicBezTo>
                <a:cubicBezTo>
                  <a:pt x="2475465" y="1929821"/>
                  <a:pt x="2473655" y="1933821"/>
                  <a:pt x="2471750" y="1938107"/>
                </a:cubicBezTo>
                <a:cubicBezTo>
                  <a:pt x="2460987" y="1963634"/>
                  <a:pt x="2468416" y="1987447"/>
                  <a:pt x="2481275" y="2009354"/>
                </a:cubicBezTo>
                <a:cubicBezTo>
                  <a:pt x="2487752" y="2020308"/>
                  <a:pt x="2496610" y="2032214"/>
                  <a:pt x="2512803" y="2031452"/>
                </a:cubicBezTo>
                <a:cubicBezTo>
                  <a:pt x="2513184" y="2028976"/>
                  <a:pt x="2513660" y="2027547"/>
                  <a:pt x="2513565" y="2026118"/>
                </a:cubicBezTo>
                <a:cubicBezTo>
                  <a:pt x="2512041" y="2009640"/>
                  <a:pt x="2499944" y="1989542"/>
                  <a:pt x="2529186" y="1983923"/>
                </a:cubicBezTo>
                <a:cubicBezTo>
                  <a:pt x="2533758" y="1983065"/>
                  <a:pt x="2532805" y="1976112"/>
                  <a:pt x="2531948" y="1971731"/>
                </a:cubicBezTo>
                <a:cubicBezTo>
                  <a:pt x="2530900" y="1966587"/>
                  <a:pt x="2527281" y="1963729"/>
                  <a:pt x="2522042" y="1964873"/>
                </a:cubicBezTo>
                <a:cubicBezTo>
                  <a:pt x="2517661" y="1965825"/>
                  <a:pt x="2513470" y="1968016"/>
                  <a:pt x="2509183" y="1969445"/>
                </a:cubicBezTo>
                <a:cubicBezTo>
                  <a:pt x="2504040" y="1971159"/>
                  <a:pt x="2497563" y="1972778"/>
                  <a:pt x="2494610" y="1967540"/>
                </a:cubicBezTo>
                <a:cubicBezTo>
                  <a:pt x="2490800" y="1960682"/>
                  <a:pt x="2497563" y="1958681"/>
                  <a:pt x="2502420" y="1956681"/>
                </a:cubicBezTo>
                <a:cubicBezTo>
                  <a:pt x="2507088" y="1954681"/>
                  <a:pt x="2510993" y="1951537"/>
                  <a:pt x="2508612" y="1946489"/>
                </a:cubicBezTo>
                <a:cubicBezTo>
                  <a:pt x="2506326" y="1941441"/>
                  <a:pt x="2500801" y="1941536"/>
                  <a:pt x="2497182" y="1945061"/>
                </a:cubicBezTo>
                <a:cubicBezTo>
                  <a:pt x="2492800" y="1949442"/>
                  <a:pt x="2488990" y="1946870"/>
                  <a:pt x="2489847" y="1943251"/>
                </a:cubicBezTo>
                <a:cubicBezTo>
                  <a:pt x="2493467" y="1928678"/>
                  <a:pt x="2478798" y="1922582"/>
                  <a:pt x="2475370" y="1909342"/>
                </a:cubicBezTo>
                <a:cubicBezTo>
                  <a:pt x="2492895" y="1904484"/>
                  <a:pt x="2505468" y="1918676"/>
                  <a:pt x="2520518" y="1917438"/>
                </a:cubicBezTo>
                <a:cubicBezTo>
                  <a:pt x="2537949" y="1916009"/>
                  <a:pt x="2553665" y="1917438"/>
                  <a:pt x="2566428" y="1931345"/>
                </a:cubicBezTo>
                <a:cubicBezTo>
                  <a:pt x="2572048" y="1937345"/>
                  <a:pt x="2580525" y="1934869"/>
                  <a:pt x="2585383" y="1930868"/>
                </a:cubicBezTo>
                <a:cubicBezTo>
                  <a:pt x="2591479" y="1925725"/>
                  <a:pt x="2595956" y="1917438"/>
                  <a:pt x="2593861" y="1908770"/>
                </a:cubicBezTo>
                <a:cubicBezTo>
                  <a:pt x="2592051" y="1901246"/>
                  <a:pt x="2584812" y="1898960"/>
                  <a:pt x="2577573" y="1898674"/>
                </a:cubicBezTo>
                <a:cubicBezTo>
                  <a:pt x="2566905" y="1898198"/>
                  <a:pt x="2555665" y="1897721"/>
                  <a:pt x="2546045" y="1902198"/>
                </a:cubicBezTo>
                <a:cubicBezTo>
                  <a:pt x="2529281" y="1909913"/>
                  <a:pt x="2514136" y="1905913"/>
                  <a:pt x="2500706" y="1896769"/>
                </a:cubicBezTo>
                <a:cubicBezTo>
                  <a:pt x="2481180" y="1883434"/>
                  <a:pt x="2459082" y="1878862"/>
                  <a:pt x="2436984" y="1873433"/>
                </a:cubicBezTo>
                <a:cubicBezTo>
                  <a:pt x="2428887" y="1871432"/>
                  <a:pt x="2420220" y="1875719"/>
                  <a:pt x="2412600" y="1870004"/>
                </a:cubicBezTo>
                <a:cubicBezTo>
                  <a:pt x="2410981" y="1868813"/>
                  <a:pt x="2408837" y="1867075"/>
                  <a:pt x="2406742" y="1866372"/>
                </a:cubicBezTo>
                <a:close/>
                <a:moveTo>
                  <a:pt x="657560" y="1833022"/>
                </a:moveTo>
                <a:cubicBezTo>
                  <a:pt x="659524" y="1833998"/>
                  <a:pt x="661143" y="1835808"/>
                  <a:pt x="662286" y="1837713"/>
                </a:cubicBezTo>
                <a:cubicBezTo>
                  <a:pt x="669335" y="1849334"/>
                  <a:pt x="678764" y="1849619"/>
                  <a:pt x="689051" y="1843523"/>
                </a:cubicBezTo>
                <a:cubicBezTo>
                  <a:pt x="703910" y="1834760"/>
                  <a:pt x="721055" y="1849810"/>
                  <a:pt x="735914" y="1838666"/>
                </a:cubicBezTo>
                <a:cubicBezTo>
                  <a:pt x="738105" y="1837046"/>
                  <a:pt x="752012" y="1866574"/>
                  <a:pt x="750964" y="1875527"/>
                </a:cubicBezTo>
                <a:cubicBezTo>
                  <a:pt x="736391" y="1890291"/>
                  <a:pt x="753917" y="1894863"/>
                  <a:pt x="762394" y="1903245"/>
                </a:cubicBezTo>
                <a:cubicBezTo>
                  <a:pt x="765918" y="1906769"/>
                  <a:pt x="772586" y="1911246"/>
                  <a:pt x="769442" y="1916009"/>
                </a:cubicBezTo>
                <a:cubicBezTo>
                  <a:pt x="766680" y="1920104"/>
                  <a:pt x="759441" y="1922581"/>
                  <a:pt x="753917" y="1923152"/>
                </a:cubicBezTo>
                <a:cubicBezTo>
                  <a:pt x="747249" y="1923914"/>
                  <a:pt x="748964" y="1914770"/>
                  <a:pt x="748106" y="1914104"/>
                </a:cubicBezTo>
                <a:cubicBezTo>
                  <a:pt x="734962" y="1902293"/>
                  <a:pt x="720770" y="1891529"/>
                  <a:pt x="706387" y="1881052"/>
                </a:cubicBezTo>
                <a:cubicBezTo>
                  <a:pt x="689623" y="1868764"/>
                  <a:pt x="669716" y="1863145"/>
                  <a:pt x="650856" y="1855430"/>
                </a:cubicBezTo>
                <a:cubicBezTo>
                  <a:pt x="646951" y="1853810"/>
                  <a:pt x="640664" y="1853620"/>
                  <a:pt x="640950" y="1847809"/>
                </a:cubicBezTo>
                <a:cubicBezTo>
                  <a:pt x="641236" y="1841618"/>
                  <a:pt x="645332" y="1836475"/>
                  <a:pt x="650761" y="1833331"/>
                </a:cubicBezTo>
                <a:cubicBezTo>
                  <a:pt x="653285" y="1831903"/>
                  <a:pt x="655595" y="1832046"/>
                  <a:pt x="657560" y="1833022"/>
                </a:cubicBezTo>
                <a:close/>
                <a:moveTo>
                  <a:pt x="1027950" y="1803233"/>
                </a:moveTo>
                <a:lnTo>
                  <a:pt x="1028903" y="1804376"/>
                </a:lnTo>
                <a:lnTo>
                  <a:pt x="1027900" y="1803426"/>
                </a:lnTo>
                <a:close/>
                <a:moveTo>
                  <a:pt x="1008710" y="1612543"/>
                </a:moveTo>
                <a:cubicBezTo>
                  <a:pt x="1011377" y="1636736"/>
                  <a:pt x="1000995" y="1657787"/>
                  <a:pt x="998233" y="1679980"/>
                </a:cubicBezTo>
                <a:cubicBezTo>
                  <a:pt x="995089" y="1705126"/>
                  <a:pt x="993184" y="1729700"/>
                  <a:pt x="996708" y="1754846"/>
                </a:cubicBezTo>
                <a:cubicBezTo>
                  <a:pt x="998137" y="1765800"/>
                  <a:pt x="1001543" y="1775325"/>
                  <a:pt x="1006912" y="1783540"/>
                </a:cubicBezTo>
                <a:lnTo>
                  <a:pt x="1027900" y="1803426"/>
                </a:lnTo>
                <a:lnTo>
                  <a:pt x="1020831" y="1830487"/>
                </a:lnTo>
                <a:cubicBezTo>
                  <a:pt x="1015687" y="1837952"/>
                  <a:pt x="1008377" y="1844096"/>
                  <a:pt x="1000709" y="1849811"/>
                </a:cubicBezTo>
                <a:cubicBezTo>
                  <a:pt x="990993" y="1857049"/>
                  <a:pt x="979944" y="1862574"/>
                  <a:pt x="969277" y="1868289"/>
                </a:cubicBezTo>
                <a:cubicBezTo>
                  <a:pt x="924604" y="1892102"/>
                  <a:pt x="888028" y="1926868"/>
                  <a:pt x="848881" y="1958015"/>
                </a:cubicBezTo>
                <a:cubicBezTo>
                  <a:pt x="832116" y="1971349"/>
                  <a:pt x="829640" y="1993352"/>
                  <a:pt x="820115" y="2014783"/>
                </a:cubicBezTo>
                <a:cubicBezTo>
                  <a:pt x="799922" y="1970587"/>
                  <a:pt x="810209" y="1934012"/>
                  <a:pt x="834879" y="1899341"/>
                </a:cubicBezTo>
                <a:cubicBezTo>
                  <a:pt x="877646" y="1839428"/>
                  <a:pt x="913460" y="1774849"/>
                  <a:pt x="957180" y="1715508"/>
                </a:cubicBezTo>
                <a:cubicBezTo>
                  <a:pt x="959847" y="1711888"/>
                  <a:pt x="962323" y="1707412"/>
                  <a:pt x="962800" y="1703221"/>
                </a:cubicBezTo>
                <a:cubicBezTo>
                  <a:pt x="966324" y="1667502"/>
                  <a:pt x="985660" y="1639975"/>
                  <a:pt x="1008710" y="1612543"/>
                </a:cubicBezTo>
                <a:close/>
                <a:moveTo>
                  <a:pt x="1319034" y="1556250"/>
                </a:moveTo>
                <a:cubicBezTo>
                  <a:pt x="1304461" y="1555393"/>
                  <a:pt x="1300746" y="1560155"/>
                  <a:pt x="1305604" y="1573586"/>
                </a:cubicBezTo>
                <a:cubicBezTo>
                  <a:pt x="1310367" y="1586635"/>
                  <a:pt x="1318558" y="1597588"/>
                  <a:pt x="1327893" y="1607780"/>
                </a:cubicBezTo>
                <a:cubicBezTo>
                  <a:pt x="1333989" y="1614543"/>
                  <a:pt x="1340085" y="1624925"/>
                  <a:pt x="1348848" y="1622830"/>
                </a:cubicBezTo>
                <a:cubicBezTo>
                  <a:pt x="1358277" y="1620639"/>
                  <a:pt x="1353039" y="1608352"/>
                  <a:pt x="1355515" y="1600732"/>
                </a:cubicBezTo>
                <a:cubicBezTo>
                  <a:pt x="1355896" y="1599589"/>
                  <a:pt x="1357515" y="1598732"/>
                  <a:pt x="1359706" y="1596731"/>
                </a:cubicBezTo>
                <a:cubicBezTo>
                  <a:pt x="1373327" y="1608447"/>
                  <a:pt x="1381518" y="1623306"/>
                  <a:pt x="1385709" y="1640546"/>
                </a:cubicBezTo>
                <a:cubicBezTo>
                  <a:pt x="1388567" y="1652262"/>
                  <a:pt x="1398663" y="1665787"/>
                  <a:pt x="1392663" y="1675217"/>
                </a:cubicBezTo>
                <a:cubicBezTo>
                  <a:pt x="1385138" y="1687124"/>
                  <a:pt x="1391234" y="1695125"/>
                  <a:pt x="1393139" y="1704459"/>
                </a:cubicBezTo>
                <a:cubicBezTo>
                  <a:pt x="1394091" y="1709317"/>
                  <a:pt x="1398092" y="1715699"/>
                  <a:pt x="1403997" y="1713984"/>
                </a:cubicBezTo>
                <a:cubicBezTo>
                  <a:pt x="1410951" y="1711984"/>
                  <a:pt x="1407617" y="1705126"/>
                  <a:pt x="1406664" y="1700268"/>
                </a:cubicBezTo>
                <a:cubicBezTo>
                  <a:pt x="1404093" y="1687504"/>
                  <a:pt x="1396854" y="1674836"/>
                  <a:pt x="1405236" y="1660549"/>
                </a:cubicBezTo>
                <a:cubicBezTo>
                  <a:pt x="1415904" y="1667597"/>
                  <a:pt x="1409903" y="1680646"/>
                  <a:pt x="1419999" y="1689314"/>
                </a:cubicBezTo>
                <a:cubicBezTo>
                  <a:pt x="1423428" y="1657977"/>
                  <a:pt x="1409998" y="1633783"/>
                  <a:pt x="1394663" y="1611209"/>
                </a:cubicBezTo>
                <a:cubicBezTo>
                  <a:pt x="1378661" y="1587587"/>
                  <a:pt x="1352753" y="1574633"/>
                  <a:pt x="1330179" y="1558346"/>
                </a:cubicBezTo>
                <a:cubicBezTo>
                  <a:pt x="1327416" y="1556345"/>
                  <a:pt x="1322844" y="1556536"/>
                  <a:pt x="1319034" y="1556250"/>
                </a:cubicBezTo>
                <a:close/>
                <a:moveTo>
                  <a:pt x="1412760" y="1507387"/>
                </a:moveTo>
                <a:cubicBezTo>
                  <a:pt x="1403521" y="1503862"/>
                  <a:pt x="1403140" y="1509863"/>
                  <a:pt x="1401426" y="1516150"/>
                </a:cubicBezTo>
                <a:cubicBezTo>
                  <a:pt x="1399140" y="1524722"/>
                  <a:pt x="1397901" y="1532723"/>
                  <a:pt x="1405712" y="1538915"/>
                </a:cubicBezTo>
                <a:cubicBezTo>
                  <a:pt x="1407903" y="1540629"/>
                  <a:pt x="1410284" y="1538819"/>
                  <a:pt x="1410474" y="1536152"/>
                </a:cubicBezTo>
                <a:cubicBezTo>
                  <a:pt x="1410855" y="1531580"/>
                  <a:pt x="1409903" y="1525770"/>
                  <a:pt x="1417428" y="1529390"/>
                </a:cubicBezTo>
                <a:cubicBezTo>
                  <a:pt x="1423619" y="1532437"/>
                  <a:pt x="1419618" y="1536438"/>
                  <a:pt x="1418094" y="1540629"/>
                </a:cubicBezTo>
                <a:cubicBezTo>
                  <a:pt x="1414951" y="1549583"/>
                  <a:pt x="1407712" y="1562822"/>
                  <a:pt x="1411141" y="1567204"/>
                </a:cubicBezTo>
                <a:cubicBezTo>
                  <a:pt x="1417904" y="1575776"/>
                  <a:pt x="1423714" y="1586158"/>
                  <a:pt x="1433620" y="1592445"/>
                </a:cubicBezTo>
                <a:cubicBezTo>
                  <a:pt x="1440669" y="1596922"/>
                  <a:pt x="1446574" y="1602541"/>
                  <a:pt x="1456194" y="1600732"/>
                </a:cubicBezTo>
                <a:cubicBezTo>
                  <a:pt x="1480007" y="1596350"/>
                  <a:pt x="1502581" y="1603970"/>
                  <a:pt x="1518774" y="1618925"/>
                </a:cubicBezTo>
                <a:cubicBezTo>
                  <a:pt x="1538490" y="1637212"/>
                  <a:pt x="1570494" y="1626259"/>
                  <a:pt x="1585544" y="1651310"/>
                </a:cubicBezTo>
                <a:cubicBezTo>
                  <a:pt x="1585830" y="1651691"/>
                  <a:pt x="1588687" y="1651214"/>
                  <a:pt x="1589640" y="1650357"/>
                </a:cubicBezTo>
                <a:cubicBezTo>
                  <a:pt x="1598688" y="1642642"/>
                  <a:pt x="1600879" y="1650357"/>
                  <a:pt x="1604403" y="1656453"/>
                </a:cubicBezTo>
                <a:cubicBezTo>
                  <a:pt x="1613643" y="1672265"/>
                  <a:pt x="1624787" y="1687314"/>
                  <a:pt x="1642789" y="1692743"/>
                </a:cubicBezTo>
                <a:cubicBezTo>
                  <a:pt x="1659458" y="1697791"/>
                  <a:pt x="1666697" y="1704650"/>
                  <a:pt x="1664411" y="1723414"/>
                </a:cubicBezTo>
                <a:cubicBezTo>
                  <a:pt x="1662696" y="1737130"/>
                  <a:pt x="1671174" y="1749798"/>
                  <a:pt x="1682127" y="1758561"/>
                </a:cubicBezTo>
                <a:cubicBezTo>
                  <a:pt x="1691748" y="1766276"/>
                  <a:pt x="1698606" y="1755132"/>
                  <a:pt x="1706797" y="1752560"/>
                </a:cubicBezTo>
                <a:cubicBezTo>
                  <a:pt x="1723085" y="1747512"/>
                  <a:pt x="1737087" y="1744845"/>
                  <a:pt x="1731372" y="1718842"/>
                </a:cubicBezTo>
                <a:cubicBezTo>
                  <a:pt x="1725942" y="1693982"/>
                  <a:pt x="1730991" y="1692743"/>
                  <a:pt x="1706416" y="1685219"/>
                </a:cubicBezTo>
                <a:cubicBezTo>
                  <a:pt x="1702511" y="1684075"/>
                  <a:pt x="1698987" y="1683313"/>
                  <a:pt x="1698606" y="1678741"/>
                </a:cubicBezTo>
                <a:cubicBezTo>
                  <a:pt x="1698320" y="1674550"/>
                  <a:pt x="1700987" y="1671598"/>
                  <a:pt x="1704416" y="1669598"/>
                </a:cubicBezTo>
                <a:cubicBezTo>
                  <a:pt x="1712131" y="1665025"/>
                  <a:pt x="1720418" y="1666073"/>
                  <a:pt x="1728800" y="1667312"/>
                </a:cubicBezTo>
                <a:cubicBezTo>
                  <a:pt x="1738134" y="1668740"/>
                  <a:pt x="1747564" y="1671788"/>
                  <a:pt x="1756899" y="1666835"/>
                </a:cubicBezTo>
                <a:cubicBezTo>
                  <a:pt x="1754898" y="1661596"/>
                  <a:pt x="1751374" y="1663025"/>
                  <a:pt x="1748612" y="1662454"/>
                </a:cubicBezTo>
                <a:cubicBezTo>
                  <a:pt x="1727562" y="1658167"/>
                  <a:pt x="1706511" y="1656834"/>
                  <a:pt x="1688700" y="1640165"/>
                </a:cubicBezTo>
                <a:cubicBezTo>
                  <a:pt x="1677460" y="1629688"/>
                  <a:pt x="1660982" y="1622639"/>
                  <a:pt x="1642884" y="1624258"/>
                </a:cubicBezTo>
                <a:cubicBezTo>
                  <a:pt x="1631359" y="1625306"/>
                  <a:pt x="1625930" y="1617115"/>
                  <a:pt x="1621834" y="1606161"/>
                </a:cubicBezTo>
                <a:cubicBezTo>
                  <a:pt x="1617643" y="1595207"/>
                  <a:pt x="1599736" y="1592826"/>
                  <a:pt x="1601260" y="1577015"/>
                </a:cubicBezTo>
                <a:cubicBezTo>
                  <a:pt x="1599736" y="1577205"/>
                  <a:pt x="1598117" y="1577110"/>
                  <a:pt x="1596783" y="1577586"/>
                </a:cubicBezTo>
                <a:cubicBezTo>
                  <a:pt x="1584020" y="1582634"/>
                  <a:pt x="1573638" y="1576729"/>
                  <a:pt x="1562398" y="1571395"/>
                </a:cubicBezTo>
                <a:cubicBezTo>
                  <a:pt x="1548873" y="1565299"/>
                  <a:pt x="1534680" y="1560536"/>
                  <a:pt x="1519631" y="1557869"/>
                </a:cubicBezTo>
                <a:cubicBezTo>
                  <a:pt x="1519345" y="1563775"/>
                  <a:pt x="1523060" y="1563965"/>
                  <a:pt x="1525536" y="1565204"/>
                </a:cubicBezTo>
                <a:cubicBezTo>
                  <a:pt x="1530204" y="1567585"/>
                  <a:pt x="1536204" y="1568633"/>
                  <a:pt x="1537443" y="1574729"/>
                </a:cubicBezTo>
                <a:cubicBezTo>
                  <a:pt x="1538205" y="1578348"/>
                  <a:pt x="1535061" y="1580062"/>
                  <a:pt x="1531823" y="1580253"/>
                </a:cubicBezTo>
                <a:cubicBezTo>
                  <a:pt x="1524489" y="1580634"/>
                  <a:pt x="1516773" y="1583396"/>
                  <a:pt x="1511820" y="1574348"/>
                </a:cubicBezTo>
                <a:cubicBezTo>
                  <a:pt x="1509153" y="1569490"/>
                  <a:pt x="1508487" y="1564441"/>
                  <a:pt x="1507248" y="1559298"/>
                </a:cubicBezTo>
                <a:cubicBezTo>
                  <a:pt x="1505915" y="1553774"/>
                  <a:pt x="1500105" y="1547678"/>
                  <a:pt x="1496199" y="1550249"/>
                </a:cubicBezTo>
                <a:cubicBezTo>
                  <a:pt x="1484293" y="1558060"/>
                  <a:pt x="1481055" y="1549487"/>
                  <a:pt x="1473720" y="1543201"/>
                </a:cubicBezTo>
                <a:cubicBezTo>
                  <a:pt x="1467434" y="1537771"/>
                  <a:pt x="1455909" y="1538248"/>
                  <a:pt x="1451051" y="1529485"/>
                </a:cubicBezTo>
                <a:cubicBezTo>
                  <a:pt x="1442574" y="1514150"/>
                  <a:pt x="1426667" y="1512721"/>
                  <a:pt x="1412760" y="1507387"/>
                </a:cubicBezTo>
                <a:close/>
                <a:moveTo>
                  <a:pt x="2325601" y="1440200"/>
                </a:moveTo>
                <a:cubicBezTo>
                  <a:pt x="2322970" y="1439164"/>
                  <a:pt x="2320303" y="1439140"/>
                  <a:pt x="2317445" y="1442331"/>
                </a:cubicBezTo>
                <a:cubicBezTo>
                  <a:pt x="2312873" y="1447475"/>
                  <a:pt x="2315921" y="1453952"/>
                  <a:pt x="2316969" y="1459762"/>
                </a:cubicBezTo>
                <a:cubicBezTo>
                  <a:pt x="2319255" y="1472335"/>
                  <a:pt x="2329732" y="1480050"/>
                  <a:pt x="2336114" y="1490242"/>
                </a:cubicBezTo>
                <a:cubicBezTo>
                  <a:pt x="2339448" y="1495671"/>
                  <a:pt x="2339352" y="1506529"/>
                  <a:pt x="2347353" y="1505101"/>
                </a:cubicBezTo>
                <a:cubicBezTo>
                  <a:pt x="2355354" y="1503672"/>
                  <a:pt x="2358307" y="1493766"/>
                  <a:pt x="2360879" y="1485956"/>
                </a:cubicBezTo>
                <a:cubicBezTo>
                  <a:pt x="2361927" y="1482431"/>
                  <a:pt x="2361831" y="1478526"/>
                  <a:pt x="2362212" y="1475764"/>
                </a:cubicBezTo>
                <a:cubicBezTo>
                  <a:pt x="2362593" y="1455380"/>
                  <a:pt x="2359355" y="1452142"/>
                  <a:pt x="2333542" y="1444141"/>
                </a:cubicBezTo>
                <a:cubicBezTo>
                  <a:pt x="2330828" y="1443284"/>
                  <a:pt x="2328232" y="1441236"/>
                  <a:pt x="2325601" y="1440200"/>
                </a:cubicBezTo>
                <a:close/>
                <a:moveTo>
                  <a:pt x="2161711" y="1376704"/>
                </a:moveTo>
                <a:cubicBezTo>
                  <a:pt x="2148948" y="1383276"/>
                  <a:pt x="2134755" y="1381276"/>
                  <a:pt x="2119801" y="1385753"/>
                </a:cubicBezTo>
                <a:cubicBezTo>
                  <a:pt x="2132374" y="1389848"/>
                  <a:pt x="2125802" y="1410232"/>
                  <a:pt x="2140280" y="1410327"/>
                </a:cubicBezTo>
                <a:cubicBezTo>
                  <a:pt x="2156187" y="1410422"/>
                  <a:pt x="2163426" y="1414042"/>
                  <a:pt x="2157520" y="1431282"/>
                </a:cubicBezTo>
                <a:cubicBezTo>
                  <a:pt x="2156187" y="1435187"/>
                  <a:pt x="2159997" y="1440521"/>
                  <a:pt x="2164854" y="1441569"/>
                </a:cubicBezTo>
                <a:cubicBezTo>
                  <a:pt x="2170379" y="1442807"/>
                  <a:pt x="2169903" y="1437950"/>
                  <a:pt x="2170760" y="1434235"/>
                </a:cubicBezTo>
                <a:cubicBezTo>
                  <a:pt x="2173332" y="1423281"/>
                  <a:pt x="2176761" y="1429853"/>
                  <a:pt x="2180380" y="1433758"/>
                </a:cubicBezTo>
                <a:cubicBezTo>
                  <a:pt x="2190096" y="1444427"/>
                  <a:pt x="2198478" y="1442426"/>
                  <a:pt x="2206288" y="1431282"/>
                </a:cubicBezTo>
                <a:cubicBezTo>
                  <a:pt x="2210574" y="1425091"/>
                  <a:pt x="2215908" y="1419471"/>
                  <a:pt x="2220004" y="1413185"/>
                </a:cubicBezTo>
                <a:cubicBezTo>
                  <a:pt x="2228958" y="1399564"/>
                  <a:pt x="2226957" y="1394135"/>
                  <a:pt x="2211432" y="1391944"/>
                </a:cubicBezTo>
                <a:cubicBezTo>
                  <a:pt x="2197049" y="1389848"/>
                  <a:pt x="2182952" y="1387753"/>
                  <a:pt x="2171903" y="1377275"/>
                </a:cubicBezTo>
                <a:cubicBezTo>
                  <a:pt x="2168379" y="1373941"/>
                  <a:pt x="2165331" y="1374894"/>
                  <a:pt x="2161711" y="1376704"/>
                </a:cubicBezTo>
                <a:close/>
                <a:moveTo>
                  <a:pt x="1371220" y="1330543"/>
                </a:moveTo>
                <a:cubicBezTo>
                  <a:pt x="1365469" y="1329174"/>
                  <a:pt x="1359039" y="1329793"/>
                  <a:pt x="1352181" y="1331079"/>
                </a:cubicBezTo>
                <a:cubicBezTo>
                  <a:pt x="1342847" y="1332889"/>
                  <a:pt x="1333989" y="1339747"/>
                  <a:pt x="1323511" y="1334794"/>
                </a:cubicBezTo>
                <a:cubicBezTo>
                  <a:pt x="1318272" y="1332317"/>
                  <a:pt x="1312272" y="1327841"/>
                  <a:pt x="1307223" y="1334699"/>
                </a:cubicBezTo>
                <a:cubicBezTo>
                  <a:pt x="1301985" y="1341747"/>
                  <a:pt x="1303413" y="1348986"/>
                  <a:pt x="1308652" y="1355654"/>
                </a:cubicBezTo>
                <a:cubicBezTo>
                  <a:pt x="1312748" y="1360892"/>
                  <a:pt x="1318749" y="1364988"/>
                  <a:pt x="1311414" y="1372894"/>
                </a:cubicBezTo>
                <a:cubicBezTo>
                  <a:pt x="1302842" y="1382038"/>
                  <a:pt x="1306938" y="1383848"/>
                  <a:pt x="1318177" y="1384610"/>
                </a:cubicBezTo>
                <a:cubicBezTo>
                  <a:pt x="1344276" y="1386324"/>
                  <a:pt x="1345704" y="1388991"/>
                  <a:pt x="1353991" y="1415375"/>
                </a:cubicBezTo>
                <a:cubicBezTo>
                  <a:pt x="1359039" y="1431568"/>
                  <a:pt x="1369707" y="1444522"/>
                  <a:pt x="1381137" y="1456809"/>
                </a:cubicBezTo>
                <a:cubicBezTo>
                  <a:pt x="1385233" y="1461191"/>
                  <a:pt x="1388757" y="1461381"/>
                  <a:pt x="1394949" y="1459762"/>
                </a:cubicBezTo>
                <a:cubicBezTo>
                  <a:pt x="1414665" y="1454809"/>
                  <a:pt x="1419047" y="1459476"/>
                  <a:pt x="1416189" y="1480526"/>
                </a:cubicBezTo>
                <a:cubicBezTo>
                  <a:pt x="1416285" y="1484527"/>
                  <a:pt x="1411236" y="1488718"/>
                  <a:pt x="1414856" y="1493004"/>
                </a:cubicBezTo>
                <a:cubicBezTo>
                  <a:pt x="1417047" y="1495576"/>
                  <a:pt x="1420571" y="1494337"/>
                  <a:pt x="1423143" y="1492718"/>
                </a:cubicBezTo>
                <a:cubicBezTo>
                  <a:pt x="1430477" y="1488241"/>
                  <a:pt x="1433049" y="1480717"/>
                  <a:pt x="1432287" y="1473097"/>
                </a:cubicBezTo>
                <a:cubicBezTo>
                  <a:pt x="1431144" y="1461476"/>
                  <a:pt x="1450860" y="1473668"/>
                  <a:pt x="1445907" y="1461000"/>
                </a:cubicBezTo>
                <a:cubicBezTo>
                  <a:pt x="1439430" y="1444427"/>
                  <a:pt x="1457242" y="1458619"/>
                  <a:pt x="1457814" y="1450618"/>
                </a:cubicBezTo>
                <a:cubicBezTo>
                  <a:pt x="1458480" y="1441188"/>
                  <a:pt x="1449908" y="1438331"/>
                  <a:pt x="1446288" y="1432044"/>
                </a:cubicBezTo>
                <a:cubicBezTo>
                  <a:pt x="1446098" y="1431663"/>
                  <a:pt x="1446860" y="1430806"/>
                  <a:pt x="1447146" y="1430044"/>
                </a:cubicBezTo>
                <a:cubicBezTo>
                  <a:pt x="1454670" y="1410613"/>
                  <a:pt x="1455432" y="1409946"/>
                  <a:pt x="1445336" y="1398897"/>
                </a:cubicBezTo>
                <a:cubicBezTo>
                  <a:pt x="1438287" y="1391182"/>
                  <a:pt x="1446860" y="1371751"/>
                  <a:pt x="1426762" y="1374132"/>
                </a:cubicBezTo>
                <a:cubicBezTo>
                  <a:pt x="1427143" y="1372703"/>
                  <a:pt x="1427905" y="1371275"/>
                  <a:pt x="1427905" y="1369846"/>
                </a:cubicBezTo>
                <a:cubicBezTo>
                  <a:pt x="1428096" y="1355749"/>
                  <a:pt x="1420285" y="1346605"/>
                  <a:pt x="1407141" y="1349367"/>
                </a:cubicBezTo>
                <a:cubicBezTo>
                  <a:pt x="1397139" y="1351558"/>
                  <a:pt x="1391234" y="1350129"/>
                  <a:pt x="1386186" y="1341937"/>
                </a:cubicBezTo>
                <a:cubicBezTo>
                  <a:pt x="1382043" y="1335270"/>
                  <a:pt x="1376971" y="1331913"/>
                  <a:pt x="1371220" y="1330543"/>
                </a:cubicBezTo>
                <a:close/>
                <a:moveTo>
                  <a:pt x="1483722" y="1297361"/>
                </a:moveTo>
                <a:cubicBezTo>
                  <a:pt x="1482198" y="1296789"/>
                  <a:pt x="1480007" y="1298694"/>
                  <a:pt x="1477626" y="1299551"/>
                </a:cubicBezTo>
                <a:cubicBezTo>
                  <a:pt x="1536109" y="1336508"/>
                  <a:pt x="1627073" y="1336318"/>
                  <a:pt x="1678603" y="1298027"/>
                </a:cubicBezTo>
                <a:cubicBezTo>
                  <a:pt x="1647171" y="1300028"/>
                  <a:pt x="1620024" y="1311267"/>
                  <a:pt x="1587735" y="1304314"/>
                </a:cubicBezTo>
                <a:cubicBezTo>
                  <a:pt x="1554969" y="1297265"/>
                  <a:pt x="1518202" y="1308791"/>
                  <a:pt x="1483722" y="1297361"/>
                </a:cubicBezTo>
                <a:close/>
                <a:moveTo>
                  <a:pt x="108039" y="1182989"/>
                </a:moveTo>
                <a:cubicBezTo>
                  <a:pt x="109932" y="1182132"/>
                  <a:pt x="111837" y="1182108"/>
                  <a:pt x="113837" y="1185060"/>
                </a:cubicBezTo>
                <a:cubicBezTo>
                  <a:pt x="116409" y="1188870"/>
                  <a:pt x="118695" y="1194585"/>
                  <a:pt x="115075" y="1197729"/>
                </a:cubicBezTo>
                <a:cubicBezTo>
                  <a:pt x="100407" y="1210397"/>
                  <a:pt x="85167" y="1222303"/>
                  <a:pt x="69831" y="1234305"/>
                </a:cubicBezTo>
                <a:cubicBezTo>
                  <a:pt x="68498" y="1235257"/>
                  <a:pt x="65545" y="1234305"/>
                  <a:pt x="61640" y="1234305"/>
                </a:cubicBezTo>
                <a:cubicBezTo>
                  <a:pt x="52591" y="1237257"/>
                  <a:pt x="44590" y="1224399"/>
                  <a:pt x="33255" y="1229256"/>
                </a:cubicBezTo>
                <a:cubicBezTo>
                  <a:pt x="30207" y="1230495"/>
                  <a:pt x="28493" y="1226208"/>
                  <a:pt x="27921" y="1223160"/>
                </a:cubicBezTo>
                <a:cubicBezTo>
                  <a:pt x="27159" y="1219255"/>
                  <a:pt x="29636" y="1217922"/>
                  <a:pt x="32970" y="1217636"/>
                </a:cubicBezTo>
                <a:cubicBezTo>
                  <a:pt x="34494" y="1217445"/>
                  <a:pt x="36875" y="1218017"/>
                  <a:pt x="37351" y="1217350"/>
                </a:cubicBezTo>
                <a:cubicBezTo>
                  <a:pt x="52401" y="1192966"/>
                  <a:pt x="77832" y="1190490"/>
                  <a:pt x="102312" y="1185918"/>
                </a:cubicBezTo>
                <a:cubicBezTo>
                  <a:pt x="104265" y="1185537"/>
                  <a:pt x="106146" y="1183846"/>
                  <a:pt x="108039" y="1182989"/>
                </a:cubicBezTo>
                <a:close/>
                <a:moveTo>
                  <a:pt x="1148633" y="750530"/>
                </a:moveTo>
                <a:cubicBezTo>
                  <a:pt x="1152729" y="750340"/>
                  <a:pt x="1154062" y="755293"/>
                  <a:pt x="1156253" y="758245"/>
                </a:cubicBezTo>
                <a:cubicBezTo>
                  <a:pt x="1159872" y="763008"/>
                  <a:pt x="1156158" y="779391"/>
                  <a:pt x="1170731" y="767008"/>
                </a:cubicBezTo>
                <a:cubicBezTo>
                  <a:pt x="1172064" y="765865"/>
                  <a:pt x="1174541" y="770533"/>
                  <a:pt x="1175684" y="773485"/>
                </a:cubicBezTo>
                <a:cubicBezTo>
                  <a:pt x="1183780" y="794250"/>
                  <a:pt x="1183875" y="794155"/>
                  <a:pt x="1202830" y="781582"/>
                </a:cubicBezTo>
                <a:cubicBezTo>
                  <a:pt x="1209974" y="776819"/>
                  <a:pt x="1218356" y="775962"/>
                  <a:pt x="1226357" y="774724"/>
                </a:cubicBezTo>
                <a:cubicBezTo>
                  <a:pt x="1229691" y="774247"/>
                  <a:pt x="1234739" y="773485"/>
                  <a:pt x="1235977" y="778248"/>
                </a:cubicBezTo>
                <a:cubicBezTo>
                  <a:pt x="1237025" y="782629"/>
                  <a:pt x="1236453" y="787487"/>
                  <a:pt x="1230833" y="789202"/>
                </a:cubicBezTo>
                <a:cubicBezTo>
                  <a:pt x="1216451" y="793488"/>
                  <a:pt x="1211593" y="802822"/>
                  <a:pt x="1208069" y="817777"/>
                </a:cubicBezTo>
                <a:cubicBezTo>
                  <a:pt x="1205116" y="830254"/>
                  <a:pt x="1191591" y="840160"/>
                  <a:pt x="1183113" y="851495"/>
                </a:cubicBezTo>
                <a:cubicBezTo>
                  <a:pt x="1174922" y="862449"/>
                  <a:pt x="1163778" y="874069"/>
                  <a:pt x="1186352" y="882070"/>
                </a:cubicBezTo>
                <a:cubicBezTo>
                  <a:pt x="1189019" y="883023"/>
                  <a:pt x="1191972" y="885499"/>
                  <a:pt x="1188162" y="888547"/>
                </a:cubicBezTo>
                <a:cubicBezTo>
                  <a:pt x="1179875" y="895215"/>
                  <a:pt x="1181970" y="904645"/>
                  <a:pt x="1183399" y="917980"/>
                </a:cubicBezTo>
                <a:cubicBezTo>
                  <a:pt x="1168254" y="900930"/>
                  <a:pt x="1161777" y="885785"/>
                  <a:pt x="1161587" y="867878"/>
                </a:cubicBezTo>
                <a:cubicBezTo>
                  <a:pt x="1161396" y="844256"/>
                  <a:pt x="1154253" y="823492"/>
                  <a:pt x="1136822" y="805680"/>
                </a:cubicBezTo>
                <a:cubicBezTo>
                  <a:pt x="1128916" y="820444"/>
                  <a:pt x="1116724" y="832064"/>
                  <a:pt x="1119867" y="849876"/>
                </a:cubicBezTo>
                <a:cubicBezTo>
                  <a:pt x="1120248" y="852162"/>
                  <a:pt x="1092626" y="870831"/>
                  <a:pt x="1089768" y="870450"/>
                </a:cubicBezTo>
                <a:cubicBezTo>
                  <a:pt x="1088435" y="870259"/>
                  <a:pt x="1086625" y="869497"/>
                  <a:pt x="1086054" y="868354"/>
                </a:cubicBezTo>
                <a:cubicBezTo>
                  <a:pt x="1084815" y="866164"/>
                  <a:pt x="1085482" y="863782"/>
                  <a:pt x="1087387" y="862258"/>
                </a:cubicBezTo>
                <a:cubicBezTo>
                  <a:pt x="1093959" y="857115"/>
                  <a:pt x="1101008" y="852543"/>
                  <a:pt x="1107104" y="846923"/>
                </a:cubicBezTo>
                <a:cubicBezTo>
                  <a:pt x="1121106" y="834160"/>
                  <a:pt x="1118724" y="821968"/>
                  <a:pt x="1100532" y="817967"/>
                </a:cubicBezTo>
                <a:cubicBezTo>
                  <a:pt x="1090626" y="815776"/>
                  <a:pt x="1081672" y="808537"/>
                  <a:pt x="1069956" y="811871"/>
                </a:cubicBezTo>
                <a:cubicBezTo>
                  <a:pt x="1067480" y="812538"/>
                  <a:pt x="1061574" y="803299"/>
                  <a:pt x="1053764" y="805680"/>
                </a:cubicBezTo>
                <a:cubicBezTo>
                  <a:pt x="1052430" y="806061"/>
                  <a:pt x="1051573" y="800917"/>
                  <a:pt x="1053383" y="800155"/>
                </a:cubicBezTo>
                <a:cubicBezTo>
                  <a:pt x="1069385" y="792726"/>
                  <a:pt x="1078053" y="770723"/>
                  <a:pt x="1095388" y="771104"/>
                </a:cubicBezTo>
                <a:cubicBezTo>
                  <a:pt x="1109961" y="771485"/>
                  <a:pt x="1122344" y="765675"/>
                  <a:pt x="1135965" y="765580"/>
                </a:cubicBezTo>
                <a:cubicBezTo>
                  <a:pt x="1140632" y="765580"/>
                  <a:pt x="1145490" y="765389"/>
                  <a:pt x="1145775" y="759007"/>
                </a:cubicBezTo>
                <a:cubicBezTo>
                  <a:pt x="1145966" y="755769"/>
                  <a:pt x="1142346" y="750816"/>
                  <a:pt x="1148633" y="750530"/>
                </a:cubicBezTo>
                <a:close/>
                <a:moveTo>
                  <a:pt x="842690" y="649565"/>
                </a:moveTo>
                <a:cubicBezTo>
                  <a:pt x="849738" y="648707"/>
                  <a:pt x="848024" y="653946"/>
                  <a:pt x="848595" y="658518"/>
                </a:cubicBezTo>
                <a:cubicBezTo>
                  <a:pt x="850881" y="676997"/>
                  <a:pt x="851739" y="676997"/>
                  <a:pt x="870312" y="670805"/>
                </a:cubicBezTo>
                <a:cubicBezTo>
                  <a:pt x="874884" y="669281"/>
                  <a:pt x="884028" y="663852"/>
                  <a:pt x="884505" y="673282"/>
                </a:cubicBezTo>
                <a:cubicBezTo>
                  <a:pt x="884886" y="681473"/>
                  <a:pt x="895458" y="692427"/>
                  <a:pt x="881457" y="698904"/>
                </a:cubicBezTo>
                <a:cubicBezTo>
                  <a:pt x="878123" y="700428"/>
                  <a:pt x="874122" y="700619"/>
                  <a:pt x="870408" y="701285"/>
                </a:cubicBezTo>
                <a:cubicBezTo>
                  <a:pt x="846309" y="705857"/>
                  <a:pt x="823830" y="713382"/>
                  <a:pt x="804209" y="729670"/>
                </a:cubicBezTo>
                <a:cubicBezTo>
                  <a:pt x="790969" y="740719"/>
                  <a:pt x="774396" y="747577"/>
                  <a:pt x="757441" y="750530"/>
                </a:cubicBezTo>
                <a:cubicBezTo>
                  <a:pt x="752298" y="749291"/>
                  <a:pt x="747821" y="748339"/>
                  <a:pt x="743439" y="747196"/>
                </a:cubicBezTo>
                <a:cubicBezTo>
                  <a:pt x="739725" y="746243"/>
                  <a:pt x="735724" y="745100"/>
                  <a:pt x="735819" y="740243"/>
                </a:cubicBezTo>
                <a:cubicBezTo>
                  <a:pt x="735915" y="734813"/>
                  <a:pt x="739820" y="731289"/>
                  <a:pt x="744582" y="731670"/>
                </a:cubicBezTo>
                <a:cubicBezTo>
                  <a:pt x="779158" y="734432"/>
                  <a:pt x="801542" y="708620"/>
                  <a:pt x="829545" y="696142"/>
                </a:cubicBezTo>
                <a:cubicBezTo>
                  <a:pt x="837737" y="692522"/>
                  <a:pt x="838023" y="686045"/>
                  <a:pt x="837546" y="679187"/>
                </a:cubicBezTo>
                <a:cubicBezTo>
                  <a:pt x="837070" y="672425"/>
                  <a:pt x="835356" y="665757"/>
                  <a:pt x="834784" y="658994"/>
                </a:cubicBezTo>
                <a:cubicBezTo>
                  <a:pt x="834308" y="653565"/>
                  <a:pt x="837927" y="650136"/>
                  <a:pt x="842690" y="649565"/>
                </a:cubicBezTo>
                <a:close/>
                <a:moveTo>
                  <a:pt x="1290745" y="572794"/>
                </a:moveTo>
                <a:cubicBezTo>
                  <a:pt x="1285411" y="577366"/>
                  <a:pt x="1281030" y="581366"/>
                  <a:pt x="1276458" y="585176"/>
                </a:cubicBezTo>
                <a:cubicBezTo>
                  <a:pt x="1258360" y="600321"/>
                  <a:pt x="1258455" y="602798"/>
                  <a:pt x="1277791" y="615275"/>
                </a:cubicBezTo>
                <a:cubicBezTo>
                  <a:pt x="1290459" y="623467"/>
                  <a:pt x="1301413" y="645279"/>
                  <a:pt x="1293412" y="650803"/>
                </a:cubicBezTo>
                <a:cubicBezTo>
                  <a:pt x="1275981" y="662805"/>
                  <a:pt x="1284268" y="681569"/>
                  <a:pt x="1275886" y="694904"/>
                </a:cubicBezTo>
                <a:cubicBezTo>
                  <a:pt x="1274743" y="696809"/>
                  <a:pt x="1274267" y="699286"/>
                  <a:pt x="1272743" y="700810"/>
                </a:cubicBezTo>
                <a:cubicBezTo>
                  <a:pt x="1246930" y="726241"/>
                  <a:pt x="1215307" y="734909"/>
                  <a:pt x="1179874" y="732242"/>
                </a:cubicBezTo>
                <a:cubicBezTo>
                  <a:pt x="1168539" y="731385"/>
                  <a:pt x="1167587" y="725765"/>
                  <a:pt x="1171778" y="716907"/>
                </a:cubicBezTo>
                <a:cubicBezTo>
                  <a:pt x="1175016" y="710049"/>
                  <a:pt x="1180065" y="707096"/>
                  <a:pt x="1187589" y="705668"/>
                </a:cubicBezTo>
                <a:cubicBezTo>
                  <a:pt x="1202639" y="702715"/>
                  <a:pt x="1209021" y="689570"/>
                  <a:pt x="1204258" y="675949"/>
                </a:cubicBezTo>
                <a:cubicBezTo>
                  <a:pt x="1201115" y="666996"/>
                  <a:pt x="1187589" y="675187"/>
                  <a:pt x="1186732" y="664138"/>
                </a:cubicBezTo>
                <a:cubicBezTo>
                  <a:pt x="1182446" y="666043"/>
                  <a:pt x="1183303" y="670234"/>
                  <a:pt x="1182351" y="673759"/>
                </a:cubicBezTo>
                <a:cubicBezTo>
                  <a:pt x="1180636" y="679950"/>
                  <a:pt x="1184827" y="690523"/>
                  <a:pt x="1176826" y="691570"/>
                </a:cubicBezTo>
                <a:cubicBezTo>
                  <a:pt x="1165872" y="693095"/>
                  <a:pt x="1173492" y="678426"/>
                  <a:pt x="1165206" y="674140"/>
                </a:cubicBezTo>
                <a:cubicBezTo>
                  <a:pt x="1161300" y="685951"/>
                  <a:pt x="1160919" y="697762"/>
                  <a:pt x="1161491" y="709763"/>
                </a:cubicBezTo>
                <a:cubicBezTo>
                  <a:pt x="1162539" y="732814"/>
                  <a:pt x="1162348" y="733099"/>
                  <a:pt x="1144822" y="739100"/>
                </a:cubicBezTo>
                <a:cubicBezTo>
                  <a:pt x="1153014" y="729099"/>
                  <a:pt x="1156919" y="715955"/>
                  <a:pt x="1150442" y="710525"/>
                </a:cubicBezTo>
                <a:cubicBezTo>
                  <a:pt x="1130535" y="693761"/>
                  <a:pt x="1146727" y="678331"/>
                  <a:pt x="1148918" y="664424"/>
                </a:cubicBezTo>
                <a:cubicBezTo>
                  <a:pt x="1120914" y="657471"/>
                  <a:pt x="1096149" y="678045"/>
                  <a:pt x="1067670" y="671759"/>
                </a:cubicBezTo>
                <a:cubicBezTo>
                  <a:pt x="1059478" y="669949"/>
                  <a:pt x="1049763" y="674426"/>
                  <a:pt x="1040904" y="676521"/>
                </a:cubicBezTo>
                <a:cubicBezTo>
                  <a:pt x="1036523" y="677569"/>
                  <a:pt x="1030141" y="679664"/>
                  <a:pt x="1032808" y="684998"/>
                </a:cubicBezTo>
                <a:cubicBezTo>
                  <a:pt x="1037952" y="695380"/>
                  <a:pt x="1034046" y="707763"/>
                  <a:pt x="1041476" y="717669"/>
                </a:cubicBezTo>
                <a:cubicBezTo>
                  <a:pt x="1045476" y="723098"/>
                  <a:pt x="1046715" y="727670"/>
                  <a:pt x="1055001" y="722146"/>
                </a:cubicBezTo>
                <a:cubicBezTo>
                  <a:pt x="1064812" y="715478"/>
                  <a:pt x="1078814" y="720431"/>
                  <a:pt x="1082719" y="727099"/>
                </a:cubicBezTo>
                <a:cubicBezTo>
                  <a:pt x="1088339" y="736624"/>
                  <a:pt x="1073575" y="740148"/>
                  <a:pt x="1068051" y="746625"/>
                </a:cubicBezTo>
                <a:cubicBezTo>
                  <a:pt x="1067098" y="747673"/>
                  <a:pt x="1065479" y="748339"/>
                  <a:pt x="1064050" y="748816"/>
                </a:cubicBezTo>
                <a:cubicBezTo>
                  <a:pt x="1050620" y="753102"/>
                  <a:pt x="1047096" y="764627"/>
                  <a:pt x="1047762" y="776057"/>
                </a:cubicBezTo>
                <a:cubicBezTo>
                  <a:pt x="1049382" y="805680"/>
                  <a:pt x="1041857" y="833779"/>
                  <a:pt x="1038142" y="862639"/>
                </a:cubicBezTo>
                <a:cubicBezTo>
                  <a:pt x="1035856" y="880070"/>
                  <a:pt x="1035570" y="900644"/>
                  <a:pt x="1049858" y="916265"/>
                </a:cubicBezTo>
                <a:cubicBezTo>
                  <a:pt x="1053477" y="920266"/>
                  <a:pt x="1057192" y="926457"/>
                  <a:pt x="1062240" y="919694"/>
                </a:cubicBezTo>
                <a:cubicBezTo>
                  <a:pt x="1072432" y="906169"/>
                  <a:pt x="1084243" y="915599"/>
                  <a:pt x="1086815" y="922076"/>
                </a:cubicBezTo>
                <a:cubicBezTo>
                  <a:pt x="1094816" y="942459"/>
                  <a:pt x="1119390" y="940554"/>
                  <a:pt x="1129106" y="957223"/>
                </a:cubicBezTo>
                <a:cubicBezTo>
                  <a:pt x="1130535" y="959699"/>
                  <a:pt x="1132059" y="957794"/>
                  <a:pt x="1134154" y="956556"/>
                </a:cubicBezTo>
                <a:cubicBezTo>
                  <a:pt x="1140822" y="952555"/>
                  <a:pt x="1141012" y="952936"/>
                  <a:pt x="1146918" y="962747"/>
                </a:cubicBezTo>
                <a:cubicBezTo>
                  <a:pt x="1148346" y="955318"/>
                  <a:pt x="1149299" y="950841"/>
                  <a:pt x="1150156" y="946364"/>
                </a:cubicBezTo>
                <a:cubicBezTo>
                  <a:pt x="1151204" y="941126"/>
                  <a:pt x="1152252" y="935887"/>
                  <a:pt x="1153204" y="930648"/>
                </a:cubicBezTo>
                <a:cubicBezTo>
                  <a:pt x="1153871" y="927124"/>
                  <a:pt x="1152347" y="922076"/>
                  <a:pt x="1157395" y="921313"/>
                </a:cubicBezTo>
                <a:cubicBezTo>
                  <a:pt x="1161967" y="920551"/>
                  <a:pt x="1162920" y="925124"/>
                  <a:pt x="1164825" y="928362"/>
                </a:cubicBezTo>
                <a:cubicBezTo>
                  <a:pt x="1173969" y="943793"/>
                  <a:pt x="1185589" y="945507"/>
                  <a:pt x="1199305" y="934172"/>
                </a:cubicBezTo>
                <a:cubicBezTo>
                  <a:pt x="1207687" y="927219"/>
                  <a:pt x="1214450" y="919694"/>
                  <a:pt x="1215688" y="908074"/>
                </a:cubicBezTo>
                <a:cubicBezTo>
                  <a:pt x="1216926" y="896168"/>
                  <a:pt x="1222070" y="893310"/>
                  <a:pt x="1234071" y="899311"/>
                </a:cubicBezTo>
                <a:cubicBezTo>
                  <a:pt x="1246930" y="905788"/>
                  <a:pt x="1261408" y="908074"/>
                  <a:pt x="1275410" y="899692"/>
                </a:cubicBezTo>
                <a:cubicBezTo>
                  <a:pt x="1270362" y="887881"/>
                  <a:pt x="1258551" y="896168"/>
                  <a:pt x="1251121" y="889595"/>
                </a:cubicBezTo>
                <a:cubicBezTo>
                  <a:pt x="1254264" y="886261"/>
                  <a:pt x="1256931" y="881023"/>
                  <a:pt x="1259217" y="881213"/>
                </a:cubicBezTo>
                <a:cubicBezTo>
                  <a:pt x="1273314" y="882356"/>
                  <a:pt x="1284840" y="873403"/>
                  <a:pt x="1298365" y="872069"/>
                </a:cubicBezTo>
                <a:cubicBezTo>
                  <a:pt x="1312748" y="870736"/>
                  <a:pt x="1324464" y="864259"/>
                  <a:pt x="1327416" y="848447"/>
                </a:cubicBezTo>
                <a:cubicBezTo>
                  <a:pt x="1328464" y="842732"/>
                  <a:pt x="1329702" y="837589"/>
                  <a:pt x="1336560" y="837589"/>
                </a:cubicBezTo>
                <a:cubicBezTo>
                  <a:pt x="1342942" y="837589"/>
                  <a:pt x="1344942" y="842732"/>
                  <a:pt x="1347514" y="847685"/>
                </a:cubicBezTo>
                <a:cubicBezTo>
                  <a:pt x="1351705" y="855972"/>
                  <a:pt x="1344276" y="872164"/>
                  <a:pt x="1356087" y="872164"/>
                </a:cubicBezTo>
                <a:cubicBezTo>
                  <a:pt x="1364373" y="872164"/>
                  <a:pt x="1363897" y="854353"/>
                  <a:pt x="1370279" y="845971"/>
                </a:cubicBezTo>
                <a:cubicBezTo>
                  <a:pt x="1371993" y="843685"/>
                  <a:pt x="1371993" y="840065"/>
                  <a:pt x="1373517" y="837493"/>
                </a:cubicBezTo>
                <a:cubicBezTo>
                  <a:pt x="1384757" y="817872"/>
                  <a:pt x="1385614" y="817586"/>
                  <a:pt x="1379899" y="798822"/>
                </a:cubicBezTo>
                <a:cubicBezTo>
                  <a:pt x="1376184" y="786630"/>
                  <a:pt x="1374470" y="776248"/>
                  <a:pt x="1382947" y="765103"/>
                </a:cubicBezTo>
                <a:cubicBezTo>
                  <a:pt x="1386471" y="760532"/>
                  <a:pt x="1386090" y="752911"/>
                  <a:pt x="1387614" y="745863"/>
                </a:cubicBezTo>
                <a:cubicBezTo>
                  <a:pt x="1395139" y="755959"/>
                  <a:pt x="1395139" y="755959"/>
                  <a:pt x="1416666" y="766818"/>
                </a:cubicBezTo>
                <a:cubicBezTo>
                  <a:pt x="1416094" y="758150"/>
                  <a:pt x="1417713" y="750530"/>
                  <a:pt x="1421619" y="742910"/>
                </a:cubicBezTo>
                <a:cubicBezTo>
                  <a:pt x="1424095" y="738053"/>
                  <a:pt x="1418761" y="726337"/>
                  <a:pt x="1414570" y="731004"/>
                </a:cubicBezTo>
                <a:cubicBezTo>
                  <a:pt x="1403712" y="743005"/>
                  <a:pt x="1397997" y="724146"/>
                  <a:pt x="1388757" y="729575"/>
                </a:cubicBezTo>
                <a:cubicBezTo>
                  <a:pt x="1383233" y="732814"/>
                  <a:pt x="1378566" y="726051"/>
                  <a:pt x="1379613" y="720431"/>
                </a:cubicBezTo>
                <a:cubicBezTo>
                  <a:pt x="1380661" y="714621"/>
                  <a:pt x="1386757" y="715669"/>
                  <a:pt x="1391043" y="716621"/>
                </a:cubicBezTo>
                <a:cubicBezTo>
                  <a:pt x="1396949" y="717859"/>
                  <a:pt x="1402569" y="720431"/>
                  <a:pt x="1408474" y="721955"/>
                </a:cubicBezTo>
                <a:cubicBezTo>
                  <a:pt x="1414475" y="723479"/>
                  <a:pt x="1419523" y="722908"/>
                  <a:pt x="1424952" y="717859"/>
                </a:cubicBezTo>
                <a:cubicBezTo>
                  <a:pt x="1436668" y="706811"/>
                  <a:pt x="1448003" y="710335"/>
                  <a:pt x="1451908" y="726051"/>
                </a:cubicBezTo>
                <a:cubicBezTo>
                  <a:pt x="1453623" y="732814"/>
                  <a:pt x="1450289" y="743291"/>
                  <a:pt x="1463148" y="738529"/>
                </a:cubicBezTo>
                <a:cubicBezTo>
                  <a:pt x="1472196" y="735195"/>
                  <a:pt x="1481245" y="733004"/>
                  <a:pt x="1474101" y="717669"/>
                </a:cubicBezTo>
                <a:cubicBezTo>
                  <a:pt x="1468101" y="704715"/>
                  <a:pt x="1461338" y="701572"/>
                  <a:pt x="1448765" y="701667"/>
                </a:cubicBezTo>
                <a:cubicBezTo>
                  <a:pt x="1421047" y="702048"/>
                  <a:pt x="1393425" y="699857"/>
                  <a:pt x="1361421" y="704810"/>
                </a:cubicBezTo>
                <a:cubicBezTo>
                  <a:pt x="1372184" y="691285"/>
                  <a:pt x="1383328" y="691475"/>
                  <a:pt x="1393139" y="688618"/>
                </a:cubicBezTo>
                <a:cubicBezTo>
                  <a:pt x="1397997" y="687189"/>
                  <a:pt x="1405331" y="687761"/>
                  <a:pt x="1404474" y="680331"/>
                </a:cubicBezTo>
                <a:cubicBezTo>
                  <a:pt x="1403712" y="673378"/>
                  <a:pt x="1397806" y="670616"/>
                  <a:pt x="1390948" y="670997"/>
                </a:cubicBezTo>
                <a:cubicBezTo>
                  <a:pt x="1387138" y="671187"/>
                  <a:pt x="1383423" y="672044"/>
                  <a:pt x="1379613" y="672330"/>
                </a:cubicBezTo>
                <a:cubicBezTo>
                  <a:pt x="1368183" y="673282"/>
                  <a:pt x="1356658" y="674140"/>
                  <a:pt x="1341704" y="675283"/>
                </a:cubicBezTo>
                <a:cubicBezTo>
                  <a:pt x="1361230" y="662614"/>
                  <a:pt x="1369231" y="640421"/>
                  <a:pt x="1393139" y="640802"/>
                </a:cubicBezTo>
                <a:cubicBezTo>
                  <a:pt x="1395996" y="640897"/>
                  <a:pt x="1399330" y="634516"/>
                  <a:pt x="1401807" y="630706"/>
                </a:cubicBezTo>
                <a:cubicBezTo>
                  <a:pt x="1406283" y="624038"/>
                  <a:pt x="1399711" y="620800"/>
                  <a:pt x="1396568" y="622895"/>
                </a:cubicBezTo>
                <a:cubicBezTo>
                  <a:pt x="1383709" y="631277"/>
                  <a:pt x="1368850" y="628610"/>
                  <a:pt x="1355325" y="632611"/>
                </a:cubicBezTo>
                <a:cubicBezTo>
                  <a:pt x="1350086" y="634135"/>
                  <a:pt x="1343418" y="636897"/>
                  <a:pt x="1347705" y="643374"/>
                </a:cubicBezTo>
                <a:cubicBezTo>
                  <a:pt x="1357230" y="657757"/>
                  <a:pt x="1349705" y="659186"/>
                  <a:pt x="1338275" y="656233"/>
                </a:cubicBezTo>
                <a:cubicBezTo>
                  <a:pt x="1328940" y="653851"/>
                  <a:pt x="1320939" y="659471"/>
                  <a:pt x="1312176" y="660138"/>
                </a:cubicBezTo>
                <a:cubicBezTo>
                  <a:pt x="1310938" y="650803"/>
                  <a:pt x="1315510" y="647374"/>
                  <a:pt x="1322178" y="646422"/>
                </a:cubicBezTo>
                <a:cubicBezTo>
                  <a:pt x="1327988" y="645565"/>
                  <a:pt x="1336370" y="647755"/>
                  <a:pt x="1335894" y="638993"/>
                </a:cubicBezTo>
                <a:cubicBezTo>
                  <a:pt x="1335417" y="630230"/>
                  <a:pt x="1326464" y="633849"/>
                  <a:pt x="1321130" y="632706"/>
                </a:cubicBezTo>
                <a:cubicBezTo>
                  <a:pt x="1316272" y="631658"/>
                  <a:pt x="1313700" y="628039"/>
                  <a:pt x="1310081" y="625562"/>
                </a:cubicBezTo>
                <a:cubicBezTo>
                  <a:pt x="1291507" y="612703"/>
                  <a:pt x="1292650" y="592796"/>
                  <a:pt x="1290745" y="572794"/>
                </a:cubicBezTo>
                <a:close/>
                <a:moveTo>
                  <a:pt x="843976" y="534074"/>
                </a:moveTo>
                <a:cubicBezTo>
                  <a:pt x="846214" y="532455"/>
                  <a:pt x="848643" y="533789"/>
                  <a:pt x="851357" y="542599"/>
                </a:cubicBezTo>
                <a:cubicBezTo>
                  <a:pt x="874789" y="542123"/>
                  <a:pt x="862501" y="553077"/>
                  <a:pt x="857644" y="561840"/>
                </a:cubicBezTo>
                <a:cubicBezTo>
                  <a:pt x="851738" y="572698"/>
                  <a:pt x="851929" y="572984"/>
                  <a:pt x="865740" y="575461"/>
                </a:cubicBezTo>
                <a:cubicBezTo>
                  <a:pt x="881361" y="578318"/>
                  <a:pt x="881837" y="580318"/>
                  <a:pt x="871550" y="593177"/>
                </a:cubicBezTo>
                <a:cubicBezTo>
                  <a:pt x="859358" y="608322"/>
                  <a:pt x="846214" y="619561"/>
                  <a:pt x="824687" y="621276"/>
                </a:cubicBezTo>
                <a:cubicBezTo>
                  <a:pt x="807733" y="622609"/>
                  <a:pt x="791254" y="630801"/>
                  <a:pt x="774490" y="635754"/>
                </a:cubicBezTo>
                <a:cubicBezTo>
                  <a:pt x="767823" y="637754"/>
                  <a:pt x="761060" y="638326"/>
                  <a:pt x="754202" y="636802"/>
                </a:cubicBezTo>
                <a:cubicBezTo>
                  <a:pt x="750202" y="635944"/>
                  <a:pt x="747249" y="633849"/>
                  <a:pt x="747630" y="629086"/>
                </a:cubicBezTo>
                <a:cubicBezTo>
                  <a:pt x="749154" y="611941"/>
                  <a:pt x="766013" y="596416"/>
                  <a:pt x="786301" y="596225"/>
                </a:cubicBezTo>
                <a:cubicBezTo>
                  <a:pt x="804018" y="609941"/>
                  <a:pt x="807733" y="592320"/>
                  <a:pt x="814781" y="579842"/>
                </a:cubicBezTo>
                <a:cubicBezTo>
                  <a:pt x="821925" y="567364"/>
                  <a:pt x="829926" y="555268"/>
                  <a:pt x="837736" y="543266"/>
                </a:cubicBezTo>
                <a:cubicBezTo>
                  <a:pt x="839689" y="540266"/>
                  <a:pt x="841737" y="535694"/>
                  <a:pt x="843976" y="534074"/>
                </a:cubicBezTo>
                <a:close/>
                <a:moveTo>
                  <a:pt x="1675043" y="287187"/>
                </a:moveTo>
                <a:cubicBezTo>
                  <a:pt x="1666078" y="289330"/>
                  <a:pt x="1657839" y="294950"/>
                  <a:pt x="1654695" y="302855"/>
                </a:cubicBezTo>
                <a:cubicBezTo>
                  <a:pt x="1651933" y="309713"/>
                  <a:pt x="1653933" y="314571"/>
                  <a:pt x="1659839" y="318286"/>
                </a:cubicBezTo>
                <a:cubicBezTo>
                  <a:pt x="1666221" y="322286"/>
                  <a:pt x="1673269" y="324858"/>
                  <a:pt x="1685271" y="325239"/>
                </a:cubicBezTo>
                <a:cubicBezTo>
                  <a:pt x="1698606" y="325239"/>
                  <a:pt x="1708607" y="310856"/>
                  <a:pt x="1722037" y="303236"/>
                </a:cubicBezTo>
                <a:cubicBezTo>
                  <a:pt x="1724418" y="301903"/>
                  <a:pt x="1725180" y="297902"/>
                  <a:pt x="1723466" y="295045"/>
                </a:cubicBezTo>
                <a:cubicBezTo>
                  <a:pt x="1721561" y="291806"/>
                  <a:pt x="1718418" y="292092"/>
                  <a:pt x="1715655" y="293902"/>
                </a:cubicBezTo>
                <a:cubicBezTo>
                  <a:pt x="1709845" y="297616"/>
                  <a:pt x="1705273" y="297807"/>
                  <a:pt x="1699749" y="292378"/>
                </a:cubicBezTo>
                <a:cubicBezTo>
                  <a:pt x="1693701" y="286377"/>
                  <a:pt x="1684009" y="285044"/>
                  <a:pt x="1675043" y="287187"/>
                </a:cubicBezTo>
                <a:close/>
                <a:moveTo>
                  <a:pt x="798017" y="281614"/>
                </a:moveTo>
                <a:cubicBezTo>
                  <a:pt x="805637" y="281804"/>
                  <a:pt x="809162" y="284186"/>
                  <a:pt x="810305" y="289329"/>
                </a:cubicBezTo>
                <a:cubicBezTo>
                  <a:pt x="812114" y="297330"/>
                  <a:pt x="797636" y="328382"/>
                  <a:pt x="789635" y="331239"/>
                </a:cubicBezTo>
                <a:cubicBezTo>
                  <a:pt x="782682" y="333716"/>
                  <a:pt x="778301" y="338668"/>
                  <a:pt x="773252" y="343050"/>
                </a:cubicBezTo>
                <a:cubicBezTo>
                  <a:pt x="765537" y="349813"/>
                  <a:pt x="757536" y="350670"/>
                  <a:pt x="748297" y="346289"/>
                </a:cubicBezTo>
                <a:cubicBezTo>
                  <a:pt x="742487" y="343621"/>
                  <a:pt x="736962" y="340859"/>
                  <a:pt x="737153" y="333716"/>
                </a:cubicBezTo>
                <a:cubicBezTo>
                  <a:pt x="737343" y="327048"/>
                  <a:pt x="741629" y="322667"/>
                  <a:pt x="747916" y="320476"/>
                </a:cubicBezTo>
                <a:cubicBezTo>
                  <a:pt x="752964" y="318761"/>
                  <a:pt x="759060" y="314475"/>
                  <a:pt x="762775" y="315999"/>
                </a:cubicBezTo>
                <a:cubicBezTo>
                  <a:pt x="772300" y="319904"/>
                  <a:pt x="771538" y="314570"/>
                  <a:pt x="773443" y="308379"/>
                </a:cubicBezTo>
                <a:cubicBezTo>
                  <a:pt x="777443" y="294949"/>
                  <a:pt x="784587" y="283614"/>
                  <a:pt x="798017" y="281614"/>
                </a:cubicBezTo>
                <a:close/>
                <a:moveTo>
                  <a:pt x="893267" y="164837"/>
                </a:moveTo>
                <a:cubicBezTo>
                  <a:pt x="899649" y="163885"/>
                  <a:pt x="902221" y="169790"/>
                  <a:pt x="905174" y="173981"/>
                </a:cubicBezTo>
                <a:cubicBezTo>
                  <a:pt x="914603" y="187316"/>
                  <a:pt x="926891" y="199222"/>
                  <a:pt x="925176" y="217796"/>
                </a:cubicBezTo>
                <a:cubicBezTo>
                  <a:pt x="924890" y="220654"/>
                  <a:pt x="925462" y="224178"/>
                  <a:pt x="926986" y="226559"/>
                </a:cubicBezTo>
                <a:cubicBezTo>
                  <a:pt x="950322" y="261992"/>
                  <a:pt x="944321" y="303331"/>
                  <a:pt x="911841" y="329143"/>
                </a:cubicBezTo>
                <a:cubicBezTo>
                  <a:pt x="907555" y="332477"/>
                  <a:pt x="900602" y="334858"/>
                  <a:pt x="897268" y="330572"/>
                </a:cubicBezTo>
                <a:cubicBezTo>
                  <a:pt x="893553" y="325810"/>
                  <a:pt x="896601" y="318856"/>
                  <a:pt x="901173" y="314856"/>
                </a:cubicBezTo>
                <a:cubicBezTo>
                  <a:pt x="904031" y="312379"/>
                  <a:pt x="911746" y="313332"/>
                  <a:pt x="906221" y="306569"/>
                </a:cubicBezTo>
                <a:cubicBezTo>
                  <a:pt x="903173" y="302854"/>
                  <a:pt x="899268" y="306379"/>
                  <a:pt x="895934" y="307807"/>
                </a:cubicBezTo>
                <a:cubicBezTo>
                  <a:pt x="892220" y="309331"/>
                  <a:pt x="890029" y="312094"/>
                  <a:pt x="888124" y="315618"/>
                </a:cubicBezTo>
                <a:cubicBezTo>
                  <a:pt x="885552" y="320380"/>
                  <a:pt x="880599" y="319142"/>
                  <a:pt x="878694" y="316285"/>
                </a:cubicBezTo>
                <a:cubicBezTo>
                  <a:pt x="869455" y="302473"/>
                  <a:pt x="852881" y="293710"/>
                  <a:pt x="848786" y="276661"/>
                </a:cubicBezTo>
                <a:cubicBezTo>
                  <a:pt x="846595" y="267421"/>
                  <a:pt x="847643" y="258087"/>
                  <a:pt x="862406" y="256944"/>
                </a:cubicBezTo>
                <a:cubicBezTo>
                  <a:pt x="867740" y="256563"/>
                  <a:pt x="873932" y="258754"/>
                  <a:pt x="880885" y="254848"/>
                </a:cubicBezTo>
                <a:cubicBezTo>
                  <a:pt x="861073" y="231322"/>
                  <a:pt x="834974" y="232846"/>
                  <a:pt x="819353" y="248657"/>
                </a:cubicBezTo>
                <a:cubicBezTo>
                  <a:pt x="800780" y="267421"/>
                  <a:pt x="779920" y="268945"/>
                  <a:pt x="758108" y="275232"/>
                </a:cubicBezTo>
                <a:cubicBezTo>
                  <a:pt x="740486" y="280280"/>
                  <a:pt x="720103" y="285233"/>
                  <a:pt x="717912" y="311713"/>
                </a:cubicBezTo>
                <a:cubicBezTo>
                  <a:pt x="717055" y="322285"/>
                  <a:pt x="705434" y="332096"/>
                  <a:pt x="698195" y="341812"/>
                </a:cubicBezTo>
                <a:cubicBezTo>
                  <a:pt x="694862" y="346384"/>
                  <a:pt x="689242" y="348574"/>
                  <a:pt x="684098" y="345336"/>
                </a:cubicBezTo>
                <a:cubicBezTo>
                  <a:pt x="679050" y="342097"/>
                  <a:pt x="682289" y="337430"/>
                  <a:pt x="683717" y="333144"/>
                </a:cubicBezTo>
                <a:cubicBezTo>
                  <a:pt x="687813" y="320476"/>
                  <a:pt x="693623" y="308665"/>
                  <a:pt x="692004" y="293996"/>
                </a:cubicBezTo>
                <a:cubicBezTo>
                  <a:pt x="690480" y="280852"/>
                  <a:pt x="697719" y="277804"/>
                  <a:pt x="710292" y="285043"/>
                </a:cubicBezTo>
                <a:cubicBezTo>
                  <a:pt x="718103" y="289519"/>
                  <a:pt x="718198" y="283423"/>
                  <a:pt x="718007" y="279804"/>
                </a:cubicBezTo>
                <a:cubicBezTo>
                  <a:pt x="717817" y="274946"/>
                  <a:pt x="710768" y="267421"/>
                  <a:pt x="716102" y="265612"/>
                </a:cubicBezTo>
                <a:cubicBezTo>
                  <a:pt x="741344" y="257230"/>
                  <a:pt x="731057" y="240847"/>
                  <a:pt x="724770" y="224178"/>
                </a:cubicBezTo>
                <a:cubicBezTo>
                  <a:pt x="745058" y="224273"/>
                  <a:pt x="748297" y="239418"/>
                  <a:pt x="753821" y="253801"/>
                </a:cubicBezTo>
                <a:cubicBezTo>
                  <a:pt x="759632" y="245514"/>
                  <a:pt x="765632" y="241323"/>
                  <a:pt x="771443" y="236751"/>
                </a:cubicBezTo>
                <a:cubicBezTo>
                  <a:pt x="780301" y="229798"/>
                  <a:pt x="794112" y="223130"/>
                  <a:pt x="778205" y="209224"/>
                </a:cubicBezTo>
                <a:cubicBezTo>
                  <a:pt x="774395" y="205890"/>
                  <a:pt x="775253" y="199794"/>
                  <a:pt x="779348" y="197127"/>
                </a:cubicBezTo>
                <a:cubicBezTo>
                  <a:pt x="786587" y="192364"/>
                  <a:pt x="795827" y="191412"/>
                  <a:pt x="802875" y="196079"/>
                </a:cubicBezTo>
                <a:cubicBezTo>
                  <a:pt x="824973" y="210748"/>
                  <a:pt x="848690" y="206176"/>
                  <a:pt x="871646" y="201794"/>
                </a:cubicBezTo>
                <a:cubicBezTo>
                  <a:pt x="880504" y="200080"/>
                  <a:pt x="882409" y="187983"/>
                  <a:pt x="883838" y="178744"/>
                </a:cubicBezTo>
                <a:cubicBezTo>
                  <a:pt x="884790" y="172552"/>
                  <a:pt x="885838" y="165980"/>
                  <a:pt x="893267" y="164837"/>
                </a:cubicBezTo>
                <a:close/>
                <a:moveTo>
                  <a:pt x="1142346" y="109973"/>
                </a:moveTo>
                <a:cubicBezTo>
                  <a:pt x="1148061" y="110640"/>
                  <a:pt x="1156920" y="109878"/>
                  <a:pt x="1153015" y="119498"/>
                </a:cubicBezTo>
                <a:cubicBezTo>
                  <a:pt x="1143013" y="143787"/>
                  <a:pt x="1143013" y="168076"/>
                  <a:pt x="1146728" y="193793"/>
                </a:cubicBezTo>
                <a:cubicBezTo>
                  <a:pt x="1150824" y="221702"/>
                  <a:pt x="1131202" y="246562"/>
                  <a:pt x="1104532" y="252563"/>
                </a:cubicBezTo>
                <a:cubicBezTo>
                  <a:pt x="1101675" y="253229"/>
                  <a:pt x="1098913" y="255325"/>
                  <a:pt x="1096246" y="253325"/>
                </a:cubicBezTo>
                <a:cubicBezTo>
                  <a:pt x="1078243" y="240085"/>
                  <a:pt x="1086911" y="256563"/>
                  <a:pt x="1085958" y="262373"/>
                </a:cubicBezTo>
                <a:cubicBezTo>
                  <a:pt x="1086244" y="280471"/>
                  <a:pt x="1070909" y="285233"/>
                  <a:pt x="1059288" y="286472"/>
                </a:cubicBezTo>
                <a:cubicBezTo>
                  <a:pt x="1040048" y="288567"/>
                  <a:pt x="1022236" y="294568"/>
                  <a:pt x="1004234" y="299997"/>
                </a:cubicBezTo>
                <a:cubicBezTo>
                  <a:pt x="993471" y="303236"/>
                  <a:pt x="993947" y="300092"/>
                  <a:pt x="990613" y="290758"/>
                </a:cubicBezTo>
                <a:cubicBezTo>
                  <a:pt x="981183" y="264183"/>
                  <a:pt x="975945" y="237989"/>
                  <a:pt x="985470" y="210938"/>
                </a:cubicBezTo>
                <a:cubicBezTo>
                  <a:pt x="994233" y="185792"/>
                  <a:pt x="1000519" y="159598"/>
                  <a:pt x="1016807" y="137501"/>
                </a:cubicBezTo>
                <a:cubicBezTo>
                  <a:pt x="1035000" y="112831"/>
                  <a:pt x="1057860" y="103211"/>
                  <a:pt x="1088054" y="111021"/>
                </a:cubicBezTo>
                <a:cubicBezTo>
                  <a:pt x="1106151" y="115688"/>
                  <a:pt x="1124249" y="107783"/>
                  <a:pt x="1142346" y="109973"/>
                </a:cubicBezTo>
                <a:close/>
                <a:moveTo>
                  <a:pt x="1324940" y="115"/>
                </a:moveTo>
                <a:cubicBezTo>
                  <a:pt x="1328655" y="-421"/>
                  <a:pt x="1332560" y="913"/>
                  <a:pt x="1336370" y="4437"/>
                </a:cubicBezTo>
                <a:cubicBezTo>
                  <a:pt x="1353420" y="20344"/>
                  <a:pt x="1376089" y="29392"/>
                  <a:pt x="1389138" y="50157"/>
                </a:cubicBezTo>
                <a:cubicBezTo>
                  <a:pt x="1396473" y="61873"/>
                  <a:pt x="1408665" y="60920"/>
                  <a:pt x="1419999" y="57777"/>
                </a:cubicBezTo>
                <a:cubicBezTo>
                  <a:pt x="1435335" y="53586"/>
                  <a:pt x="1450860" y="49204"/>
                  <a:pt x="1465434" y="43013"/>
                </a:cubicBezTo>
                <a:cubicBezTo>
                  <a:pt x="1472958" y="39870"/>
                  <a:pt x="1479626" y="38536"/>
                  <a:pt x="1487341" y="40441"/>
                </a:cubicBezTo>
                <a:cubicBezTo>
                  <a:pt x="1495914" y="42537"/>
                  <a:pt x="1504105" y="42632"/>
                  <a:pt x="1510582" y="35393"/>
                </a:cubicBezTo>
                <a:cubicBezTo>
                  <a:pt x="1516297" y="29011"/>
                  <a:pt x="1522584" y="30631"/>
                  <a:pt x="1529346" y="32917"/>
                </a:cubicBezTo>
                <a:cubicBezTo>
                  <a:pt x="1534966" y="34822"/>
                  <a:pt x="1543253" y="35107"/>
                  <a:pt x="1541919" y="43108"/>
                </a:cubicBezTo>
                <a:cubicBezTo>
                  <a:pt x="1540967" y="49014"/>
                  <a:pt x="1533633" y="48061"/>
                  <a:pt x="1528299" y="48347"/>
                </a:cubicBezTo>
                <a:cubicBezTo>
                  <a:pt x="1518393" y="48919"/>
                  <a:pt x="1508010" y="49300"/>
                  <a:pt x="1509725" y="63873"/>
                </a:cubicBezTo>
                <a:cubicBezTo>
                  <a:pt x="1509820" y="64540"/>
                  <a:pt x="1509344" y="65397"/>
                  <a:pt x="1508963" y="65968"/>
                </a:cubicBezTo>
                <a:cubicBezTo>
                  <a:pt x="1491342" y="88257"/>
                  <a:pt x="1477530" y="113974"/>
                  <a:pt x="1451622" y="128738"/>
                </a:cubicBezTo>
                <a:cubicBezTo>
                  <a:pt x="1441050" y="134739"/>
                  <a:pt x="1430858" y="141121"/>
                  <a:pt x="1416856" y="135025"/>
                </a:cubicBezTo>
                <a:cubicBezTo>
                  <a:pt x="1426762" y="154932"/>
                  <a:pt x="1443431" y="165028"/>
                  <a:pt x="1459719" y="175506"/>
                </a:cubicBezTo>
                <a:cubicBezTo>
                  <a:pt x="1461338" y="176554"/>
                  <a:pt x="1465624" y="176554"/>
                  <a:pt x="1466005" y="175696"/>
                </a:cubicBezTo>
                <a:cubicBezTo>
                  <a:pt x="1473435" y="160837"/>
                  <a:pt x="1482483" y="163409"/>
                  <a:pt x="1492675" y="172458"/>
                </a:cubicBezTo>
                <a:cubicBezTo>
                  <a:pt x="1494390" y="173982"/>
                  <a:pt x="1497342" y="173601"/>
                  <a:pt x="1498390" y="171029"/>
                </a:cubicBezTo>
                <a:cubicBezTo>
                  <a:pt x="1499819" y="167791"/>
                  <a:pt x="1498200" y="164933"/>
                  <a:pt x="1495914" y="162838"/>
                </a:cubicBezTo>
                <a:cubicBezTo>
                  <a:pt x="1483626" y="151408"/>
                  <a:pt x="1491056" y="149312"/>
                  <a:pt x="1502486" y="146550"/>
                </a:cubicBezTo>
                <a:cubicBezTo>
                  <a:pt x="1508772" y="145026"/>
                  <a:pt x="1520774" y="146074"/>
                  <a:pt x="1518964" y="135215"/>
                </a:cubicBezTo>
                <a:cubicBezTo>
                  <a:pt x="1517440" y="126547"/>
                  <a:pt x="1507629" y="130643"/>
                  <a:pt x="1501248" y="130167"/>
                </a:cubicBezTo>
                <a:cubicBezTo>
                  <a:pt x="1497723" y="129881"/>
                  <a:pt x="1493628" y="131881"/>
                  <a:pt x="1490580" y="126262"/>
                </a:cubicBezTo>
                <a:cubicBezTo>
                  <a:pt x="1496676" y="117594"/>
                  <a:pt x="1507820" y="115403"/>
                  <a:pt x="1516011" y="109402"/>
                </a:cubicBezTo>
                <a:cubicBezTo>
                  <a:pt x="1520869" y="105783"/>
                  <a:pt x="1526298" y="108450"/>
                  <a:pt x="1530299" y="112641"/>
                </a:cubicBezTo>
                <a:cubicBezTo>
                  <a:pt x="1533442" y="115975"/>
                  <a:pt x="1535919" y="119975"/>
                  <a:pt x="1539443" y="122833"/>
                </a:cubicBezTo>
                <a:cubicBezTo>
                  <a:pt x="1547920" y="129786"/>
                  <a:pt x="1559731" y="135977"/>
                  <a:pt x="1568304" y="131977"/>
                </a:cubicBezTo>
                <a:cubicBezTo>
                  <a:pt x="1576876" y="127976"/>
                  <a:pt x="1566589" y="117403"/>
                  <a:pt x="1566208" y="109593"/>
                </a:cubicBezTo>
                <a:cubicBezTo>
                  <a:pt x="1565637" y="96925"/>
                  <a:pt x="1560303" y="84161"/>
                  <a:pt x="1565922" y="71398"/>
                </a:cubicBezTo>
                <a:cubicBezTo>
                  <a:pt x="1568685" y="65206"/>
                  <a:pt x="1565732" y="59587"/>
                  <a:pt x="1563732" y="53872"/>
                </a:cubicBezTo>
                <a:cubicBezTo>
                  <a:pt x="1561827" y="48538"/>
                  <a:pt x="1554778" y="42727"/>
                  <a:pt x="1560493" y="37584"/>
                </a:cubicBezTo>
                <a:cubicBezTo>
                  <a:pt x="1565541" y="33107"/>
                  <a:pt x="1571542" y="40537"/>
                  <a:pt x="1577352" y="40727"/>
                </a:cubicBezTo>
                <a:cubicBezTo>
                  <a:pt x="1602403" y="41775"/>
                  <a:pt x="1608309" y="57491"/>
                  <a:pt x="1607737" y="78827"/>
                </a:cubicBezTo>
                <a:cubicBezTo>
                  <a:pt x="1607451" y="88924"/>
                  <a:pt x="1608594" y="98353"/>
                  <a:pt x="1618786" y="104449"/>
                </a:cubicBezTo>
                <a:cubicBezTo>
                  <a:pt x="1624120" y="107593"/>
                  <a:pt x="1626216" y="113784"/>
                  <a:pt x="1627644" y="119880"/>
                </a:cubicBezTo>
                <a:cubicBezTo>
                  <a:pt x="1635360" y="153122"/>
                  <a:pt x="1649647" y="182650"/>
                  <a:pt x="1677174" y="204271"/>
                </a:cubicBezTo>
                <a:cubicBezTo>
                  <a:pt x="1686890" y="211891"/>
                  <a:pt x="1686509" y="225036"/>
                  <a:pt x="1699844" y="232846"/>
                </a:cubicBezTo>
                <a:cubicBezTo>
                  <a:pt x="1726609" y="248467"/>
                  <a:pt x="1752803" y="257135"/>
                  <a:pt x="1783378" y="252373"/>
                </a:cubicBezTo>
                <a:cubicBezTo>
                  <a:pt x="1789569" y="251420"/>
                  <a:pt x="1795856" y="252277"/>
                  <a:pt x="1800809" y="256183"/>
                </a:cubicBezTo>
                <a:cubicBezTo>
                  <a:pt x="1823574" y="273994"/>
                  <a:pt x="1841671" y="260088"/>
                  <a:pt x="1858721" y="246658"/>
                </a:cubicBezTo>
                <a:cubicBezTo>
                  <a:pt x="1874628" y="234180"/>
                  <a:pt x="1873961" y="233323"/>
                  <a:pt x="1894725" y="229132"/>
                </a:cubicBezTo>
                <a:cubicBezTo>
                  <a:pt x="1892535" y="237799"/>
                  <a:pt x="1879485" y="246372"/>
                  <a:pt x="1892725" y="254182"/>
                </a:cubicBezTo>
                <a:cubicBezTo>
                  <a:pt x="1902917" y="260183"/>
                  <a:pt x="1913109" y="263993"/>
                  <a:pt x="1922824" y="251515"/>
                </a:cubicBezTo>
                <a:cubicBezTo>
                  <a:pt x="1927682" y="245324"/>
                  <a:pt x="1936635" y="243800"/>
                  <a:pt x="1942446" y="236752"/>
                </a:cubicBezTo>
                <a:cubicBezTo>
                  <a:pt x="1949970" y="227703"/>
                  <a:pt x="1959495" y="234085"/>
                  <a:pt x="1966925" y="239133"/>
                </a:cubicBezTo>
                <a:cubicBezTo>
                  <a:pt x="1982736" y="249896"/>
                  <a:pt x="1995500" y="255135"/>
                  <a:pt x="2012359" y="237514"/>
                </a:cubicBezTo>
                <a:cubicBezTo>
                  <a:pt x="2027218" y="221988"/>
                  <a:pt x="2055222" y="236180"/>
                  <a:pt x="2057317" y="258278"/>
                </a:cubicBezTo>
                <a:cubicBezTo>
                  <a:pt x="2058555" y="270565"/>
                  <a:pt x="2060746" y="282186"/>
                  <a:pt x="2069033" y="292187"/>
                </a:cubicBezTo>
                <a:cubicBezTo>
                  <a:pt x="2076081" y="300664"/>
                  <a:pt x="2077891" y="311332"/>
                  <a:pt x="2079225" y="322000"/>
                </a:cubicBezTo>
                <a:cubicBezTo>
                  <a:pt x="2082177" y="345337"/>
                  <a:pt x="2091321" y="350575"/>
                  <a:pt x="2112943" y="343908"/>
                </a:cubicBezTo>
                <a:cubicBezTo>
                  <a:pt x="2127707" y="339336"/>
                  <a:pt x="2142471" y="340574"/>
                  <a:pt x="2151900" y="355528"/>
                </a:cubicBezTo>
                <a:cubicBezTo>
                  <a:pt x="2156949" y="363529"/>
                  <a:pt x="2165426" y="365244"/>
                  <a:pt x="2173046" y="367530"/>
                </a:cubicBezTo>
                <a:cubicBezTo>
                  <a:pt x="2193334" y="373531"/>
                  <a:pt x="2198668" y="379436"/>
                  <a:pt x="2199525" y="400201"/>
                </a:cubicBezTo>
                <a:cubicBezTo>
                  <a:pt x="2199621" y="404011"/>
                  <a:pt x="2199049" y="407821"/>
                  <a:pt x="2199430" y="411535"/>
                </a:cubicBezTo>
                <a:cubicBezTo>
                  <a:pt x="2199716" y="414679"/>
                  <a:pt x="2201526" y="417441"/>
                  <a:pt x="2205145" y="417441"/>
                </a:cubicBezTo>
                <a:cubicBezTo>
                  <a:pt x="2208669" y="417441"/>
                  <a:pt x="2210955" y="414869"/>
                  <a:pt x="2211051" y="411726"/>
                </a:cubicBezTo>
                <a:cubicBezTo>
                  <a:pt x="2211527" y="402677"/>
                  <a:pt x="2211813" y="393533"/>
                  <a:pt x="2211622" y="384389"/>
                </a:cubicBezTo>
                <a:cubicBezTo>
                  <a:pt x="2211241" y="368197"/>
                  <a:pt x="2215146" y="365339"/>
                  <a:pt x="2229910" y="371721"/>
                </a:cubicBezTo>
                <a:cubicBezTo>
                  <a:pt x="2234101" y="373531"/>
                  <a:pt x="2238292" y="375817"/>
                  <a:pt x="2241626" y="378769"/>
                </a:cubicBezTo>
                <a:cubicBezTo>
                  <a:pt x="2263819" y="398200"/>
                  <a:pt x="2291537" y="411059"/>
                  <a:pt x="2309253" y="436015"/>
                </a:cubicBezTo>
                <a:cubicBezTo>
                  <a:pt x="2316397" y="446111"/>
                  <a:pt x="2328970" y="450112"/>
                  <a:pt x="2337924" y="458398"/>
                </a:cubicBezTo>
                <a:cubicBezTo>
                  <a:pt x="2352783" y="472114"/>
                  <a:pt x="2371071" y="483354"/>
                  <a:pt x="2374404" y="506119"/>
                </a:cubicBezTo>
                <a:cubicBezTo>
                  <a:pt x="2374976" y="509929"/>
                  <a:pt x="2377929" y="512786"/>
                  <a:pt x="2381643" y="514501"/>
                </a:cubicBezTo>
                <a:cubicBezTo>
                  <a:pt x="2392407" y="519454"/>
                  <a:pt x="2392311" y="528598"/>
                  <a:pt x="2390121" y="537837"/>
                </a:cubicBezTo>
                <a:cubicBezTo>
                  <a:pt x="2386501" y="553363"/>
                  <a:pt x="2382120" y="568793"/>
                  <a:pt x="2378310" y="584319"/>
                </a:cubicBezTo>
                <a:cubicBezTo>
                  <a:pt x="2372404" y="608608"/>
                  <a:pt x="2353545" y="622133"/>
                  <a:pt x="2334876" y="635182"/>
                </a:cubicBezTo>
                <a:cubicBezTo>
                  <a:pt x="2323446" y="643184"/>
                  <a:pt x="2317350" y="651280"/>
                  <a:pt x="2316492" y="666424"/>
                </a:cubicBezTo>
                <a:cubicBezTo>
                  <a:pt x="2314968" y="692713"/>
                  <a:pt x="2304872" y="715288"/>
                  <a:pt x="2276678" y="724718"/>
                </a:cubicBezTo>
                <a:cubicBezTo>
                  <a:pt x="2271915" y="726337"/>
                  <a:pt x="2266772" y="729956"/>
                  <a:pt x="2264010" y="734052"/>
                </a:cubicBezTo>
                <a:cubicBezTo>
                  <a:pt x="2245531" y="761484"/>
                  <a:pt x="2243436" y="793583"/>
                  <a:pt x="2240673" y="825111"/>
                </a:cubicBezTo>
                <a:cubicBezTo>
                  <a:pt x="2240007" y="832826"/>
                  <a:pt x="2247436" y="838446"/>
                  <a:pt x="2254770" y="841684"/>
                </a:cubicBezTo>
                <a:cubicBezTo>
                  <a:pt x="2286203" y="855210"/>
                  <a:pt x="2313921" y="876641"/>
                  <a:pt x="2347353" y="885690"/>
                </a:cubicBezTo>
                <a:cubicBezTo>
                  <a:pt x="2362212" y="889786"/>
                  <a:pt x="2364022" y="900454"/>
                  <a:pt x="2365546" y="913503"/>
                </a:cubicBezTo>
                <a:cubicBezTo>
                  <a:pt x="2366213" y="919694"/>
                  <a:pt x="2359831" y="941221"/>
                  <a:pt x="2381262" y="926647"/>
                </a:cubicBezTo>
                <a:cubicBezTo>
                  <a:pt x="2385453" y="923790"/>
                  <a:pt x="2388787" y="930934"/>
                  <a:pt x="2389930" y="934934"/>
                </a:cubicBezTo>
                <a:cubicBezTo>
                  <a:pt x="2396217" y="958366"/>
                  <a:pt x="2408028" y="980368"/>
                  <a:pt x="2407551" y="1005514"/>
                </a:cubicBezTo>
                <a:cubicBezTo>
                  <a:pt x="2407266" y="1017326"/>
                  <a:pt x="2410885" y="1028279"/>
                  <a:pt x="2419362" y="1036757"/>
                </a:cubicBezTo>
                <a:cubicBezTo>
                  <a:pt x="2430792" y="1048091"/>
                  <a:pt x="2427173" y="1067999"/>
                  <a:pt x="2442794" y="1076952"/>
                </a:cubicBezTo>
                <a:cubicBezTo>
                  <a:pt x="2447461" y="1079619"/>
                  <a:pt x="2450033" y="1088573"/>
                  <a:pt x="2456320" y="1078095"/>
                </a:cubicBezTo>
                <a:cubicBezTo>
                  <a:pt x="2459939" y="1071999"/>
                  <a:pt x="2462511" y="1077619"/>
                  <a:pt x="2463558" y="1081048"/>
                </a:cubicBezTo>
                <a:cubicBezTo>
                  <a:pt x="2465749" y="1087525"/>
                  <a:pt x="2467178" y="1094287"/>
                  <a:pt x="2469273" y="1100764"/>
                </a:cubicBezTo>
                <a:cubicBezTo>
                  <a:pt x="2470607" y="1104860"/>
                  <a:pt x="2474703" y="1108289"/>
                  <a:pt x="2476989" y="1103432"/>
                </a:cubicBezTo>
                <a:cubicBezTo>
                  <a:pt x="2484418" y="1087430"/>
                  <a:pt x="2488514" y="1097621"/>
                  <a:pt x="2491943" y="1105146"/>
                </a:cubicBezTo>
                <a:cubicBezTo>
                  <a:pt x="2495658" y="1113337"/>
                  <a:pt x="2502420" y="1117052"/>
                  <a:pt x="2509374" y="1122005"/>
                </a:cubicBezTo>
                <a:cubicBezTo>
                  <a:pt x="2527376" y="1134769"/>
                  <a:pt x="2542902" y="1150771"/>
                  <a:pt x="2551760" y="1171440"/>
                </a:cubicBezTo>
                <a:cubicBezTo>
                  <a:pt x="2566428" y="1205921"/>
                  <a:pt x="2548617" y="1232686"/>
                  <a:pt x="2525376" y="1254117"/>
                </a:cubicBezTo>
                <a:cubicBezTo>
                  <a:pt x="2505849" y="1272024"/>
                  <a:pt x="2487466" y="1291265"/>
                  <a:pt x="2466702" y="1308124"/>
                </a:cubicBezTo>
                <a:cubicBezTo>
                  <a:pt x="2435650" y="1333460"/>
                  <a:pt x="2436031" y="1358035"/>
                  <a:pt x="2459653" y="1390515"/>
                </a:cubicBezTo>
                <a:cubicBezTo>
                  <a:pt x="2476989" y="1414328"/>
                  <a:pt x="2490038" y="1441379"/>
                  <a:pt x="2500896" y="1469001"/>
                </a:cubicBezTo>
                <a:cubicBezTo>
                  <a:pt x="2506707" y="1483765"/>
                  <a:pt x="2512422" y="1498052"/>
                  <a:pt x="2520804" y="1511768"/>
                </a:cubicBezTo>
                <a:cubicBezTo>
                  <a:pt x="2531376" y="1529199"/>
                  <a:pt x="2538044" y="1548154"/>
                  <a:pt x="2536329" y="1570061"/>
                </a:cubicBezTo>
                <a:cubicBezTo>
                  <a:pt x="2534710" y="1592159"/>
                  <a:pt x="2537949" y="1613400"/>
                  <a:pt x="2557189" y="1630069"/>
                </a:cubicBezTo>
                <a:cubicBezTo>
                  <a:pt x="2573191" y="1643975"/>
                  <a:pt x="2572524" y="1665978"/>
                  <a:pt x="2574620" y="1686171"/>
                </a:cubicBezTo>
                <a:cubicBezTo>
                  <a:pt x="2584716" y="1681885"/>
                  <a:pt x="2581954" y="1674646"/>
                  <a:pt x="2580906" y="1668169"/>
                </a:cubicBezTo>
                <a:cubicBezTo>
                  <a:pt x="2579763" y="1661216"/>
                  <a:pt x="2579668" y="1654453"/>
                  <a:pt x="2582621" y="1647976"/>
                </a:cubicBezTo>
                <a:cubicBezTo>
                  <a:pt x="2584716" y="1643213"/>
                  <a:pt x="2588812" y="1641404"/>
                  <a:pt x="2593765" y="1641785"/>
                </a:cubicBezTo>
                <a:cubicBezTo>
                  <a:pt x="2597956" y="1642166"/>
                  <a:pt x="2602528" y="1644928"/>
                  <a:pt x="2601576" y="1648452"/>
                </a:cubicBezTo>
                <a:cubicBezTo>
                  <a:pt x="2598242" y="1661025"/>
                  <a:pt x="2611482" y="1670741"/>
                  <a:pt x="2606433" y="1683599"/>
                </a:cubicBezTo>
                <a:cubicBezTo>
                  <a:pt x="2603290" y="1691600"/>
                  <a:pt x="2608338" y="1695029"/>
                  <a:pt x="2615958" y="1693982"/>
                </a:cubicBezTo>
                <a:cubicBezTo>
                  <a:pt x="2632818" y="1691696"/>
                  <a:pt x="2646629" y="1681790"/>
                  <a:pt x="2661202" y="1674265"/>
                </a:cubicBezTo>
                <a:cubicBezTo>
                  <a:pt x="2668346" y="1670550"/>
                  <a:pt x="2667489" y="1661311"/>
                  <a:pt x="2665774" y="1653405"/>
                </a:cubicBezTo>
                <a:cubicBezTo>
                  <a:pt x="2664060" y="1645404"/>
                  <a:pt x="2667203" y="1639689"/>
                  <a:pt x="2675680" y="1638546"/>
                </a:cubicBezTo>
                <a:cubicBezTo>
                  <a:pt x="2683014" y="1637594"/>
                  <a:pt x="2685396" y="1642546"/>
                  <a:pt x="2688063" y="1649024"/>
                </a:cubicBezTo>
                <a:cubicBezTo>
                  <a:pt x="2695397" y="1667121"/>
                  <a:pt x="2693873" y="1686457"/>
                  <a:pt x="2697492" y="1705031"/>
                </a:cubicBezTo>
                <a:cubicBezTo>
                  <a:pt x="2699112" y="1713222"/>
                  <a:pt x="2688825" y="1715127"/>
                  <a:pt x="2687967" y="1722080"/>
                </a:cubicBezTo>
                <a:cubicBezTo>
                  <a:pt x="2707398" y="1729129"/>
                  <a:pt x="2706922" y="1729129"/>
                  <a:pt x="2707113" y="1709412"/>
                </a:cubicBezTo>
                <a:cubicBezTo>
                  <a:pt x="2707208" y="1700554"/>
                  <a:pt x="2703017" y="1693315"/>
                  <a:pt x="2701112" y="1685314"/>
                </a:cubicBezTo>
                <a:cubicBezTo>
                  <a:pt x="2699207" y="1677408"/>
                  <a:pt x="2702826" y="1670550"/>
                  <a:pt x="2710732" y="1670264"/>
                </a:cubicBezTo>
                <a:cubicBezTo>
                  <a:pt x="2719781" y="1669979"/>
                  <a:pt x="2715685" y="1677027"/>
                  <a:pt x="2714447" y="1681980"/>
                </a:cubicBezTo>
                <a:cubicBezTo>
                  <a:pt x="2712828" y="1688266"/>
                  <a:pt x="2716923" y="1691029"/>
                  <a:pt x="2721972" y="1689695"/>
                </a:cubicBezTo>
                <a:cubicBezTo>
                  <a:pt x="2727306" y="1688362"/>
                  <a:pt x="2734926" y="1688457"/>
                  <a:pt x="2734830" y="1679599"/>
                </a:cubicBezTo>
                <a:cubicBezTo>
                  <a:pt x="2734830" y="1671312"/>
                  <a:pt x="2734830" y="1663025"/>
                  <a:pt x="2734830" y="1654262"/>
                </a:cubicBezTo>
                <a:cubicBezTo>
                  <a:pt x="2746451" y="1660739"/>
                  <a:pt x="2746451" y="1660739"/>
                  <a:pt x="2756071" y="1724271"/>
                </a:cubicBezTo>
                <a:cubicBezTo>
                  <a:pt x="2757786" y="1722175"/>
                  <a:pt x="2759119" y="1720461"/>
                  <a:pt x="2760548" y="1718937"/>
                </a:cubicBezTo>
                <a:cubicBezTo>
                  <a:pt x="2767787" y="1711317"/>
                  <a:pt x="2765691" y="1694839"/>
                  <a:pt x="2781217" y="1695506"/>
                </a:cubicBezTo>
                <a:cubicBezTo>
                  <a:pt x="2790647" y="1695887"/>
                  <a:pt x="2810840" y="1719223"/>
                  <a:pt x="2810935" y="1730367"/>
                </a:cubicBezTo>
                <a:cubicBezTo>
                  <a:pt x="2811030" y="1750084"/>
                  <a:pt x="2817888" y="1770944"/>
                  <a:pt x="2798362" y="1787612"/>
                </a:cubicBezTo>
                <a:cubicBezTo>
                  <a:pt x="2791028" y="1793899"/>
                  <a:pt x="2788266" y="1805900"/>
                  <a:pt x="2784741" y="1816092"/>
                </a:cubicBezTo>
                <a:cubicBezTo>
                  <a:pt x="2781408" y="1825712"/>
                  <a:pt x="2775693" y="1834475"/>
                  <a:pt x="2763215" y="1822569"/>
                </a:cubicBezTo>
                <a:cubicBezTo>
                  <a:pt x="2753499" y="1813235"/>
                  <a:pt x="2747499" y="1819712"/>
                  <a:pt x="2743308" y="1830189"/>
                </a:cubicBezTo>
                <a:cubicBezTo>
                  <a:pt x="2735497" y="1849620"/>
                  <a:pt x="2717686" y="1860479"/>
                  <a:pt x="2697016" y="1859240"/>
                </a:cubicBezTo>
                <a:cubicBezTo>
                  <a:pt x="2675966" y="1858002"/>
                  <a:pt x="2666346" y="1870004"/>
                  <a:pt x="2667489" y="1901531"/>
                </a:cubicBezTo>
                <a:cubicBezTo>
                  <a:pt x="2659869" y="1884482"/>
                  <a:pt x="2641390" y="1878481"/>
                  <a:pt x="2648439" y="1859145"/>
                </a:cubicBezTo>
                <a:cubicBezTo>
                  <a:pt x="2650344" y="1853811"/>
                  <a:pt x="2645772" y="1853049"/>
                  <a:pt x="2641771" y="1853144"/>
                </a:cubicBezTo>
                <a:cubicBezTo>
                  <a:pt x="2637485" y="1853240"/>
                  <a:pt x="2631294" y="1855145"/>
                  <a:pt x="2632341" y="1848001"/>
                </a:cubicBezTo>
                <a:cubicBezTo>
                  <a:pt x="2633008" y="1843238"/>
                  <a:pt x="2638342" y="1841810"/>
                  <a:pt x="2643390" y="1842381"/>
                </a:cubicBezTo>
                <a:cubicBezTo>
                  <a:pt x="2647010" y="1842762"/>
                  <a:pt x="2651011" y="1844191"/>
                  <a:pt x="2654154" y="1837333"/>
                </a:cubicBezTo>
                <a:cubicBezTo>
                  <a:pt x="2640057" y="1832570"/>
                  <a:pt x="2628531" y="1836666"/>
                  <a:pt x="2619387" y="1846191"/>
                </a:cubicBezTo>
                <a:cubicBezTo>
                  <a:pt x="2608815" y="1857145"/>
                  <a:pt x="2619387" y="1865336"/>
                  <a:pt x="2625103" y="1873909"/>
                </a:cubicBezTo>
                <a:cubicBezTo>
                  <a:pt x="2632627" y="1885244"/>
                  <a:pt x="2639866" y="1896864"/>
                  <a:pt x="2648629" y="1910485"/>
                </a:cubicBezTo>
                <a:cubicBezTo>
                  <a:pt x="2633484" y="1909723"/>
                  <a:pt x="2620340" y="1909151"/>
                  <a:pt x="2606719" y="1908485"/>
                </a:cubicBezTo>
                <a:cubicBezTo>
                  <a:pt x="2607005" y="1919343"/>
                  <a:pt x="2615387" y="1923820"/>
                  <a:pt x="2619387" y="1930773"/>
                </a:cubicBezTo>
                <a:cubicBezTo>
                  <a:pt x="2625388" y="1941060"/>
                  <a:pt x="2635675" y="1950109"/>
                  <a:pt x="2620149" y="1960777"/>
                </a:cubicBezTo>
                <a:cubicBezTo>
                  <a:pt x="2617101" y="1962872"/>
                  <a:pt x="2617959" y="1966016"/>
                  <a:pt x="2620530" y="1968397"/>
                </a:cubicBezTo>
                <a:cubicBezTo>
                  <a:pt x="2623197" y="1970969"/>
                  <a:pt x="2626341" y="1970683"/>
                  <a:pt x="2628722" y="1968587"/>
                </a:cubicBezTo>
                <a:cubicBezTo>
                  <a:pt x="2635580" y="1962587"/>
                  <a:pt x="2645010" y="1957443"/>
                  <a:pt x="2647010" y="1948871"/>
                </a:cubicBezTo>
                <a:cubicBezTo>
                  <a:pt x="2649201" y="1939441"/>
                  <a:pt x="2656535" y="1935916"/>
                  <a:pt x="2661583" y="1929725"/>
                </a:cubicBezTo>
                <a:cubicBezTo>
                  <a:pt x="2664726" y="1925915"/>
                  <a:pt x="2666155" y="1919057"/>
                  <a:pt x="2673394" y="1922200"/>
                </a:cubicBezTo>
                <a:cubicBezTo>
                  <a:pt x="2677109" y="1923820"/>
                  <a:pt x="2678823" y="1927535"/>
                  <a:pt x="2679300" y="1931440"/>
                </a:cubicBezTo>
                <a:cubicBezTo>
                  <a:pt x="2680062" y="1937726"/>
                  <a:pt x="2679966" y="1943727"/>
                  <a:pt x="2671775" y="1945632"/>
                </a:cubicBezTo>
                <a:cubicBezTo>
                  <a:pt x="2658535" y="1948680"/>
                  <a:pt x="2662726" y="1952204"/>
                  <a:pt x="2671013" y="1957729"/>
                </a:cubicBezTo>
                <a:cubicBezTo>
                  <a:pt x="2690730" y="1970873"/>
                  <a:pt x="2695111" y="1994686"/>
                  <a:pt x="2682538" y="2015260"/>
                </a:cubicBezTo>
                <a:cubicBezTo>
                  <a:pt x="2656249" y="2058217"/>
                  <a:pt x="2623959" y="2097461"/>
                  <a:pt x="2588622" y="2132036"/>
                </a:cubicBezTo>
                <a:cubicBezTo>
                  <a:pt x="2562999" y="2157182"/>
                  <a:pt x="2525280" y="2171089"/>
                  <a:pt x="2485752" y="2165850"/>
                </a:cubicBezTo>
                <a:cubicBezTo>
                  <a:pt x="2471845" y="2164040"/>
                  <a:pt x="2461844" y="2168517"/>
                  <a:pt x="2450509" y="2176613"/>
                </a:cubicBezTo>
                <a:cubicBezTo>
                  <a:pt x="2425458" y="2194425"/>
                  <a:pt x="2402598" y="2213761"/>
                  <a:pt x="2385549" y="2239669"/>
                </a:cubicBezTo>
                <a:cubicBezTo>
                  <a:pt x="2377738" y="2251575"/>
                  <a:pt x="2364689" y="2257100"/>
                  <a:pt x="2353354" y="2264720"/>
                </a:cubicBezTo>
                <a:cubicBezTo>
                  <a:pt x="2349544" y="2267291"/>
                  <a:pt x="2344591" y="2269101"/>
                  <a:pt x="2340400" y="2266148"/>
                </a:cubicBezTo>
                <a:cubicBezTo>
                  <a:pt x="2324303" y="2254909"/>
                  <a:pt x="2303348" y="2250146"/>
                  <a:pt x="2292108" y="2232525"/>
                </a:cubicBezTo>
                <a:cubicBezTo>
                  <a:pt x="2266010" y="2191377"/>
                  <a:pt x="2225433" y="2180519"/>
                  <a:pt x="2180666" y="2177090"/>
                </a:cubicBezTo>
                <a:cubicBezTo>
                  <a:pt x="2163235" y="2175756"/>
                  <a:pt x="2146090" y="2175470"/>
                  <a:pt x="2128659" y="2176328"/>
                </a:cubicBezTo>
                <a:cubicBezTo>
                  <a:pt x="2107323" y="2177375"/>
                  <a:pt x="2089988" y="2163564"/>
                  <a:pt x="2070843" y="2156611"/>
                </a:cubicBezTo>
                <a:cubicBezTo>
                  <a:pt x="2053698" y="2150324"/>
                  <a:pt x="2037219" y="2142323"/>
                  <a:pt x="2020551" y="2134894"/>
                </a:cubicBezTo>
                <a:cubicBezTo>
                  <a:pt x="2017122" y="2133370"/>
                  <a:pt x="2014074" y="2131084"/>
                  <a:pt x="2011121" y="2128703"/>
                </a:cubicBezTo>
                <a:cubicBezTo>
                  <a:pt x="2010168" y="2127941"/>
                  <a:pt x="2010168" y="2126036"/>
                  <a:pt x="2009692" y="2124607"/>
                </a:cubicBezTo>
                <a:cubicBezTo>
                  <a:pt x="2031314" y="2118797"/>
                  <a:pt x="2011407" y="2101937"/>
                  <a:pt x="2018265" y="2093079"/>
                </a:cubicBezTo>
                <a:cubicBezTo>
                  <a:pt x="2021313" y="2089269"/>
                  <a:pt x="2029599" y="2085364"/>
                  <a:pt x="2034743" y="2088507"/>
                </a:cubicBezTo>
                <a:cubicBezTo>
                  <a:pt x="2041887" y="2092889"/>
                  <a:pt x="2035695" y="2099175"/>
                  <a:pt x="2033790" y="2104509"/>
                </a:cubicBezTo>
                <a:cubicBezTo>
                  <a:pt x="2033124" y="2106414"/>
                  <a:pt x="2033124" y="2108700"/>
                  <a:pt x="2032743" y="2111272"/>
                </a:cubicBezTo>
                <a:cubicBezTo>
                  <a:pt x="2047030" y="2101747"/>
                  <a:pt x="2052364" y="2080887"/>
                  <a:pt x="2045220" y="2064409"/>
                </a:cubicBezTo>
                <a:cubicBezTo>
                  <a:pt x="2042268" y="2057741"/>
                  <a:pt x="2018360" y="2046216"/>
                  <a:pt x="2010454" y="2047645"/>
                </a:cubicBezTo>
                <a:cubicBezTo>
                  <a:pt x="2005596" y="2048502"/>
                  <a:pt x="2004453" y="2052121"/>
                  <a:pt x="2005120" y="2056122"/>
                </a:cubicBezTo>
                <a:cubicBezTo>
                  <a:pt x="2006644" y="2065552"/>
                  <a:pt x="2001977" y="2073077"/>
                  <a:pt x="1996167" y="2078696"/>
                </a:cubicBezTo>
                <a:cubicBezTo>
                  <a:pt x="1978545" y="2095651"/>
                  <a:pt x="1978069" y="2117273"/>
                  <a:pt x="1978164" y="2139085"/>
                </a:cubicBezTo>
                <a:cubicBezTo>
                  <a:pt x="1978260" y="2155087"/>
                  <a:pt x="1965782" y="2167184"/>
                  <a:pt x="1949970" y="2165374"/>
                </a:cubicBezTo>
                <a:cubicBezTo>
                  <a:pt x="1941874" y="2164421"/>
                  <a:pt x="1940541" y="2157754"/>
                  <a:pt x="1939779" y="2152134"/>
                </a:cubicBezTo>
                <a:cubicBezTo>
                  <a:pt x="1934826" y="2117558"/>
                  <a:pt x="1909203" y="2108605"/>
                  <a:pt x="1880438" y="2103176"/>
                </a:cubicBezTo>
                <a:cubicBezTo>
                  <a:pt x="1877485" y="2102604"/>
                  <a:pt x="1874342" y="2102509"/>
                  <a:pt x="1871484" y="2101556"/>
                </a:cubicBezTo>
                <a:cubicBezTo>
                  <a:pt x="1829098" y="2086792"/>
                  <a:pt x="1785664" y="2084411"/>
                  <a:pt x="1740992" y="2084602"/>
                </a:cubicBezTo>
                <a:cubicBezTo>
                  <a:pt x="1703178" y="2084792"/>
                  <a:pt x="1665363" y="2077458"/>
                  <a:pt x="1627454" y="2073934"/>
                </a:cubicBezTo>
                <a:cubicBezTo>
                  <a:pt x="1610118" y="2072315"/>
                  <a:pt x="1592688" y="2069266"/>
                  <a:pt x="1575257" y="2074124"/>
                </a:cubicBezTo>
                <a:cubicBezTo>
                  <a:pt x="1568685" y="2075934"/>
                  <a:pt x="1561350" y="2076125"/>
                  <a:pt x="1555254" y="2072029"/>
                </a:cubicBezTo>
                <a:cubicBezTo>
                  <a:pt x="1537919" y="2060504"/>
                  <a:pt x="1518297" y="2058884"/>
                  <a:pt x="1498390" y="2058122"/>
                </a:cubicBezTo>
                <a:cubicBezTo>
                  <a:pt x="1494009" y="2057932"/>
                  <a:pt x="1488389" y="2059837"/>
                  <a:pt x="1486103" y="2054884"/>
                </a:cubicBezTo>
                <a:cubicBezTo>
                  <a:pt x="1483436" y="2049264"/>
                  <a:pt x="1488865" y="2046692"/>
                  <a:pt x="1492675" y="2044692"/>
                </a:cubicBezTo>
                <a:cubicBezTo>
                  <a:pt x="1502200" y="2039834"/>
                  <a:pt x="1503724" y="2032595"/>
                  <a:pt x="1499438" y="2023737"/>
                </a:cubicBezTo>
                <a:cubicBezTo>
                  <a:pt x="1493247" y="2010783"/>
                  <a:pt x="1497533" y="1996496"/>
                  <a:pt x="1493342" y="1983351"/>
                </a:cubicBezTo>
                <a:cubicBezTo>
                  <a:pt x="1488675" y="1968683"/>
                  <a:pt x="1488770" y="1968492"/>
                  <a:pt x="1476102" y="1977731"/>
                </a:cubicBezTo>
                <a:cubicBezTo>
                  <a:pt x="1472196" y="1980589"/>
                  <a:pt x="1472196" y="1980589"/>
                  <a:pt x="1456861" y="1973159"/>
                </a:cubicBezTo>
                <a:cubicBezTo>
                  <a:pt x="1453432" y="1980303"/>
                  <a:pt x="1463338" y="1983065"/>
                  <a:pt x="1462195" y="1989542"/>
                </a:cubicBezTo>
                <a:cubicBezTo>
                  <a:pt x="1457814" y="1992971"/>
                  <a:pt x="1453718" y="1988685"/>
                  <a:pt x="1449432" y="1988495"/>
                </a:cubicBezTo>
                <a:cubicBezTo>
                  <a:pt x="1427238" y="1987542"/>
                  <a:pt x="1428381" y="1987637"/>
                  <a:pt x="1434382" y="1967540"/>
                </a:cubicBezTo>
                <a:cubicBezTo>
                  <a:pt x="1437049" y="1958681"/>
                  <a:pt x="1433525" y="1948108"/>
                  <a:pt x="1433430" y="1938298"/>
                </a:cubicBezTo>
                <a:cubicBezTo>
                  <a:pt x="1433334" y="1932392"/>
                  <a:pt x="1432572" y="1924963"/>
                  <a:pt x="1440288" y="1923153"/>
                </a:cubicBezTo>
                <a:cubicBezTo>
                  <a:pt x="1450384" y="1920772"/>
                  <a:pt x="1443907" y="1930868"/>
                  <a:pt x="1446955" y="1933154"/>
                </a:cubicBezTo>
                <a:cubicBezTo>
                  <a:pt x="1451051" y="1936202"/>
                  <a:pt x="1456480" y="1939441"/>
                  <a:pt x="1461243" y="1939250"/>
                </a:cubicBezTo>
                <a:cubicBezTo>
                  <a:pt x="1471053" y="1938869"/>
                  <a:pt x="1466577" y="1928392"/>
                  <a:pt x="1471149" y="1920772"/>
                </a:cubicBezTo>
                <a:cubicBezTo>
                  <a:pt x="1471053" y="1939631"/>
                  <a:pt x="1484769" y="1943917"/>
                  <a:pt x="1495914" y="1948013"/>
                </a:cubicBezTo>
                <a:cubicBezTo>
                  <a:pt x="1512106" y="1953919"/>
                  <a:pt x="1518107" y="1963444"/>
                  <a:pt x="1517345" y="1980303"/>
                </a:cubicBezTo>
                <a:cubicBezTo>
                  <a:pt x="1516869" y="1991162"/>
                  <a:pt x="1514011" y="2003354"/>
                  <a:pt x="1523155" y="2012879"/>
                </a:cubicBezTo>
                <a:cubicBezTo>
                  <a:pt x="1524108" y="2013926"/>
                  <a:pt x="1525155" y="2016403"/>
                  <a:pt x="1524679" y="2016974"/>
                </a:cubicBezTo>
                <a:cubicBezTo>
                  <a:pt x="1506201" y="2039453"/>
                  <a:pt x="1537347" y="2037834"/>
                  <a:pt x="1540776" y="2049740"/>
                </a:cubicBezTo>
                <a:cubicBezTo>
                  <a:pt x="1541729" y="2052979"/>
                  <a:pt x="1546301" y="2055360"/>
                  <a:pt x="1550397" y="2053836"/>
                </a:cubicBezTo>
                <a:cubicBezTo>
                  <a:pt x="1556302" y="2051645"/>
                  <a:pt x="1554588" y="2046597"/>
                  <a:pt x="1553635" y="2042216"/>
                </a:cubicBezTo>
                <a:cubicBezTo>
                  <a:pt x="1552683" y="2037739"/>
                  <a:pt x="1550968" y="2033262"/>
                  <a:pt x="1554873" y="2029357"/>
                </a:cubicBezTo>
                <a:cubicBezTo>
                  <a:pt x="1556302" y="2028119"/>
                  <a:pt x="1557826" y="2028119"/>
                  <a:pt x="1558588" y="2029738"/>
                </a:cubicBezTo>
                <a:cubicBezTo>
                  <a:pt x="1562112" y="2037548"/>
                  <a:pt x="1560684" y="2050788"/>
                  <a:pt x="1572971" y="2049931"/>
                </a:cubicBezTo>
                <a:cubicBezTo>
                  <a:pt x="1586020" y="2049074"/>
                  <a:pt x="1580972" y="2035643"/>
                  <a:pt x="1583163" y="2027737"/>
                </a:cubicBezTo>
                <a:cubicBezTo>
                  <a:pt x="1588211" y="2009069"/>
                  <a:pt x="1595450" y="2003258"/>
                  <a:pt x="1612404" y="2011831"/>
                </a:cubicBezTo>
                <a:cubicBezTo>
                  <a:pt x="1630788" y="2021070"/>
                  <a:pt x="1632597" y="2009926"/>
                  <a:pt x="1636693" y="1995353"/>
                </a:cubicBezTo>
                <a:cubicBezTo>
                  <a:pt x="1626025" y="2004211"/>
                  <a:pt x="1618405" y="2007163"/>
                  <a:pt x="1614024" y="1991352"/>
                </a:cubicBezTo>
                <a:cubicBezTo>
                  <a:pt x="1610404" y="1978303"/>
                  <a:pt x="1596783" y="1973636"/>
                  <a:pt x="1586306" y="1969254"/>
                </a:cubicBezTo>
                <a:cubicBezTo>
                  <a:pt x="1570875" y="1962872"/>
                  <a:pt x="1585734" y="1981160"/>
                  <a:pt x="1577543" y="1982684"/>
                </a:cubicBezTo>
                <a:cubicBezTo>
                  <a:pt x="1570971" y="1979255"/>
                  <a:pt x="1571256" y="1971064"/>
                  <a:pt x="1566208" y="1966016"/>
                </a:cubicBezTo>
                <a:cubicBezTo>
                  <a:pt x="1557636" y="1966016"/>
                  <a:pt x="1559541" y="1977350"/>
                  <a:pt x="1550587" y="1979255"/>
                </a:cubicBezTo>
                <a:cubicBezTo>
                  <a:pt x="1546206" y="1967635"/>
                  <a:pt x="1539919" y="1956205"/>
                  <a:pt x="1529251" y="1945441"/>
                </a:cubicBezTo>
                <a:cubicBezTo>
                  <a:pt x="1537538" y="1941155"/>
                  <a:pt x="1540014" y="1951728"/>
                  <a:pt x="1545729" y="1949252"/>
                </a:cubicBezTo>
                <a:cubicBezTo>
                  <a:pt x="1555731" y="1944870"/>
                  <a:pt x="1546491" y="1934107"/>
                  <a:pt x="1547158" y="1934392"/>
                </a:cubicBezTo>
                <a:cubicBezTo>
                  <a:pt x="1562493" y="1939060"/>
                  <a:pt x="1567542" y="1920010"/>
                  <a:pt x="1581639" y="1920486"/>
                </a:cubicBezTo>
                <a:cubicBezTo>
                  <a:pt x="1598593" y="1921058"/>
                  <a:pt x="1614119" y="1924963"/>
                  <a:pt x="1624311" y="1937726"/>
                </a:cubicBezTo>
                <a:cubicBezTo>
                  <a:pt x="1635931" y="1952300"/>
                  <a:pt x="1653457" y="1949156"/>
                  <a:pt x="1667554" y="1955252"/>
                </a:cubicBezTo>
                <a:cubicBezTo>
                  <a:pt x="1675746" y="1958777"/>
                  <a:pt x="1678603" y="1948108"/>
                  <a:pt x="1677365" y="1939441"/>
                </a:cubicBezTo>
                <a:cubicBezTo>
                  <a:pt x="1674126" y="1917343"/>
                  <a:pt x="1660982" y="1902103"/>
                  <a:pt x="1642884" y="1890958"/>
                </a:cubicBezTo>
                <a:cubicBezTo>
                  <a:pt x="1611833" y="1871813"/>
                  <a:pt x="1585639" y="1846382"/>
                  <a:pt x="1556493" y="1824760"/>
                </a:cubicBezTo>
                <a:cubicBezTo>
                  <a:pt x="1551159" y="1820759"/>
                  <a:pt x="1548206" y="1814568"/>
                  <a:pt x="1545539" y="1807900"/>
                </a:cubicBezTo>
                <a:cubicBezTo>
                  <a:pt x="1541443" y="1797518"/>
                  <a:pt x="1536109" y="1787422"/>
                  <a:pt x="1523631" y="1783612"/>
                </a:cubicBezTo>
                <a:cubicBezTo>
                  <a:pt x="1518964" y="1782183"/>
                  <a:pt x="1515059" y="1778087"/>
                  <a:pt x="1511630" y="1773611"/>
                </a:cubicBezTo>
                <a:cubicBezTo>
                  <a:pt x="1496199" y="1753227"/>
                  <a:pt x="1478197" y="1751703"/>
                  <a:pt x="1461433" y="1770277"/>
                </a:cubicBezTo>
                <a:cubicBezTo>
                  <a:pt x="1449336" y="1783612"/>
                  <a:pt x="1436954" y="1776468"/>
                  <a:pt x="1427143" y="1770277"/>
                </a:cubicBezTo>
                <a:cubicBezTo>
                  <a:pt x="1417523" y="1764181"/>
                  <a:pt x="1411998" y="1763800"/>
                  <a:pt x="1407522" y="1773706"/>
                </a:cubicBezTo>
                <a:cubicBezTo>
                  <a:pt x="1400187" y="1789994"/>
                  <a:pt x="1385043" y="1795518"/>
                  <a:pt x="1370374" y="1795994"/>
                </a:cubicBezTo>
                <a:cubicBezTo>
                  <a:pt x="1337418" y="1796947"/>
                  <a:pt x="1312081" y="1815330"/>
                  <a:pt x="1284554" y="1828951"/>
                </a:cubicBezTo>
                <a:cubicBezTo>
                  <a:pt x="1276934" y="1832666"/>
                  <a:pt x="1270552" y="1836095"/>
                  <a:pt x="1261408" y="1836095"/>
                </a:cubicBezTo>
                <a:cubicBezTo>
                  <a:pt x="1239215" y="1835999"/>
                  <a:pt x="1216545" y="1834571"/>
                  <a:pt x="1195686" y="1844572"/>
                </a:cubicBezTo>
                <a:cubicBezTo>
                  <a:pt x="1190352" y="1847144"/>
                  <a:pt x="1187208" y="1844572"/>
                  <a:pt x="1183398" y="1842000"/>
                </a:cubicBezTo>
                <a:cubicBezTo>
                  <a:pt x="1175112" y="1836571"/>
                  <a:pt x="1166444" y="1831713"/>
                  <a:pt x="1158538" y="1825903"/>
                </a:cubicBezTo>
                <a:cubicBezTo>
                  <a:pt x="1151299" y="1820569"/>
                  <a:pt x="1142631" y="1819521"/>
                  <a:pt x="1137774" y="1825617"/>
                </a:cubicBezTo>
                <a:cubicBezTo>
                  <a:pt x="1124439" y="1842191"/>
                  <a:pt x="1112913" y="1831999"/>
                  <a:pt x="1101864" y="1824283"/>
                </a:cubicBezTo>
                <a:cubicBezTo>
                  <a:pt x="1095483" y="1819807"/>
                  <a:pt x="1088434" y="1817711"/>
                  <a:pt x="1082719" y="1819997"/>
                </a:cubicBezTo>
                <a:cubicBezTo>
                  <a:pt x="1059288" y="1829332"/>
                  <a:pt x="1044048" y="1816283"/>
                  <a:pt x="1028617" y="1802471"/>
                </a:cubicBezTo>
                <a:lnTo>
                  <a:pt x="1028903" y="1804376"/>
                </a:lnTo>
                <a:cubicBezTo>
                  <a:pt x="1024712" y="1797233"/>
                  <a:pt x="1021283" y="1789327"/>
                  <a:pt x="1016044" y="1782945"/>
                </a:cubicBezTo>
                <a:cubicBezTo>
                  <a:pt x="1005281" y="1769896"/>
                  <a:pt x="1011472" y="1758561"/>
                  <a:pt x="1017568" y="1746560"/>
                </a:cubicBezTo>
                <a:cubicBezTo>
                  <a:pt x="1019568" y="1742654"/>
                  <a:pt x="1021092" y="1743797"/>
                  <a:pt x="1024331" y="1744274"/>
                </a:cubicBezTo>
                <a:cubicBezTo>
                  <a:pt x="1055287" y="1748941"/>
                  <a:pt x="1054716" y="1748083"/>
                  <a:pt x="1057287" y="1719223"/>
                </a:cubicBezTo>
                <a:cubicBezTo>
                  <a:pt x="1058430" y="1706554"/>
                  <a:pt x="1066336" y="1694553"/>
                  <a:pt x="1071384" y="1681790"/>
                </a:cubicBezTo>
                <a:cubicBezTo>
                  <a:pt x="1075671" y="1696553"/>
                  <a:pt x="1079100" y="1710460"/>
                  <a:pt x="1083672" y="1723985"/>
                </a:cubicBezTo>
                <a:cubicBezTo>
                  <a:pt x="1085767" y="1730081"/>
                  <a:pt x="1089482" y="1736844"/>
                  <a:pt x="1094816" y="1725033"/>
                </a:cubicBezTo>
                <a:cubicBezTo>
                  <a:pt x="1097959" y="1718080"/>
                  <a:pt x="1105389" y="1719794"/>
                  <a:pt x="1111104" y="1721033"/>
                </a:cubicBezTo>
                <a:cubicBezTo>
                  <a:pt x="1116533" y="1722271"/>
                  <a:pt x="1123772" y="1724366"/>
                  <a:pt x="1111961" y="1729319"/>
                </a:cubicBezTo>
                <a:cubicBezTo>
                  <a:pt x="1104817" y="1732367"/>
                  <a:pt x="1107675" y="1741607"/>
                  <a:pt x="1105674" y="1747893"/>
                </a:cubicBezTo>
                <a:cubicBezTo>
                  <a:pt x="1104341" y="1752275"/>
                  <a:pt x="1105103" y="1758561"/>
                  <a:pt x="1109580" y="1759895"/>
                </a:cubicBezTo>
                <a:cubicBezTo>
                  <a:pt x="1115390" y="1761704"/>
                  <a:pt x="1116819" y="1755323"/>
                  <a:pt x="1117866" y="1751227"/>
                </a:cubicBezTo>
                <a:cubicBezTo>
                  <a:pt x="1119390" y="1745131"/>
                  <a:pt x="1123962" y="1743416"/>
                  <a:pt x="1128820" y="1740845"/>
                </a:cubicBezTo>
                <a:cubicBezTo>
                  <a:pt x="1144536" y="1732462"/>
                  <a:pt x="1147489" y="1722461"/>
                  <a:pt x="1135678" y="1708364"/>
                </a:cubicBezTo>
                <a:cubicBezTo>
                  <a:pt x="1125963" y="1696744"/>
                  <a:pt x="1124439" y="1683885"/>
                  <a:pt x="1123296" y="1670360"/>
                </a:cubicBezTo>
                <a:cubicBezTo>
                  <a:pt x="1122819" y="1664645"/>
                  <a:pt x="1120914" y="1655215"/>
                  <a:pt x="1130344" y="1666359"/>
                </a:cubicBezTo>
                <a:cubicBezTo>
                  <a:pt x="1134440" y="1671217"/>
                  <a:pt x="1134916" y="1667216"/>
                  <a:pt x="1134916" y="1664263"/>
                </a:cubicBezTo>
                <a:cubicBezTo>
                  <a:pt x="1135011" y="1648547"/>
                  <a:pt x="1148346" y="1638641"/>
                  <a:pt x="1150442" y="1624544"/>
                </a:cubicBezTo>
                <a:cubicBezTo>
                  <a:pt x="1155109" y="1624640"/>
                  <a:pt x="1157109" y="1627021"/>
                  <a:pt x="1156252" y="1628926"/>
                </a:cubicBezTo>
                <a:cubicBezTo>
                  <a:pt x="1145965" y="1652643"/>
                  <a:pt x="1158633" y="1674455"/>
                  <a:pt x="1161491" y="1697029"/>
                </a:cubicBezTo>
                <a:cubicBezTo>
                  <a:pt x="1162158" y="1702649"/>
                  <a:pt x="1164063" y="1708650"/>
                  <a:pt x="1169301" y="1710079"/>
                </a:cubicBezTo>
                <a:cubicBezTo>
                  <a:pt x="1175969" y="1711888"/>
                  <a:pt x="1180350" y="1705888"/>
                  <a:pt x="1183684" y="1700935"/>
                </a:cubicBezTo>
                <a:cubicBezTo>
                  <a:pt x="1189590" y="1692267"/>
                  <a:pt x="1189590" y="1683695"/>
                  <a:pt x="1186256" y="1673122"/>
                </a:cubicBezTo>
                <a:cubicBezTo>
                  <a:pt x="1179969" y="1653024"/>
                  <a:pt x="1173207" y="1631974"/>
                  <a:pt x="1184922" y="1611114"/>
                </a:cubicBezTo>
                <a:cubicBezTo>
                  <a:pt x="1186446" y="1608447"/>
                  <a:pt x="1188447" y="1603875"/>
                  <a:pt x="1186065" y="1602827"/>
                </a:cubicBezTo>
                <a:cubicBezTo>
                  <a:pt x="1158157" y="1590540"/>
                  <a:pt x="1195495" y="1574348"/>
                  <a:pt x="1183684" y="1560632"/>
                </a:cubicBezTo>
                <a:cubicBezTo>
                  <a:pt x="1182351" y="1559108"/>
                  <a:pt x="1188542" y="1554631"/>
                  <a:pt x="1193495" y="1553297"/>
                </a:cubicBezTo>
                <a:cubicBezTo>
                  <a:pt x="1214355" y="1547392"/>
                  <a:pt x="1237405" y="1546344"/>
                  <a:pt x="1249692" y="1523008"/>
                </a:cubicBezTo>
                <a:cubicBezTo>
                  <a:pt x="1254645" y="1513578"/>
                  <a:pt x="1260646" y="1520055"/>
                  <a:pt x="1264361" y="1527104"/>
                </a:cubicBezTo>
                <a:cubicBezTo>
                  <a:pt x="1271695" y="1541200"/>
                  <a:pt x="1276743" y="1556536"/>
                  <a:pt x="1287126" y="1569490"/>
                </a:cubicBezTo>
                <a:cubicBezTo>
                  <a:pt x="1296841" y="1567585"/>
                  <a:pt x="1287030" y="1557203"/>
                  <a:pt x="1295508" y="1553488"/>
                </a:cubicBezTo>
                <a:cubicBezTo>
                  <a:pt x="1304842" y="1549487"/>
                  <a:pt x="1297698" y="1541962"/>
                  <a:pt x="1293031" y="1539772"/>
                </a:cubicBezTo>
                <a:cubicBezTo>
                  <a:pt x="1268457" y="1528437"/>
                  <a:pt x="1270266" y="1505958"/>
                  <a:pt x="1271124" y="1485575"/>
                </a:cubicBezTo>
                <a:cubicBezTo>
                  <a:pt x="1271409" y="1477288"/>
                  <a:pt x="1271600" y="1474621"/>
                  <a:pt x="1263980" y="1471001"/>
                </a:cubicBezTo>
                <a:cubicBezTo>
                  <a:pt x="1254169" y="1466334"/>
                  <a:pt x="1250454" y="1454904"/>
                  <a:pt x="1243311" y="1447094"/>
                </a:cubicBezTo>
                <a:cubicBezTo>
                  <a:pt x="1239786" y="1443283"/>
                  <a:pt x="1234929" y="1436997"/>
                  <a:pt x="1230261" y="1440426"/>
                </a:cubicBezTo>
                <a:cubicBezTo>
                  <a:pt x="1223403" y="1445379"/>
                  <a:pt x="1230738" y="1451094"/>
                  <a:pt x="1233119" y="1456047"/>
                </a:cubicBezTo>
                <a:cubicBezTo>
                  <a:pt x="1235405" y="1460810"/>
                  <a:pt x="1239405" y="1464905"/>
                  <a:pt x="1241025" y="1469858"/>
                </a:cubicBezTo>
                <a:cubicBezTo>
                  <a:pt x="1243406" y="1477383"/>
                  <a:pt x="1240834" y="1481669"/>
                  <a:pt x="1231881" y="1479669"/>
                </a:cubicBezTo>
                <a:cubicBezTo>
                  <a:pt x="1217117" y="1476335"/>
                  <a:pt x="1182160" y="1476907"/>
                  <a:pt x="1165968" y="1479669"/>
                </a:cubicBezTo>
                <a:cubicBezTo>
                  <a:pt x="1157776" y="1481098"/>
                  <a:pt x="1153490" y="1477954"/>
                  <a:pt x="1159014" y="1469573"/>
                </a:cubicBezTo>
                <a:cubicBezTo>
                  <a:pt x="1162539" y="1464143"/>
                  <a:pt x="1164348" y="1458619"/>
                  <a:pt x="1162062" y="1452332"/>
                </a:cubicBezTo>
                <a:cubicBezTo>
                  <a:pt x="1161205" y="1449856"/>
                  <a:pt x="1161586" y="1445570"/>
                  <a:pt x="1156824" y="1447570"/>
                </a:cubicBezTo>
                <a:cubicBezTo>
                  <a:pt x="1153871" y="1448808"/>
                  <a:pt x="1156157" y="1457381"/>
                  <a:pt x="1150728" y="1453761"/>
                </a:cubicBezTo>
                <a:cubicBezTo>
                  <a:pt x="1146441" y="1450904"/>
                  <a:pt x="1149775" y="1445379"/>
                  <a:pt x="1152728" y="1441760"/>
                </a:cubicBezTo>
                <a:cubicBezTo>
                  <a:pt x="1155585" y="1438235"/>
                  <a:pt x="1158824" y="1434997"/>
                  <a:pt x="1161967" y="1431663"/>
                </a:cubicBezTo>
                <a:cubicBezTo>
                  <a:pt x="1164158" y="1429282"/>
                  <a:pt x="1165872" y="1426615"/>
                  <a:pt x="1164158" y="1423471"/>
                </a:cubicBezTo>
                <a:cubicBezTo>
                  <a:pt x="1154347" y="1405469"/>
                  <a:pt x="1153585" y="1386800"/>
                  <a:pt x="1160729" y="1357273"/>
                </a:cubicBezTo>
                <a:cubicBezTo>
                  <a:pt x="1168349" y="1326126"/>
                  <a:pt x="1171397" y="1295075"/>
                  <a:pt x="1158633" y="1264118"/>
                </a:cubicBezTo>
                <a:cubicBezTo>
                  <a:pt x="1154919" y="1255070"/>
                  <a:pt x="1153966" y="1241258"/>
                  <a:pt x="1159586" y="1235353"/>
                </a:cubicBezTo>
                <a:cubicBezTo>
                  <a:pt x="1173969" y="1220017"/>
                  <a:pt x="1170254" y="1203635"/>
                  <a:pt x="1168539" y="1186585"/>
                </a:cubicBezTo>
                <a:cubicBezTo>
                  <a:pt x="1168444" y="1185632"/>
                  <a:pt x="1170254" y="1184394"/>
                  <a:pt x="1172349" y="1181918"/>
                </a:cubicBezTo>
                <a:cubicBezTo>
                  <a:pt x="1179969" y="1193443"/>
                  <a:pt x="1173873" y="1208016"/>
                  <a:pt x="1182732" y="1219637"/>
                </a:cubicBezTo>
                <a:cubicBezTo>
                  <a:pt x="1187018" y="1211826"/>
                  <a:pt x="1190066" y="1203444"/>
                  <a:pt x="1188447" y="1196014"/>
                </a:cubicBezTo>
                <a:cubicBezTo>
                  <a:pt x="1183398" y="1172869"/>
                  <a:pt x="1194543" y="1147532"/>
                  <a:pt x="1178255" y="1126006"/>
                </a:cubicBezTo>
                <a:cubicBezTo>
                  <a:pt x="1174445" y="1120958"/>
                  <a:pt x="1177207" y="1119624"/>
                  <a:pt x="1182446" y="1120958"/>
                </a:cubicBezTo>
                <a:cubicBezTo>
                  <a:pt x="1187589" y="1122196"/>
                  <a:pt x="1189590" y="1119053"/>
                  <a:pt x="1189113" y="1114671"/>
                </a:cubicBezTo>
                <a:cubicBezTo>
                  <a:pt x="1188637" y="1109813"/>
                  <a:pt x="1184351" y="1108099"/>
                  <a:pt x="1180731" y="1109242"/>
                </a:cubicBezTo>
                <a:cubicBezTo>
                  <a:pt x="1166634" y="1113528"/>
                  <a:pt x="1166063" y="1100669"/>
                  <a:pt x="1159205" y="1095431"/>
                </a:cubicBezTo>
                <a:cubicBezTo>
                  <a:pt x="1148537" y="1087334"/>
                  <a:pt x="1148537" y="1082000"/>
                  <a:pt x="1152156" y="1072189"/>
                </a:cubicBezTo>
                <a:cubicBezTo>
                  <a:pt x="1153109" y="1069523"/>
                  <a:pt x="1153395" y="1065998"/>
                  <a:pt x="1152537" y="1063331"/>
                </a:cubicBezTo>
                <a:cubicBezTo>
                  <a:pt x="1150728" y="1057521"/>
                  <a:pt x="1148251" y="1049996"/>
                  <a:pt x="1140917" y="1051616"/>
                </a:cubicBezTo>
                <a:cubicBezTo>
                  <a:pt x="1132916" y="1053425"/>
                  <a:pt x="1135011" y="1060950"/>
                  <a:pt x="1136726" y="1066856"/>
                </a:cubicBezTo>
                <a:cubicBezTo>
                  <a:pt x="1137583" y="1069713"/>
                  <a:pt x="1139202" y="1072380"/>
                  <a:pt x="1140345" y="1075237"/>
                </a:cubicBezTo>
                <a:cubicBezTo>
                  <a:pt x="1141869" y="1078952"/>
                  <a:pt x="1142536" y="1082953"/>
                  <a:pt x="1137869" y="1084762"/>
                </a:cubicBezTo>
                <a:cubicBezTo>
                  <a:pt x="1133297" y="1086572"/>
                  <a:pt x="1128915" y="1085525"/>
                  <a:pt x="1125772" y="1081238"/>
                </a:cubicBezTo>
                <a:cubicBezTo>
                  <a:pt x="1122343" y="1076381"/>
                  <a:pt x="1125582" y="1068761"/>
                  <a:pt x="1119390" y="1065236"/>
                </a:cubicBezTo>
                <a:cubicBezTo>
                  <a:pt x="1116342" y="1065808"/>
                  <a:pt x="1116342" y="1068189"/>
                  <a:pt x="1115866" y="1070189"/>
                </a:cubicBezTo>
                <a:cubicBezTo>
                  <a:pt x="1113961" y="1079429"/>
                  <a:pt x="1119581" y="1091430"/>
                  <a:pt x="1108722" y="1097336"/>
                </a:cubicBezTo>
                <a:cubicBezTo>
                  <a:pt x="1091482" y="1106765"/>
                  <a:pt x="1073956" y="1117052"/>
                  <a:pt x="1054144" y="1119148"/>
                </a:cubicBezTo>
                <a:cubicBezTo>
                  <a:pt x="1042809" y="1120386"/>
                  <a:pt x="1049001" y="1104384"/>
                  <a:pt x="1040714" y="1100193"/>
                </a:cubicBezTo>
                <a:cubicBezTo>
                  <a:pt x="1033951" y="1104384"/>
                  <a:pt x="1034427" y="1110956"/>
                  <a:pt x="1038618" y="1115433"/>
                </a:cubicBezTo>
                <a:cubicBezTo>
                  <a:pt x="1048334" y="1125911"/>
                  <a:pt x="1043286" y="1145532"/>
                  <a:pt x="1061669" y="1151152"/>
                </a:cubicBezTo>
                <a:cubicBezTo>
                  <a:pt x="1063955" y="1151819"/>
                  <a:pt x="1062050" y="1165344"/>
                  <a:pt x="1062431" y="1172869"/>
                </a:cubicBezTo>
                <a:cubicBezTo>
                  <a:pt x="1065288" y="1234210"/>
                  <a:pt x="1058811" y="1293932"/>
                  <a:pt x="1038523" y="1352415"/>
                </a:cubicBezTo>
                <a:cubicBezTo>
                  <a:pt x="1025283" y="1390706"/>
                  <a:pt x="1011567" y="1428234"/>
                  <a:pt x="989755" y="1462619"/>
                </a:cubicBezTo>
                <a:cubicBezTo>
                  <a:pt x="985755" y="1468906"/>
                  <a:pt x="981849" y="1477002"/>
                  <a:pt x="982326" y="1483955"/>
                </a:cubicBezTo>
                <a:cubicBezTo>
                  <a:pt x="983945" y="1506625"/>
                  <a:pt x="973277" y="1527770"/>
                  <a:pt x="975182" y="1550249"/>
                </a:cubicBezTo>
                <a:cubicBezTo>
                  <a:pt x="975658" y="1556060"/>
                  <a:pt x="974039" y="1558631"/>
                  <a:pt x="968419" y="1559488"/>
                </a:cubicBezTo>
                <a:cubicBezTo>
                  <a:pt x="953465" y="1561775"/>
                  <a:pt x="947845" y="1573490"/>
                  <a:pt x="942892" y="1585682"/>
                </a:cubicBezTo>
                <a:cubicBezTo>
                  <a:pt x="942035" y="1587778"/>
                  <a:pt x="942416" y="1590635"/>
                  <a:pt x="941082" y="1592254"/>
                </a:cubicBezTo>
                <a:cubicBezTo>
                  <a:pt x="914031" y="1623878"/>
                  <a:pt x="886885" y="1655310"/>
                  <a:pt x="859644" y="1686742"/>
                </a:cubicBezTo>
                <a:cubicBezTo>
                  <a:pt x="858310" y="1685695"/>
                  <a:pt x="856977" y="1684647"/>
                  <a:pt x="855643" y="1683599"/>
                </a:cubicBezTo>
                <a:cubicBezTo>
                  <a:pt x="861644" y="1674836"/>
                  <a:pt x="867835" y="1666264"/>
                  <a:pt x="873645" y="1657310"/>
                </a:cubicBezTo>
                <a:cubicBezTo>
                  <a:pt x="875931" y="1653881"/>
                  <a:pt x="875741" y="1647785"/>
                  <a:pt x="872693" y="1647119"/>
                </a:cubicBezTo>
                <a:cubicBezTo>
                  <a:pt x="864787" y="1645499"/>
                  <a:pt x="856405" y="1645690"/>
                  <a:pt x="848309" y="1646166"/>
                </a:cubicBezTo>
                <a:cubicBezTo>
                  <a:pt x="846213" y="1646261"/>
                  <a:pt x="842880" y="1650071"/>
                  <a:pt x="842594" y="1652453"/>
                </a:cubicBezTo>
                <a:cubicBezTo>
                  <a:pt x="841070" y="1667216"/>
                  <a:pt x="841356" y="1667216"/>
                  <a:pt x="824115" y="1664930"/>
                </a:cubicBezTo>
                <a:cubicBezTo>
                  <a:pt x="817543" y="1664073"/>
                  <a:pt x="816781" y="1664359"/>
                  <a:pt x="819258" y="1670645"/>
                </a:cubicBezTo>
                <a:cubicBezTo>
                  <a:pt x="824973" y="1685219"/>
                  <a:pt x="818400" y="1693220"/>
                  <a:pt x="805732" y="1698458"/>
                </a:cubicBezTo>
                <a:cubicBezTo>
                  <a:pt x="802208" y="1699887"/>
                  <a:pt x="793159" y="1701316"/>
                  <a:pt x="798779" y="1705412"/>
                </a:cubicBezTo>
                <a:cubicBezTo>
                  <a:pt x="812400" y="1715413"/>
                  <a:pt x="798969" y="1714841"/>
                  <a:pt x="796302" y="1720747"/>
                </a:cubicBezTo>
                <a:cubicBezTo>
                  <a:pt x="787063" y="1741702"/>
                  <a:pt x="764489" y="1744845"/>
                  <a:pt x="751059" y="1759323"/>
                </a:cubicBezTo>
                <a:cubicBezTo>
                  <a:pt x="745915" y="1764848"/>
                  <a:pt x="739819" y="1769991"/>
                  <a:pt x="739438" y="1778373"/>
                </a:cubicBezTo>
                <a:cubicBezTo>
                  <a:pt x="738962" y="1787422"/>
                  <a:pt x="743153" y="1789994"/>
                  <a:pt x="752011" y="1787993"/>
                </a:cubicBezTo>
                <a:cubicBezTo>
                  <a:pt x="753916" y="1787612"/>
                  <a:pt x="753345" y="1793137"/>
                  <a:pt x="751916" y="1795613"/>
                </a:cubicBezTo>
                <a:cubicBezTo>
                  <a:pt x="748868" y="1800757"/>
                  <a:pt x="746487" y="1807043"/>
                  <a:pt x="738962" y="1806758"/>
                </a:cubicBezTo>
                <a:cubicBezTo>
                  <a:pt x="735628" y="1806662"/>
                  <a:pt x="733056" y="1804281"/>
                  <a:pt x="732675" y="1801138"/>
                </a:cubicBezTo>
                <a:cubicBezTo>
                  <a:pt x="729151" y="1770086"/>
                  <a:pt x="700671" y="1765705"/>
                  <a:pt x="680288" y="1753417"/>
                </a:cubicBezTo>
                <a:cubicBezTo>
                  <a:pt x="669906" y="1747131"/>
                  <a:pt x="662571" y="1752275"/>
                  <a:pt x="664857" y="1765705"/>
                </a:cubicBezTo>
                <a:cubicBezTo>
                  <a:pt x="665238" y="1767896"/>
                  <a:pt x="666477" y="1770086"/>
                  <a:pt x="666667" y="1772277"/>
                </a:cubicBezTo>
                <a:cubicBezTo>
                  <a:pt x="667239" y="1778945"/>
                  <a:pt x="665524" y="1784469"/>
                  <a:pt x="657714" y="1785517"/>
                </a:cubicBezTo>
                <a:cubicBezTo>
                  <a:pt x="650379" y="1786469"/>
                  <a:pt x="646188" y="1783612"/>
                  <a:pt x="645522" y="1775801"/>
                </a:cubicBezTo>
                <a:cubicBezTo>
                  <a:pt x="644760" y="1766371"/>
                  <a:pt x="641426" y="1758085"/>
                  <a:pt x="632568" y="1752941"/>
                </a:cubicBezTo>
                <a:cubicBezTo>
                  <a:pt x="625138" y="1755894"/>
                  <a:pt x="627900" y="1762181"/>
                  <a:pt x="629139" y="1766562"/>
                </a:cubicBezTo>
                <a:cubicBezTo>
                  <a:pt x="636092" y="1792279"/>
                  <a:pt x="630758" y="1818092"/>
                  <a:pt x="630948" y="1843905"/>
                </a:cubicBezTo>
                <a:cubicBezTo>
                  <a:pt x="631044" y="1852192"/>
                  <a:pt x="628472" y="1857335"/>
                  <a:pt x="619614" y="1857240"/>
                </a:cubicBezTo>
                <a:cubicBezTo>
                  <a:pt x="604755" y="1857050"/>
                  <a:pt x="591324" y="1862955"/>
                  <a:pt x="577418" y="1866670"/>
                </a:cubicBezTo>
                <a:cubicBezTo>
                  <a:pt x="528174" y="1879719"/>
                  <a:pt x="511029" y="1921248"/>
                  <a:pt x="535508" y="1965825"/>
                </a:cubicBezTo>
                <a:cubicBezTo>
                  <a:pt x="543318" y="1980208"/>
                  <a:pt x="554939" y="1991257"/>
                  <a:pt x="565893" y="2002687"/>
                </a:cubicBezTo>
                <a:cubicBezTo>
                  <a:pt x="574560" y="2011736"/>
                  <a:pt x="585609" y="2008116"/>
                  <a:pt x="587514" y="1996305"/>
                </a:cubicBezTo>
                <a:cubicBezTo>
                  <a:pt x="589419" y="1984494"/>
                  <a:pt x="601040" y="1985542"/>
                  <a:pt x="607422" y="1979827"/>
                </a:cubicBezTo>
                <a:cubicBezTo>
                  <a:pt x="613613" y="1974302"/>
                  <a:pt x="612756" y="1985828"/>
                  <a:pt x="615804" y="1989161"/>
                </a:cubicBezTo>
                <a:cubicBezTo>
                  <a:pt x="619328" y="1992971"/>
                  <a:pt x="621804" y="1999162"/>
                  <a:pt x="628186" y="1993162"/>
                </a:cubicBezTo>
                <a:cubicBezTo>
                  <a:pt x="633520" y="1988209"/>
                  <a:pt x="639330" y="1983541"/>
                  <a:pt x="625995" y="1981065"/>
                </a:cubicBezTo>
                <a:cubicBezTo>
                  <a:pt x="622662" y="1980494"/>
                  <a:pt x="624376" y="1973826"/>
                  <a:pt x="626948" y="1971159"/>
                </a:cubicBezTo>
                <a:cubicBezTo>
                  <a:pt x="650856" y="1946680"/>
                  <a:pt x="639330" y="1924487"/>
                  <a:pt x="623043" y="1902388"/>
                </a:cubicBezTo>
                <a:cubicBezTo>
                  <a:pt x="622185" y="1901246"/>
                  <a:pt x="621804" y="1899626"/>
                  <a:pt x="621423" y="1898198"/>
                </a:cubicBezTo>
                <a:cubicBezTo>
                  <a:pt x="621233" y="1897626"/>
                  <a:pt x="621709" y="1896864"/>
                  <a:pt x="622376" y="1894673"/>
                </a:cubicBezTo>
                <a:cubicBezTo>
                  <a:pt x="631234" y="1900007"/>
                  <a:pt x="637616" y="1907341"/>
                  <a:pt x="642759" y="1915247"/>
                </a:cubicBezTo>
                <a:cubicBezTo>
                  <a:pt x="650760" y="1927344"/>
                  <a:pt x="659047" y="1938869"/>
                  <a:pt x="668953" y="1949537"/>
                </a:cubicBezTo>
                <a:cubicBezTo>
                  <a:pt x="680193" y="1961539"/>
                  <a:pt x="684193" y="1977636"/>
                  <a:pt x="683622" y="1994019"/>
                </a:cubicBezTo>
                <a:cubicBezTo>
                  <a:pt x="682955" y="2010783"/>
                  <a:pt x="673144" y="2020213"/>
                  <a:pt x="656571" y="2018784"/>
                </a:cubicBezTo>
                <a:cubicBezTo>
                  <a:pt x="647046" y="2017927"/>
                  <a:pt x="645998" y="2021641"/>
                  <a:pt x="646665" y="2028785"/>
                </a:cubicBezTo>
                <a:cubicBezTo>
                  <a:pt x="647046" y="2032595"/>
                  <a:pt x="648379" y="2036310"/>
                  <a:pt x="648379" y="2040025"/>
                </a:cubicBezTo>
                <a:cubicBezTo>
                  <a:pt x="648665" y="2066504"/>
                  <a:pt x="648570" y="2066504"/>
                  <a:pt x="616947" y="2058789"/>
                </a:cubicBezTo>
                <a:cubicBezTo>
                  <a:pt x="629520" y="2074410"/>
                  <a:pt x="638568" y="2086697"/>
                  <a:pt x="648855" y="2097937"/>
                </a:cubicBezTo>
                <a:cubicBezTo>
                  <a:pt x="659333" y="2109367"/>
                  <a:pt x="669144" y="2119273"/>
                  <a:pt x="652189" y="2133656"/>
                </a:cubicBezTo>
                <a:cubicBezTo>
                  <a:pt x="644093" y="2140514"/>
                  <a:pt x="649141" y="2145848"/>
                  <a:pt x="657809" y="2147372"/>
                </a:cubicBezTo>
                <a:cubicBezTo>
                  <a:pt x="675240" y="2150420"/>
                  <a:pt x="694385" y="2174708"/>
                  <a:pt x="691813" y="2191949"/>
                </a:cubicBezTo>
                <a:cubicBezTo>
                  <a:pt x="690765" y="2198997"/>
                  <a:pt x="692004" y="2204998"/>
                  <a:pt x="693718" y="2211761"/>
                </a:cubicBezTo>
                <a:cubicBezTo>
                  <a:pt x="700671" y="2239859"/>
                  <a:pt x="702481" y="2268244"/>
                  <a:pt x="692575" y="2296247"/>
                </a:cubicBezTo>
                <a:cubicBezTo>
                  <a:pt x="690670" y="2301677"/>
                  <a:pt x="690003" y="2309201"/>
                  <a:pt x="681240" y="2307582"/>
                </a:cubicBezTo>
                <a:cubicBezTo>
                  <a:pt x="651046" y="2302153"/>
                  <a:pt x="616661" y="2312726"/>
                  <a:pt x="590943" y="2291390"/>
                </a:cubicBezTo>
                <a:cubicBezTo>
                  <a:pt x="559511" y="2265386"/>
                  <a:pt x="522744" y="2277864"/>
                  <a:pt x="488740" y="2271197"/>
                </a:cubicBezTo>
                <a:cubicBezTo>
                  <a:pt x="468261" y="2267196"/>
                  <a:pt x="447211" y="2266053"/>
                  <a:pt x="441972" y="2239955"/>
                </a:cubicBezTo>
                <a:cubicBezTo>
                  <a:pt x="441687" y="2238621"/>
                  <a:pt x="440353" y="2237288"/>
                  <a:pt x="439115" y="2236526"/>
                </a:cubicBezTo>
                <a:cubicBezTo>
                  <a:pt x="417493" y="2223572"/>
                  <a:pt x="419017" y="2209856"/>
                  <a:pt x="433495" y="2190615"/>
                </a:cubicBezTo>
                <a:cubicBezTo>
                  <a:pt x="445592" y="2174613"/>
                  <a:pt x="433114" y="2134799"/>
                  <a:pt x="417684" y="2128417"/>
                </a:cubicBezTo>
                <a:cubicBezTo>
                  <a:pt x="413493" y="2126702"/>
                  <a:pt x="407397" y="2123464"/>
                  <a:pt x="406254" y="2129369"/>
                </a:cubicBezTo>
                <a:cubicBezTo>
                  <a:pt x="403015" y="2146133"/>
                  <a:pt x="383489" y="2159659"/>
                  <a:pt x="399205" y="2182328"/>
                </a:cubicBezTo>
                <a:cubicBezTo>
                  <a:pt x="383298" y="2175851"/>
                  <a:pt x="375012" y="2164612"/>
                  <a:pt x="370440" y="2155658"/>
                </a:cubicBezTo>
                <a:cubicBezTo>
                  <a:pt x="359867" y="2134894"/>
                  <a:pt x="341388" y="2120321"/>
                  <a:pt x="331863" y="2099366"/>
                </a:cubicBezTo>
                <a:cubicBezTo>
                  <a:pt x="328911" y="2092889"/>
                  <a:pt x="324148" y="2086316"/>
                  <a:pt x="317481" y="2085554"/>
                </a:cubicBezTo>
                <a:cubicBezTo>
                  <a:pt x="293097" y="2082983"/>
                  <a:pt x="272427" y="2066123"/>
                  <a:pt x="246996" y="2068314"/>
                </a:cubicBezTo>
                <a:cubicBezTo>
                  <a:pt x="242043" y="2068790"/>
                  <a:pt x="235280" y="2070124"/>
                  <a:pt x="233661" y="2063075"/>
                </a:cubicBezTo>
                <a:cubicBezTo>
                  <a:pt x="232518" y="2058027"/>
                  <a:pt x="234042" y="2054693"/>
                  <a:pt x="240423" y="2051360"/>
                </a:cubicBezTo>
                <a:cubicBezTo>
                  <a:pt x="252520" y="2044883"/>
                  <a:pt x="241852" y="2034786"/>
                  <a:pt x="238423" y="2028976"/>
                </a:cubicBezTo>
                <a:cubicBezTo>
                  <a:pt x="233565" y="2020879"/>
                  <a:pt x="233280" y="2016974"/>
                  <a:pt x="241566" y="2013260"/>
                </a:cubicBezTo>
                <a:cubicBezTo>
                  <a:pt x="271665" y="1999925"/>
                  <a:pt x="297002" y="1981637"/>
                  <a:pt x="310623" y="1950109"/>
                </a:cubicBezTo>
                <a:cubicBezTo>
                  <a:pt x="315099" y="1939727"/>
                  <a:pt x="327101" y="1940298"/>
                  <a:pt x="335769" y="1935916"/>
                </a:cubicBezTo>
                <a:cubicBezTo>
                  <a:pt x="339007" y="1934297"/>
                  <a:pt x="343674" y="1932297"/>
                  <a:pt x="340722" y="1927630"/>
                </a:cubicBezTo>
                <a:cubicBezTo>
                  <a:pt x="338340" y="1923915"/>
                  <a:pt x="334245" y="1924296"/>
                  <a:pt x="330720" y="1927058"/>
                </a:cubicBezTo>
                <a:cubicBezTo>
                  <a:pt x="328339" y="1928963"/>
                  <a:pt x="326053" y="1931059"/>
                  <a:pt x="323577" y="1932678"/>
                </a:cubicBezTo>
                <a:cubicBezTo>
                  <a:pt x="320910" y="1934392"/>
                  <a:pt x="317766" y="1935154"/>
                  <a:pt x="314909" y="1933345"/>
                </a:cubicBezTo>
                <a:cubicBezTo>
                  <a:pt x="310051" y="1930202"/>
                  <a:pt x="314337" y="1927439"/>
                  <a:pt x="315004" y="1924106"/>
                </a:cubicBezTo>
                <a:cubicBezTo>
                  <a:pt x="316147" y="1918105"/>
                  <a:pt x="321005" y="1910294"/>
                  <a:pt x="314909" y="1905817"/>
                </a:cubicBezTo>
                <a:cubicBezTo>
                  <a:pt x="309480" y="1901817"/>
                  <a:pt x="301669" y="1903817"/>
                  <a:pt x="295097" y="1906389"/>
                </a:cubicBezTo>
                <a:cubicBezTo>
                  <a:pt x="287667" y="1909246"/>
                  <a:pt x="281381" y="1916009"/>
                  <a:pt x="271284" y="1913628"/>
                </a:cubicBezTo>
                <a:cubicBezTo>
                  <a:pt x="278238" y="1895912"/>
                  <a:pt x="293192" y="1885720"/>
                  <a:pt x="303860" y="1872290"/>
                </a:cubicBezTo>
                <a:cubicBezTo>
                  <a:pt x="323672" y="1847429"/>
                  <a:pt x="345103" y="1823807"/>
                  <a:pt x="370535" y="1804376"/>
                </a:cubicBezTo>
                <a:cubicBezTo>
                  <a:pt x="381870" y="1795708"/>
                  <a:pt x="389109" y="1784469"/>
                  <a:pt x="393966" y="1771325"/>
                </a:cubicBezTo>
                <a:cubicBezTo>
                  <a:pt x="400634" y="1753513"/>
                  <a:pt x="406254" y="1735320"/>
                  <a:pt x="422446" y="1722937"/>
                </a:cubicBezTo>
                <a:cubicBezTo>
                  <a:pt x="428256" y="1718461"/>
                  <a:pt x="427113" y="1710746"/>
                  <a:pt x="427590" y="1703792"/>
                </a:cubicBezTo>
                <a:cubicBezTo>
                  <a:pt x="429495" y="1675503"/>
                  <a:pt x="442925" y="1660930"/>
                  <a:pt x="471024" y="1656644"/>
                </a:cubicBezTo>
                <a:cubicBezTo>
                  <a:pt x="486359" y="1654262"/>
                  <a:pt x="486454" y="1654643"/>
                  <a:pt x="499027" y="1644071"/>
                </a:cubicBezTo>
                <a:cubicBezTo>
                  <a:pt x="462642" y="1652262"/>
                  <a:pt x="428828" y="1657501"/>
                  <a:pt x="400253" y="1679027"/>
                </a:cubicBezTo>
                <a:cubicBezTo>
                  <a:pt x="385013" y="1690457"/>
                  <a:pt x="371487" y="1683980"/>
                  <a:pt x="371297" y="1665121"/>
                </a:cubicBezTo>
                <a:cubicBezTo>
                  <a:pt x="371011" y="1639784"/>
                  <a:pt x="368820" y="1615115"/>
                  <a:pt x="358533" y="1591683"/>
                </a:cubicBezTo>
                <a:cubicBezTo>
                  <a:pt x="348627" y="1569299"/>
                  <a:pt x="338245" y="1565299"/>
                  <a:pt x="316433" y="1576062"/>
                </a:cubicBezTo>
                <a:cubicBezTo>
                  <a:pt x="299859" y="1584254"/>
                  <a:pt x="281381" y="1586349"/>
                  <a:pt x="264236" y="1592445"/>
                </a:cubicBezTo>
                <a:cubicBezTo>
                  <a:pt x="242805" y="1600065"/>
                  <a:pt x="220992" y="1605971"/>
                  <a:pt x="201276" y="1618639"/>
                </a:cubicBezTo>
                <a:cubicBezTo>
                  <a:pt x="184131" y="1629592"/>
                  <a:pt x="163842" y="1620544"/>
                  <a:pt x="145745" y="1617782"/>
                </a:cubicBezTo>
                <a:cubicBezTo>
                  <a:pt x="121742" y="1614162"/>
                  <a:pt x="95262" y="1605018"/>
                  <a:pt x="79546" y="1589778"/>
                </a:cubicBezTo>
                <a:cubicBezTo>
                  <a:pt x="52400" y="1563394"/>
                  <a:pt x="17538" y="1540820"/>
                  <a:pt x="5823" y="1501958"/>
                </a:cubicBezTo>
                <a:cubicBezTo>
                  <a:pt x="-3798" y="1470335"/>
                  <a:pt x="1251" y="1436902"/>
                  <a:pt x="1917" y="1404231"/>
                </a:cubicBezTo>
                <a:cubicBezTo>
                  <a:pt x="2298" y="1384514"/>
                  <a:pt x="6108" y="1364893"/>
                  <a:pt x="8394" y="1345271"/>
                </a:cubicBezTo>
                <a:cubicBezTo>
                  <a:pt x="10966" y="1323459"/>
                  <a:pt x="22206" y="1309362"/>
                  <a:pt x="43637" y="1302599"/>
                </a:cubicBezTo>
                <a:cubicBezTo>
                  <a:pt x="59067" y="1297741"/>
                  <a:pt x="72117" y="1286978"/>
                  <a:pt x="81261" y="1274500"/>
                </a:cubicBezTo>
                <a:cubicBezTo>
                  <a:pt x="100120" y="1248783"/>
                  <a:pt x="126314" y="1231829"/>
                  <a:pt x="149841" y="1211445"/>
                </a:cubicBezTo>
                <a:cubicBezTo>
                  <a:pt x="157937" y="1204397"/>
                  <a:pt x="170319" y="1200968"/>
                  <a:pt x="172129" y="1186489"/>
                </a:cubicBezTo>
                <a:cubicBezTo>
                  <a:pt x="157556" y="1186585"/>
                  <a:pt x="149650" y="1203539"/>
                  <a:pt x="132981" y="1199634"/>
                </a:cubicBezTo>
                <a:cubicBezTo>
                  <a:pt x="138792" y="1194681"/>
                  <a:pt x="151746" y="1191443"/>
                  <a:pt x="138506" y="1181632"/>
                </a:cubicBezTo>
                <a:cubicBezTo>
                  <a:pt x="136125" y="1179917"/>
                  <a:pt x="142221" y="1174298"/>
                  <a:pt x="145078" y="1170773"/>
                </a:cubicBezTo>
                <a:cubicBezTo>
                  <a:pt x="158985" y="1153914"/>
                  <a:pt x="166128" y="1138484"/>
                  <a:pt x="151746" y="1115528"/>
                </a:cubicBezTo>
                <a:cubicBezTo>
                  <a:pt x="145745" y="1105908"/>
                  <a:pt x="133077" y="1093526"/>
                  <a:pt x="137649" y="1077619"/>
                </a:cubicBezTo>
                <a:cubicBezTo>
                  <a:pt x="138696" y="1073999"/>
                  <a:pt x="135839" y="1072189"/>
                  <a:pt x="132410" y="1072094"/>
                </a:cubicBezTo>
                <a:cubicBezTo>
                  <a:pt x="125742" y="1071999"/>
                  <a:pt x="121647" y="1076762"/>
                  <a:pt x="116503" y="1080000"/>
                </a:cubicBezTo>
                <a:cubicBezTo>
                  <a:pt x="109264" y="1084667"/>
                  <a:pt x="119265" y="1098955"/>
                  <a:pt x="109169" y="1097240"/>
                </a:cubicBezTo>
                <a:cubicBezTo>
                  <a:pt x="98882" y="1095526"/>
                  <a:pt x="105168" y="1082667"/>
                  <a:pt x="103740" y="1075047"/>
                </a:cubicBezTo>
                <a:cubicBezTo>
                  <a:pt x="98310" y="1045710"/>
                  <a:pt x="99453" y="1046282"/>
                  <a:pt x="122885" y="1026660"/>
                </a:cubicBezTo>
                <a:cubicBezTo>
                  <a:pt x="145364" y="1007801"/>
                  <a:pt x="164223" y="984750"/>
                  <a:pt x="187083" y="966081"/>
                </a:cubicBezTo>
                <a:cubicBezTo>
                  <a:pt x="195561" y="959128"/>
                  <a:pt x="192513" y="948460"/>
                  <a:pt x="190608" y="940268"/>
                </a:cubicBezTo>
                <a:cubicBezTo>
                  <a:pt x="188131" y="929695"/>
                  <a:pt x="179940" y="936649"/>
                  <a:pt x="173844" y="937792"/>
                </a:cubicBezTo>
                <a:cubicBezTo>
                  <a:pt x="171748" y="938173"/>
                  <a:pt x="168891" y="938363"/>
                  <a:pt x="167462" y="937220"/>
                </a:cubicBezTo>
                <a:cubicBezTo>
                  <a:pt x="159747" y="931315"/>
                  <a:pt x="146793" y="928648"/>
                  <a:pt x="145364" y="918932"/>
                </a:cubicBezTo>
                <a:cubicBezTo>
                  <a:pt x="143745" y="907597"/>
                  <a:pt x="151936" y="913217"/>
                  <a:pt x="156603" y="916456"/>
                </a:cubicBezTo>
                <a:cubicBezTo>
                  <a:pt x="160794" y="919409"/>
                  <a:pt x="162985" y="925028"/>
                  <a:pt x="170510" y="925886"/>
                </a:cubicBezTo>
                <a:cubicBezTo>
                  <a:pt x="174034" y="918837"/>
                  <a:pt x="170796" y="911407"/>
                  <a:pt x="169653" y="904645"/>
                </a:cubicBezTo>
                <a:cubicBezTo>
                  <a:pt x="166986" y="889309"/>
                  <a:pt x="178511" y="881213"/>
                  <a:pt x="185274" y="870736"/>
                </a:cubicBezTo>
                <a:cubicBezTo>
                  <a:pt x="187179" y="867783"/>
                  <a:pt x="190322" y="868355"/>
                  <a:pt x="193465" y="869783"/>
                </a:cubicBezTo>
                <a:cubicBezTo>
                  <a:pt x="202133" y="873879"/>
                  <a:pt x="195751" y="882070"/>
                  <a:pt x="199180" y="889786"/>
                </a:cubicBezTo>
                <a:cubicBezTo>
                  <a:pt x="211182" y="877308"/>
                  <a:pt x="214515" y="861687"/>
                  <a:pt x="219564" y="847685"/>
                </a:cubicBezTo>
                <a:cubicBezTo>
                  <a:pt x="225183" y="831969"/>
                  <a:pt x="236518" y="819968"/>
                  <a:pt x="248615" y="812824"/>
                </a:cubicBezTo>
                <a:cubicBezTo>
                  <a:pt x="265093" y="803013"/>
                  <a:pt x="266903" y="787487"/>
                  <a:pt x="272999" y="773581"/>
                </a:cubicBezTo>
                <a:cubicBezTo>
                  <a:pt x="275952" y="766818"/>
                  <a:pt x="272142" y="761484"/>
                  <a:pt x="263188" y="765675"/>
                </a:cubicBezTo>
                <a:cubicBezTo>
                  <a:pt x="259092" y="767580"/>
                  <a:pt x="252996" y="770437"/>
                  <a:pt x="251282" y="765199"/>
                </a:cubicBezTo>
                <a:cubicBezTo>
                  <a:pt x="248710" y="757103"/>
                  <a:pt x="257473" y="758626"/>
                  <a:pt x="261664" y="757007"/>
                </a:cubicBezTo>
                <a:cubicBezTo>
                  <a:pt x="275761" y="751864"/>
                  <a:pt x="290049" y="746720"/>
                  <a:pt x="301574" y="737005"/>
                </a:cubicBezTo>
                <a:cubicBezTo>
                  <a:pt x="306527" y="732814"/>
                  <a:pt x="310337" y="731861"/>
                  <a:pt x="315671" y="734528"/>
                </a:cubicBezTo>
                <a:cubicBezTo>
                  <a:pt x="329577" y="741482"/>
                  <a:pt x="341007" y="735766"/>
                  <a:pt x="350818" y="726432"/>
                </a:cubicBezTo>
                <a:cubicBezTo>
                  <a:pt x="359962" y="717764"/>
                  <a:pt x="369678" y="711287"/>
                  <a:pt x="382251" y="709097"/>
                </a:cubicBezTo>
                <a:cubicBezTo>
                  <a:pt x="388442" y="708049"/>
                  <a:pt x="394728" y="704810"/>
                  <a:pt x="396633" y="698905"/>
                </a:cubicBezTo>
                <a:cubicBezTo>
                  <a:pt x="400062" y="688237"/>
                  <a:pt x="406063" y="684903"/>
                  <a:pt x="417017" y="686618"/>
                </a:cubicBezTo>
                <a:cubicBezTo>
                  <a:pt x="425113" y="687856"/>
                  <a:pt x="429114" y="681379"/>
                  <a:pt x="430828" y="674235"/>
                </a:cubicBezTo>
                <a:cubicBezTo>
                  <a:pt x="432828" y="665853"/>
                  <a:pt x="436924" y="658805"/>
                  <a:pt x="442544" y="652518"/>
                </a:cubicBezTo>
                <a:cubicBezTo>
                  <a:pt x="444068" y="653185"/>
                  <a:pt x="445878" y="653375"/>
                  <a:pt x="446449" y="654328"/>
                </a:cubicBezTo>
                <a:cubicBezTo>
                  <a:pt x="449878" y="659852"/>
                  <a:pt x="444163" y="670425"/>
                  <a:pt x="452259" y="671854"/>
                </a:cubicBezTo>
                <a:cubicBezTo>
                  <a:pt x="459117" y="673092"/>
                  <a:pt x="463118" y="664234"/>
                  <a:pt x="465594" y="658138"/>
                </a:cubicBezTo>
                <a:cubicBezTo>
                  <a:pt x="471309" y="644041"/>
                  <a:pt x="486835" y="633944"/>
                  <a:pt x="483025" y="613942"/>
                </a:cubicBezTo>
                <a:cubicBezTo>
                  <a:pt x="470071" y="639183"/>
                  <a:pt x="442544" y="630230"/>
                  <a:pt x="423684" y="641850"/>
                </a:cubicBezTo>
                <a:cubicBezTo>
                  <a:pt x="415493" y="646898"/>
                  <a:pt x="404634" y="633754"/>
                  <a:pt x="396538" y="635278"/>
                </a:cubicBezTo>
                <a:cubicBezTo>
                  <a:pt x="387394" y="636992"/>
                  <a:pt x="391776" y="653756"/>
                  <a:pt x="381774" y="659090"/>
                </a:cubicBezTo>
                <a:cubicBezTo>
                  <a:pt x="375964" y="662234"/>
                  <a:pt x="370059" y="662424"/>
                  <a:pt x="364344" y="659186"/>
                </a:cubicBezTo>
                <a:cubicBezTo>
                  <a:pt x="358724" y="655947"/>
                  <a:pt x="358724" y="650327"/>
                  <a:pt x="360057" y="644993"/>
                </a:cubicBezTo>
                <a:cubicBezTo>
                  <a:pt x="361677" y="638326"/>
                  <a:pt x="365391" y="631944"/>
                  <a:pt x="365772" y="625372"/>
                </a:cubicBezTo>
                <a:cubicBezTo>
                  <a:pt x="366344" y="615847"/>
                  <a:pt x="380060" y="601178"/>
                  <a:pt x="356343" y="598892"/>
                </a:cubicBezTo>
                <a:cubicBezTo>
                  <a:pt x="351294" y="598416"/>
                  <a:pt x="354914" y="589367"/>
                  <a:pt x="358819" y="589081"/>
                </a:cubicBezTo>
                <a:cubicBezTo>
                  <a:pt x="385775" y="586796"/>
                  <a:pt x="392442" y="565078"/>
                  <a:pt x="403682" y="546124"/>
                </a:cubicBezTo>
                <a:cubicBezTo>
                  <a:pt x="412540" y="530979"/>
                  <a:pt x="430447" y="520978"/>
                  <a:pt x="427685" y="499642"/>
                </a:cubicBezTo>
                <a:cubicBezTo>
                  <a:pt x="427494" y="498308"/>
                  <a:pt x="430352" y="495546"/>
                  <a:pt x="432066" y="495260"/>
                </a:cubicBezTo>
                <a:cubicBezTo>
                  <a:pt x="452069" y="492022"/>
                  <a:pt x="452259" y="475162"/>
                  <a:pt x="450640" y="462304"/>
                </a:cubicBezTo>
                <a:cubicBezTo>
                  <a:pt x="448354" y="443444"/>
                  <a:pt x="455212" y="433538"/>
                  <a:pt x="471405" y="427156"/>
                </a:cubicBezTo>
                <a:cubicBezTo>
                  <a:pt x="475596" y="425537"/>
                  <a:pt x="479501" y="422775"/>
                  <a:pt x="483692" y="421251"/>
                </a:cubicBezTo>
                <a:cubicBezTo>
                  <a:pt x="492264" y="418203"/>
                  <a:pt x="498456" y="407535"/>
                  <a:pt x="507314" y="409535"/>
                </a:cubicBezTo>
                <a:cubicBezTo>
                  <a:pt x="515696" y="411440"/>
                  <a:pt x="515029" y="423537"/>
                  <a:pt x="519887" y="430109"/>
                </a:cubicBezTo>
                <a:cubicBezTo>
                  <a:pt x="525697" y="437824"/>
                  <a:pt x="530460" y="445159"/>
                  <a:pt x="540080" y="431633"/>
                </a:cubicBezTo>
                <a:cubicBezTo>
                  <a:pt x="547319" y="421441"/>
                  <a:pt x="555891" y="411726"/>
                  <a:pt x="563892" y="401820"/>
                </a:cubicBezTo>
                <a:cubicBezTo>
                  <a:pt x="574560" y="388675"/>
                  <a:pt x="584847" y="373721"/>
                  <a:pt x="606088" y="375721"/>
                </a:cubicBezTo>
                <a:cubicBezTo>
                  <a:pt x="615232" y="376579"/>
                  <a:pt x="620090" y="367435"/>
                  <a:pt x="626091" y="361815"/>
                </a:cubicBezTo>
                <a:cubicBezTo>
                  <a:pt x="632758" y="355624"/>
                  <a:pt x="640092" y="349432"/>
                  <a:pt x="644664" y="341812"/>
                </a:cubicBezTo>
                <a:cubicBezTo>
                  <a:pt x="651237" y="330763"/>
                  <a:pt x="660095" y="328096"/>
                  <a:pt x="669048" y="334954"/>
                </a:cubicBezTo>
                <a:cubicBezTo>
                  <a:pt x="678002" y="341717"/>
                  <a:pt x="676668" y="352290"/>
                  <a:pt x="670382" y="361339"/>
                </a:cubicBezTo>
                <a:cubicBezTo>
                  <a:pt x="663810" y="370673"/>
                  <a:pt x="656856" y="379817"/>
                  <a:pt x="650094" y="388961"/>
                </a:cubicBezTo>
                <a:cubicBezTo>
                  <a:pt x="645998" y="394581"/>
                  <a:pt x="642188" y="400296"/>
                  <a:pt x="642378" y="407630"/>
                </a:cubicBezTo>
                <a:cubicBezTo>
                  <a:pt x="642474" y="411440"/>
                  <a:pt x="641997" y="415631"/>
                  <a:pt x="646665" y="417060"/>
                </a:cubicBezTo>
                <a:cubicBezTo>
                  <a:pt x="650856" y="418298"/>
                  <a:pt x="653999" y="416012"/>
                  <a:pt x="656571" y="413059"/>
                </a:cubicBezTo>
                <a:cubicBezTo>
                  <a:pt x="658095" y="411345"/>
                  <a:pt x="659904" y="409440"/>
                  <a:pt x="660285" y="407440"/>
                </a:cubicBezTo>
                <a:cubicBezTo>
                  <a:pt x="663048" y="393438"/>
                  <a:pt x="663429" y="377626"/>
                  <a:pt x="685717" y="388866"/>
                </a:cubicBezTo>
                <a:cubicBezTo>
                  <a:pt x="688194" y="390104"/>
                  <a:pt x="696099" y="381246"/>
                  <a:pt x="701243" y="376769"/>
                </a:cubicBezTo>
                <a:cubicBezTo>
                  <a:pt x="710101" y="369054"/>
                  <a:pt x="716102" y="369911"/>
                  <a:pt x="718864" y="382008"/>
                </a:cubicBezTo>
                <a:cubicBezTo>
                  <a:pt x="719912" y="386485"/>
                  <a:pt x="721817" y="390961"/>
                  <a:pt x="721722" y="395343"/>
                </a:cubicBezTo>
                <a:cubicBezTo>
                  <a:pt x="721341" y="416203"/>
                  <a:pt x="734104" y="415726"/>
                  <a:pt x="748963" y="413250"/>
                </a:cubicBezTo>
                <a:cubicBezTo>
                  <a:pt x="757726" y="411821"/>
                  <a:pt x="766108" y="408392"/>
                  <a:pt x="775824" y="411440"/>
                </a:cubicBezTo>
                <a:cubicBezTo>
                  <a:pt x="784206" y="414107"/>
                  <a:pt x="789540" y="406487"/>
                  <a:pt x="793826" y="400201"/>
                </a:cubicBezTo>
                <a:cubicBezTo>
                  <a:pt x="796302" y="396486"/>
                  <a:pt x="797350" y="391819"/>
                  <a:pt x="799446" y="387818"/>
                </a:cubicBezTo>
                <a:cubicBezTo>
                  <a:pt x="803256" y="380579"/>
                  <a:pt x="809066" y="375626"/>
                  <a:pt x="817638" y="376674"/>
                </a:cubicBezTo>
                <a:cubicBezTo>
                  <a:pt x="823068" y="377341"/>
                  <a:pt x="828021" y="380674"/>
                  <a:pt x="829068" y="386485"/>
                </a:cubicBezTo>
                <a:cubicBezTo>
                  <a:pt x="830688" y="394867"/>
                  <a:pt x="823353" y="398200"/>
                  <a:pt x="818305" y="402487"/>
                </a:cubicBezTo>
                <a:cubicBezTo>
                  <a:pt x="792111" y="424489"/>
                  <a:pt x="763727" y="444301"/>
                  <a:pt x="739819" y="468400"/>
                </a:cubicBezTo>
                <a:cubicBezTo>
                  <a:pt x="674478" y="534503"/>
                  <a:pt x="611422" y="602226"/>
                  <a:pt x="571893" y="688713"/>
                </a:cubicBezTo>
                <a:cubicBezTo>
                  <a:pt x="544652" y="748339"/>
                  <a:pt x="540937" y="808728"/>
                  <a:pt x="551700" y="871498"/>
                </a:cubicBezTo>
                <a:cubicBezTo>
                  <a:pt x="553415" y="881309"/>
                  <a:pt x="555701" y="890929"/>
                  <a:pt x="555510" y="900835"/>
                </a:cubicBezTo>
                <a:cubicBezTo>
                  <a:pt x="555225" y="924647"/>
                  <a:pt x="564559" y="946459"/>
                  <a:pt x="570465" y="968843"/>
                </a:cubicBezTo>
                <a:cubicBezTo>
                  <a:pt x="577418" y="995037"/>
                  <a:pt x="577227" y="1021231"/>
                  <a:pt x="574465" y="1047901"/>
                </a:cubicBezTo>
                <a:cubicBezTo>
                  <a:pt x="569607" y="1094954"/>
                  <a:pt x="567893" y="1142008"/>
                  <a:pt x="578466" y="1188585"/>
                </a:cubicBezTo>
                <a:cubicBezTo>
                  <a:pt x="582942" y="1208302"/>
                  <a:pt x="578085" y="1228209"/>
                  <a:pt x="580847" y="1247735"/>
                </a:cubicBezTo>
                <a:cubicBezTo>
                  <a:pt x="581895" y="1254784"/>
                  <a:pt x="578370" y="1266119"/>
                  <a:pt x="593229" y="1264023"/>
                </a:cubicBezTo>
                <a:cubicBezTo>
                  <a:pt x="599325" y="1263166"/>
                  <a:pt x="598087" y="1268404"/>
                  <a:pt x="595611" y="1271738"/>
                </a:cubicBezTo>
                <a:cubicBezTo>
                  <a:pt x="592944" y="1275358"/>
                  <a:pt x="587324" y="1279454"/>
                  <a:pt x="588943" y="1283168"/>
                </a:cubicBezTo>
                <a:cubicBezTo>
                  <a:pt x="600087" y="1308219"/>
                  <a:pt x="575132" y="1328317"/>
                  <a:pt x="579704" y="1351462"/>
                </a:cubicBezTo>
                <a:cubicBezTo>
                  <a:pt x="583419" y="1370132"/>
                  <a:pt x="577894" y="1389086"/>
                  <a:pt x="583514" y="1406993"/>
                </a:cubicBezTo>
                <a:cubicBezTo>
                  <a:pt x="586371" y="1415947"/>
                  <a:pt x="584752" y="1423471"/>
                  <a:pt x="582085" y="1431187"/>
                </a:cubicBezTo>
                <a:cubicBezTo>
                  <a:pt x="568560" y="1470144"/>
                  <a:pt x="564654" y="1509482"/>
                  <a:pt x="574179" y="1550154"/>
                </a:cubicBezTo>
                <a:cubicBezTo>
                  <a:pt x="579513" y="1573109"/>
                  <a:pt x="581323" y="1596922"/>
                  <a:pt x="587324" y="1619687"/>
                </a:cubicBezTo>
                <a:cubicBezTo>
                  <a:pt x="598659" y="1662168"/>
                  <a:pt x="623519" y="1698173"/>
                  <a:pt x="646284" y="1734939"/>
                </a:cubicBezTo>
                <a:cubicBezTo>
                  <a:pt x="651999" y="1744178"/>
                  <a:pt x="657809" y="1738082"/>
                  <a:pt x="663810" y="1735606"/>
                </a:cubicBezTo>
                <a:cubicBezTo>
                  <a:pt x="675335" y="1730843"/>
                  <a:pt x="672287" y="1719413"/>
                  <a:pt x="669620" y="1713698"/>
                </a:cubicBezTo>
                <a:cubicBezTo>
                  <a:pt x="662476" y="1698554"/>
                  <a:pt x="662381" y="1683885"/>
                  <a:pt x="667143" y="1668931"/>
                </a:cubicBezTo>
                <a:cubicBezTo>
                  <a:pt x="669048" y="1662930"/>
                  <a:pt x="670763" y="1657787"/>
                  <a:pt x="668382" y="1651500"/>
                </a:cubicBezTo>
                <a:cubicBezTo>
                  <a:pt x="664000" y="1639975"/>
                  <a:pt x="673906" y="1635212"/>
                  <a:pt x="680383" y="1629402"/>
                </a:cubicBezTo>
                <a:cubicBezTo>
                  <a:pt x="688670" y="1621973"/>
                  <a:pt x="694290" y="1630259"/>
                  <a:pt x="700100" y="1634260"/>
                </a:cubicBezTo>
                <a:cubicBezTo>
                  <a:pt x="703719" y="1636832"/>
                  <a:pt x="706196" y="1640927"/>
                  <a:pt x="709434" y="1644166"/>
                </a:cubicBezTo>
                <a:cubicBezTo>
                  <a:pt x="711625" y="1646357"/>
                  <a:pt x="714483" y="1648166"/>
                  <a:pt x="717626" y="1646357"/>
                </a:cubicBezTo>
                <a:cubicBezTo>
                  <a:pt x="721531" y="1644071"/>
                  <a:pt x="722579" y="1639499"/>
                  <a:pt x="720293" y="1636546"/>
                </a:cubicBezTo>
                <a:cubicBezTo>
                  <a:pt x="704577" y="1616162"/>
                  <a:pt x="720388" y="1604637"/>
                  <a:pt x="730961" y="1589587"/>
                </a:cubicBezTo>
                <a:cubicBezTo>
                  <a:pt x="745629" y="1568918"/>
                  <a:pt x="764489" y="1569204"/>
                  <a:pt x="785539" y="1571490"/>
                </a:cubicBezTo>
                <a:cubicBezTo>
                  <a:pt x="793540" y="1572347"/>
                  <a:pt x="798684" y="1574348"/>
                  <a:pt x="796683" y="1583777"/>
                </a:cubicBezTo>
                <a:cubicBezTo>
                  <a:pt x="795826" y="1587683"/>
                  <a:pt x="796398" y="1592254"/>
                  <a:pt x="800398" y="1593683"/>
                </a:cubicBezTo>
                <a:cubicBezTo>
                  <a:pt x="807637" y="1596350"/>
                  <a:pt x="805161" y="1587968"/>
                  <a:pt x="808304" y="1585682"/>
                </a:cubicBezTo>
                <a:cubicBezTo>
                  <a:pt x="810114" y="1584349"/>
                  <a:pt x="811923" y="1582349"/>
                  <a:pt x="814019" y="1582063"/>
                </a:cubicBezTo>
                <a:cubicBezTo>
                  <a:pt x="826497" y="1580348"/>
                  <a:pt x="832497" y="1570633"/>
                  <a:pt x="829354" y="1561394"/>
                </a:cubicBezTo>
                <a:cubicBezTo>
                  <a:pt x="826878" y="1554059"/>
                  <a:pt x="814590" y="1552250"/>
                  <a:pt x="805637" y="1552154"/>
                </a:cubicBezTo>
                <a:cubicBezTo>
                  <a:pt x="782396" y="1551964"/>
                  <a:pt x="781920" y="1552059"/>
                  <a:pt x="789349" y="1530437"/>
                </a:cubicBezTo>
                <a:cubicBezTo>
                  <a:pt x="798017" y="1505101"/>
                  <a:pt x="807828" y="1480336"/>
                  <a:pt x="842118" y="1483384"/>
                </a:cubicBezTo>
                <a:cubicBezTo>
                  <a:pt x="845642" y="1483670"/>
                  <a:pt x="847928" y="1481574"/>
                  <a:pt x="848118" y="1478145"/>
                </a:cubicBezTo>
                <a:cubicBezTo>
                  <a:pt x="848309" y="1474145"/>
                  <a:pt x="844975" y="1474525"/>
                  <a:pt x="842213" y="1473383"/>
                </a:cubicBezTo>
                <a:cubicBezTo>
                  <a:pt x="821448" y="1465000"/>
                  <a:pt x="801065" y="1464429"/>
                  <a:pt x="780396" y="1473954"/>
                </a:cubicBezTo>
                <a:cubicBezTo>
                  <a:pt x="776205" y="1475859"/>
                  <a:pt x="769347" y="1476716"/>
                  <a:pt x="766489" y="1470144"/>
                </a:cubicBezTo>
                <a:cubicBezTo>
                  <a:pt x="764298" y="1465096"/>
                  <a:pt x="767061" y="1460714"/>
                  <a:pt x="771252" y="1458714"/>
                </a:cubicBezTo>
                <a:cubicBezTo>
                  <a:pt x="782110" y="1453571"/>
                  <a:pt x="777633" y="1435854"/>
                  <a:pt x="782586" y="1435473"/>
                </a:cubicBezTo>
                <a:cubicBezTo>
                  <a:pt x="796969" y="1434140"/>
                  <a:pt x="806780" y="1424138"/>
                  <a:pt x="818400" y="1419090"/>
                </a:cubicBezTo>
                <a:cubicBezTo>
                  <a:pt x="849833" y="1405469"/>
                  <a:pt x="885266" y="1400326"/>
                  <a:pt x="912793" y="1377847"/>
                </a:cubicBezTo>
                <a:cubicBezTo>
                  <a:pt x="914984" y="1376037"/>
                  <a:pt x="918413" y="1375275"/>
                  <a:pt x="917746" y="1369750"/>
                </a:cubicBezTo>
                <a:cubicBezTo>
                  <a:pt x="902792" y="1370036"/>
                  <a:pt x="890886" y="1378895"/>
                  <a:pt x="878313" y="1384705"/>
                </a:cubicBezTo>
                <a:cubicBezTo>
                  <a:pt x="869740" y="1388610"/>
                  <a:pt x="861549" y="1391944"/>
                  <a:pt x="852119" y="1390896"/>
                </a:cubicBezTo>
                <a:cubicBezTo>
                  <a:pt x="832783" y="1388705"/>
                  <a:pt x="814114" y="1392801"/>
                  <a:pt x="795540" y="1396706"/>
                </a:cubicBezTo>
                <a:cubicBezTo>
                  <a:pt x="786111" y="1398707"/>
                  <a:pt x="778776" y="1398707"/>
                  <a:pt x="769728" y="1394135"/>
                </a:cubicBezTo>
                <a:cubicBezTo>
                  <a:pt x="754583" y="1386515"/>
                  <a:pt x="745725" y="1392420"/>
                  <a:pt x="749820" y="1407660"/>
                </a:cubicBezTo>
                <a:cubicBezTo>
                  <a:pt x="753726" y="1422424"/>
                  <a:pt x="747630" y="1428425"/>
                  <a:pt x="738200" y="1438045"/>
                </a:cubicBezTo>
                <a:cubicBezTo>
                  <a:pt x="718769" y="1457952"/>
                  <a:pt x="695909" y="1467001"/>
                  <a:pt x="670001" y="1475764"/>
                </a:cubicBezTo>
                <a:cubicBezTo>
                  <a:pt x="651237" y="1482050"/>
                  <a:pt x="630758" y="1484146"/>
                  <a:pt x="609136" y="1496528"/>
                </a:cubicBezTo>
                <a:cubicBezTo>
                  <a:pt x="619328" y="1479383"/>
                  <a:pt x="609898" y="1460048"/>
                  <a:pt x="627519" y="1449379"/>
                </a:cubicBezTo>
                <a:cubicBezTo>
                  <a:pt x="630091" y="1447856"/>
                  <a:pt x="632758" y="1443665"/>
                  <a:pt x="634568" y="1444141"/>
                </a:cubicBezTo>
                <a:cubicBezTo>
                  <a:pt x="649522" y="1447856"/>
                  <a:pt x="656475" y="1438997"/>
                  <a:pt x="662952" y="1427853"/>
                </a:cubicBezTo>
                <a:cubicBezTo>
                  <a:pt x="668096" y="1419090"/>
                  <a:pt x="686955" y="1425281"/>
                  <a:pt x="684574" y="1406422"/>
                </a:cubicBezTo>
                <a:cubicBezTo>
                  <a:pt x="683336" y="1396516"/>
                  <a:pt x="688098" y="1385943"/>
                  <a:pt x="688670" y="1374608"/>
                </a:cubicBezTo>
                <a:cubicBezTo>
                  <a:pt x="682669" y="1379180"/>
                  <a:pt x="678954" y="1385562"/>
                  <a:pt x="677621" y="1393182"/>
                </a:cubicBezTo>
                <a:cubicBezTo>
                  <a:pt x="675430" y="1405850"/>
                  <a:pt x="667048" y="1411089"/>
                  <a:pt x="655523" y="1412137"/>
                </a:cubicBezTo>
                <a:cubicBezTo>
                  <a:pt x="642474" y="1413375"/>
                  <a:pt x="631139" y="1418995"/>
                  <a:pt x="619804" y="1424710"/>
                </a:cubicBezTo>
                <a:cubicBezTo>
                  <a:pt x="616756" y="1426234"/>
                  <a:pt x="614470" y="1431282"/>
                  <a:pt x="610374" y="1427282"/>
                </a:cubicBezTo>
                <a:cubicBezTo>
                  <a:pt x="607326" y="1424329"/>
                  <a:pt x="607898" y="1419757"/>
                  <a:pt x="609708" y="1416518"/>
                </a:cubicBezTo>
                <a:cubicBezTo>
                  <a:pt x="615899" y="1405088"/>
                  <a:pt x="622471" y="1393849"/>
                  <a:pt x="636473" y="1390420"/>
                </a:cubicBezTo>
                <a:cubicBezTo>
                  <a:pt x="643045" y="1388800"/>
                  <a:pt x="647808" y="1386133"/>
                  <a:pt x="646569" y="1378037"/>
                </a:cubicBezTo>
                <a:cubicBezTo>
                  <a:pt x="644950" y="1367750"/>
                  <a:pt x="636854" y="1366512"/>
                  <a:pt x="629043" y="1363083"/>
                </a:cubicBezTo>
                <a:cubicBezTo>
                  <a:pt x="618375" y="1358416"/>
                  <a:pt x="622281" y="1367846"/>
                  <a:pt x="620185" y="1370703"/>
                </a:cubicBezTo>
                <a:cubicBezTo>
                  <a:pt x="616470" y="1375942"/>
                  <a:pt x="613041" y="1380514"/>
                  <a:pt x="603707" y="1380514"/>
                </a:cubicBezTo>
                <a:cubicBezTo>
                  <a:pt x="609517" y="1369274"/>
                  <a:pt x="606850" y="1357082"/>
                  <a:pt x="613041" y="1346414"/>
                </a:cubicBezTo>
                <a:cubicBezTo>
                  <a:pt x="617137" y="1339271"/>
                  <a:pt x="612089" y="1333079"/>
                  <a:pt x="608565" y="1327460"/>
                </a:cubicBezTo>
                <a:cubicBezTo>
                  <a:pt x="603802" y="1319935"/>
                  <a:pt x="606469" y="1314029"/>
                  <a:pt x="609327" y="1306409"/>
                </a:cubicBezTo>
                <a:cubicBezTo>
                  <a:pt x="613327" y="1295837"/>
                  <a:pt x="617518" y="1298408"/>
                  <a:pt x="624567" y="1302313"/>
                </a:cubicBezTo>
                <a:cubicBezTo>
                  <a:pt x="630472" y="1305552"/>
                  <a:pt x="629805" y="1299646"/>
                  <a:pt x="630472" y="1296408"/>
                </a:cubicBezTo>
                <a:cubicBezTo>
                  <a:pt x="633234" y="1281930"/>
                  <a:pt x="631901" y="1268404"/>
                  <a:pt x="616470" y="1262023"/>
                </a:cubicBezTo>
                <a:cubicBezTo>
                  <a:pt x="607612" y="1258308"/>
                  <a:pt x="602850" y="1250688"/>
                  <a:pt x="606850" y="1244687"/>
                </a:cubicBezTo>
                <a:cubicBezTo>
                  <a:pt x="615423" y="1231829"/>
                  <a:pt x="609136" y="1221923"/>
                  <a:pt x="605612" y="1210397"/>
                </a:cubicBezTo>
                <a:cubicBezTo>
                  <a:pt x="603231" y="1202682"/>
                  <a:pt x="598182" y="1191633"/>
                  <a:pt x="615327" y="1191728"/>
                </a:cubicBezTo>
                <a:cubicBezTo>
                  <a:pt x="625614" y="1191824"/>
                  <a:pt x="629329" y="1181537"/>
                  <a:pt x="629043" y="1173916"/>
                </a:cubicBezTo>
                <a:cubicBezTo>
                  <a:pt x="628758" y="1165344"/>
                  <a:pt x="632187" y="1157914"/>
                  <a:pt x="632853" y="1149152"/>
                </a:cubicBezTo>
                <a:cubicBezTo>
                  <a:pt x="624948" y="1149247"/>
                  <a:pt x="621900" y="1152866"/>
                  <a:pt x="621423" y="1160105"/>
                </a:cubicBezTo>
                <a:cubicBezTo>
                  <a:pt x="620757" y="1169916"/>
                  <a:pt x="621138" y="1180679"/>
                  <a:pt x="606945" y="1181822"/>
                </a:cubicBezTo>
                <a:cubicBezTo>
                  <a:pt x="593039" y="1182965"/>
                  <a:pt x="597420" y="1168964"/>
                  <a:pt x="591515" y="1163439"/>
                </a:cubicBezTo>
                <a:cubicBezTo>
                  <a:pt x="590086" y="1162106"/>
                  <a:pt x="589991" y="1159343"/>
                  <a:pt x="589134" y="1157153"/>
                </a:cubicBezTo>
                <a:cubicBezTo>
                  <a:pt x="584085" y="1159724"/>
                  <a:pt x="589038" y="1166392"/>
                  <a:pt x="583800" y="1168583"/>
                </a:cubicBezTo>
                <a:cubicBezTo>
                  <a:pt x="583133" y="1167535"/>
                  <a:pt x="581990" y="1166487"/>
                  <a:pt x="581799" y="1165344"/>
                </a:cubicBezTo>
                <a:cubicBezTo>
                  <a:pt x="578942" y="1145627"/>
                  <a:pt x="576084" y="1126006"/>
                  <a:pt x="586943" y="1107527"/>
                </a:cubicBezTo>
                <a:cubicBezTo>
                  <a:pt x="588848" y="1104384"/>
                  <a:pt x="590372" y="1100669"/>
                  <a:pt x="587991" y="1096764"/>
                </a:cubicBezTo>
                <a:cubicBezTo>
                  <a:pt x="573703" y="1073047"/>
                  <a:pt x="589229" y="1054283"/>
                  <a:pt x="597516" y="1029041"/>
                </a:cubicBezTo>
                <a:cubicBezTo>
                  <a:pt x="601421" y="1050473"/>
                  <a:pt x="596754" y="1065712"/>
                  <a:pt x="593420" y="1081714"/>
                </a:cubicBezTo>
                <a:cubicBezTo>
                  <a:pt x="602659" y="1075237"/>
                  <a:pt x="607898" y="1066189"/>
                  <a:pt x="611422" y="1055902"/>
                </a:cubicBezTo>
                <a:cubicBezTo>
                  <a:pt x="613708" y="1049425"/>
                  <a:pt x="615708" y="1042853"/>
                  <a:pt x="617804" y="1036376"/>
                </a:cubicBezTo>
                <a:cubicBezTo>
                  <a:pt x="619804" y="1030375"/>
                  <a:pt x="626281" y="1026851"/>
                  <a:pt x="628091" y="1021612"/>
                </a:cubicBezTo>
                <a:cubicBezTo>
                  <a:pt x="632472" y="1009229"/>
                  <a:pt x="648570" y="1041328"/>
                  <a:pt x="647046" y="1016373"/>
                </a:cubicBezTo>
                <a:cubicBezTo>
                  <a:pt x="646379" y="1005134"/>
                  <a:pt x="657904" y="999895"/>
                  <a:pt x="656856" y="989322"/>
                </a:cubicBezTo>
                <a:cubicBezTo>
                  <a:pt x="656761" y="987988"/>
                  <a:pt x="658285" y="985322"/>
                  <a:pt x="658571" y="985417"/>
                </a:cubicBezTo>
                <a:cubicBezTo>
                  <a:pt x="681812" y="990370"/>
                  <a:pt x="672477" y="968272"/>
                  <a:pt x="679907" y="960366"/>
                </a:cubicBezTo>
                <a:cubicBezTo>
                  <a:pt x="685527" y="954365"/>
                  <a:pt x="686765" y="931601"/>
                  <a:pt x="702576" y="952651"/>
                </a:cubicBezTo>
                <a:cubicBezTo>
                  <a:pt x="704672" y="955413"/>
                  <a:pt x="709911" y="952365"/>
                  <a:pt x="711530" y="948460"/>
                </a:cubicBezTo>
                <a:cubicBezTo>
                  <a:pt x="714768" y="940745"/>
                  <a:pt x="723722" y="937982"/>
                  <a:pt x="726579" y="929219"/>
                </a:cubicBezTo>
                <a:cubicBezTo>
                  <a:pt x="728865" y="922171"/>
                  <a:pt x="736676" y="917503"/>
                  <a:pt x="740676" y="928838"/>
                </a:cubicBezTo>
                <a:cubicBezTo>
                  <a:pt x="747725" y="948936"/>
                  <a:pt x="748487" y="922933"/>
                  <a:pt x="753726" y="928172"/>
                </a:cubicBezTo>
                <a:cubicBezTo>
                  <a:pt x="756964" y="936744"/>
                  <a:pt x="751821" y="946936"/>
                  <a:pt x="755821" y="956175"/>
                </a:cubicBezTo>
                <a:cubicBezTo>
                  <a:pt x="775157" y="953032"/>
                  <a:pt x="779538" y="928934"/>
                  <a:pt x="799541" y="925219"/>
                </a:cubicBezTo>
                <a:cubicBezTo>
                  <a:pt x="804684" y="924266"/>
                  <a:pt x="809161" y="920075"/>
                  <a:pt x="815352" y="922933"/>
                </a:cubicBezTo>
                <a:cubicBezTo>
                  <a:pt x="836212" y="932362"/>
                  <a:pt x="851738" y="922552"/>
                  <a:pt x="866597" y="908931"/>
                </a:cubicBezTo>
                <a:cubicBezTo>
                  <a:pt x="870312" y="905502"/>
                  <a:pt x="873455" y="890167"/>
                  <a:pt x="882789" y="905502"/>
                </a:cubicBezTo>
                <a:cubicBezTo>
                  <a:pt x="884123" y="907788"/>
                  <a:pt x="889076" y="902359"/>
                  <a:pt x="890124" y="898930"/>
                </a:cubicBezTo>
                <a:cubicBezTo>
                  <a:pt x="891457" y="894548"/>
                  <a:pt x="895077" y="890834"/>
                  <a:pt x="889171" y="885118"/>
                </a:cubicBezTo>
                <a:cubicBezTo>
                  <a:pt x="876693" y="873307"/>
                  <a:pt x="877455" y="862068"/>
                  <a:pt x="889933" y="852734"/>
                </a:cubicBezTo>
                <a:cubicBezTo>
                  <a:pt x="898982" y="845971"/>
                  <a:pt x="906983" y="839208"/>
                  <a:pt x="921461" y="845209"/>
                </a:cubicBezTo>
                <a:cubicBezTo>
                  <a:pt x="938796" y="852448"/>
                  <a:pt x="958799" y="852448"/>
                  <a:pt x="974325" y="866068"/>
                </a:cubicBezTo>
                <a:cubicBezTo>
                  <a:pt x="984326" y="874832"/>
                  <a:pt x="996994" y="870450"/>
                  <a:pt x="1001185" y="857496"/>
                </a:cubicBezTo>
                <a:cubicBezTo>
                  <a:pt x="1003185" y="851209"/>
                  <a:pt x="1002900" y="844066"/>
                  <a:pt x="1003566" y="837208"/>
                </a:cubicBezTo>
                <a:cubicBezTo>
                  <a:pt x="1010520" y="835207"/>
                  <a:pt x="1012615" y="849495"/>
                  <a:pt x="1020616" y="842447"/>
                </a:cubicBezTo>
                <a:cubicBezTo>
                  <a:pt x="1027474" y="836351"/>
                  <a:pt x="1026141" y="829397"/>
                  <a:pt x="1022712" y="821682"/>
                </a:cubicBezTo>
                <a:cubicBezTo>
                  <a:pt x="1013663" y="801203"/>
                  <a:pt x="1003947" y="797107"/>
                  <a:pt x="983278" y="805870"/>
                </a:cubicBezTo>
                <a:cubicBezTo>
                  <a:pt x="973563" y="810061"/>
                  <a:pt x="959085" y="804156"/>
                  <a:pt x="960799" y="795679"/>
                </a:cubicBezTo>
                <a:cubicBezTo>
                  <a:pt x="964704" y="777010"/>
                  <a:pt x="957656" y="782630"/>
                  <a:pt x="947750" y="787678"/>
                </a:cubicBezTo>
                <a:cubicBezTo>
                  <a:pt x="930129" y="796441"/>
                  <a:pt x="916508" y="790249"/>
                  <a:pt x="916984" y="773486"/>
                </a:cubicBezTo>
                <a:cubicBezTo>
                  <a:pt x="917270" y="763770"/>
                  <a:pt x="922794" y="754245"/>
                  <a:pt x="929557" y="747673"/>
                </a:cubicBezTo>
                <a:cubicBezTo>
                  <a:pt x="936987" y="740529"/>
                  <a:pt x="942511" y="752149"/>
                  <a:pt x="949750" y="753197"/>
                </a:cubicBezTo>
                <a:cubicBezTo>
                  <a:pt x="953274" y="753674"/>
                  <a:pt x="954703" y="759103"/>
                  <a:pt x="959466" y="758626"/>
                </a:cubicBezTo>
                <a:cubicBezTo>
                  <a:pt x="963371" y="746244"/>
                  <a:pt x="969848" y="735100"/>
                  <a:pt x="976230" y="723955"/>
                </a:cubicBezTo>
                <a:cubicBezTo>
                  <a:pt x="983278" y="711573"/>
                  <a:pt x="993756" y="698714"/>
                  <a:pt x="970229" y="690999"/>
                </a:cubicBezTo>
                <a:cubicBezTo>
                  <a:pt x="963466" y="688808"/>
                  <a:pt x="961371" y="681474"/>
                  <a:pt x="966419" y="673854"/>
                </a:cubicBezTo>
                <a:cubicBezTo>
                  <a:pt x="971848" y="665662"/>
                  <a:pt x="976039" y="665282"/>
                  <a:pt x="981373" y="673759"/>
                </a:cubicBezTo>
                <a:cubicBezTo>
                  <a:pt x="983564" y="677283"/>
                  <a:pt x="988517" y="678712"/>
                  <a:pt x="990708" y="674330"/>
                </a:cubicBezTo>
                <a:cubicBezTo>
                  <a:pt x="999090" y="658043"/>
                  <a:pt x="1019283" y="648899"/>
                  <a:pt x="1017568" y="626038"/>
                </a:cubicBezTo>
                <a:cubicBezTo>
                  <a:pt x="1016711" y="614609"/>
                  <a:pt x="1027855" y="604417"/>
                  <a:pt x="1025950" y="591368"/>
                </a:cubicBezTo>
                <a:cubicBezTo>
                  <a:pt x="1033951" y="601654"/>
                  <a:pt x="1038237" y="612322"/>
                  <a:pt x="1034999" y="625562"/>
                </a:cubicBezTo>
                <a:cubicBezTo>
                  <a:pt x="1033665" y="631182"/>
                  <a:pt x="1034999" y="637659"/>
                  <a:pt x="1035951" y="643660"/>
                </a:cubicBezTo>
                <a:cubicBezTo>
                  <a:pt x="1037761" y="654899"/>
                  <a:pt x="1043190" y="660614"/>
                  <a:pt x="1054430" y="652804"/>
                </a:cubicBezTo>
                <a:cubicBezTo>
                  <a:pt x="1064050" y="646136"/>
                  <a:pt x="1073670" y="643279"/>
                  <a:pt x="1086053" y="644612"/>
                </a:cubicBezTo>
                <a:cubicBezTo>
                  <a:pt x="1101674" y="646327"/>
                  <a:pt x="1120914" y="627562"/>
                  <a:pt x="1121486" y="609655"/>
                </a:cubicBezTo>
                <a:cubicBezTo>
                  <a:pt x="1121962" y="593749"/>
                  <a:pt x="1125486" y="579937"/>
                  <a:pt x="1134726" y="567174"/>
                </a:cubicBezTo>
                <a:cubicBezTo>
                  <a:pt x="1136821" y="564317"/>
                  <a:pt x="1139964" y="560697"/>
                  <a:pt x="1137202" y="556982"/>
                </a:cubicBezTo>
                <a:cubicBezTo>
                  <a:pt x="1134535" y="553363"/>
                  <a:pt x="1130154" y="554410"/>
                  <a:pt x="1126725" y="555839"/>
                </a:cubicBezTo>
                <a:cubicBezTo>
                  <a:pt x="1083100" y="574223"/>
                  <a:pt x="1037380" y="569650"/>
                  <a:pt x="991946" y="568031"/>
                </a:cubicBezTo>
                <a:cubicBezTo>
                  <a:pt x="984421" y="567746"/>
                  <a:pt x="976801" y="569460"/>
                  <a:pt x="969276" y="570222"/>
                </a:cubicBezTo>
                <a:cubicBezTo>
                  <a:pt x="964990" y="570603"/>
                  <a:pt x="958704" y="572889"/>
                  <a:pt x="957846" y="566888"/>
                </a:cubicBezTo>
                <a:cubicBezTo>
                  <a:pt x="956894" y="560316"/>
                  <a:pt x="962799" y="552791"/>
                  <a:pt x="968038" y="554506"/>
                </a:cubicBezTo>
                <a:cubicBezTo>
                  <a:pt x="990517" y="561745"/>
                  <a:pt x="1011853" y="540599"/>
                  <a:pt x="1034237" y="553077"/>
                </a:cubicBezTo>
                <a:cubicBezTo>
                  <a:pt x="1038237" y="555268"/>
                  <a:pt x="1043286" y="554315"/>
                  <a:pt x="1046905" y="550696"/>
                </a:cubicBezTo>
                <a:cubicBezTo>
                  <a:pt x="1049763" y="547933"/>
                  <a:pt x="1053763" y="544981"/>
                  <a:pt x="1057002" y="547076"/>
                </a:cubicBezTo>
                <a:cubicBezTo>
                  <a:pt x="1090720" y="569460"/>
                  <a:pt x="1114723" y="537075"/>
                  <a:pt x="1143298" y="531360"/>
                </a:cubicBezTo>
                <a:cubicBezTo>
                  <a:pt x="1160824" y="527836"/>
                  <a:pt x="1177493" y="520597"/>
                  <a:pt x="1195876" y="525550"/>
                </a:cubicBezTo>
                <a:cubicBezTo>
                  <a:pt x="1207782" y="528788"/>
                  <a:pt x="1207116" y="520025"/>
                  <a:pt x="1205687" y="513739"/>
                </a:cubicBezTo>
                <a:cubicBezTo>
                  <a:pt x="1202067" y="498499"/>
                  <a:pt x="1210164" y="496689"/>
                  <a:pt x="1222356" y="493831"/>
                </a:cubicBezTo>
                <a:cubicBezTo>
                  <a:pt x="1230261" y="491926"/>
                  <a:pt x="1240167" y="494784"/>
                  <a:pt x="1246930" y="486021"/>
                </a:cubicBezTo>
                <a:cubicBezTo>
                  <a:pt x="1253502" y="477448"/>
                  <a:pt x="1256836" y="493546"/>
                  <a:pt x="1267314" y="489450"/>
                </a:cubicBezTo>
                <a:cubicBezTo>
                  <a:pt x="1290745" y="480211"/>
                  <a:pt x="1312176" y="467923"/>
                  <a:pt x="1334179" y="456303"/>
                </a:cubicBezTo>
                <a:cubicBezTo>
                  <a:pt x="1342180" y="452112"/>
                  <a:pt x="1339704" y="442777"/>
                  <a:pt x="1342180" y="435824"/>
                </a:cubicBezTo>
                <a:cubicBezTo>
                  <a:pt x="1344180" y="430014"/>
                  <a:pt x="1346371" y="423442"/>
                  <a:pt x="1354372" y="424775"/>
                </a:cubicBezTo>
                <a:cubicBezTo>
                  <a:pt x="1360754" y="425918"/>
                  <a:pt x="1362183" y="431538"/>
                  <a:pt x="1362087" y="437158"/>
                </a:cubicBezTo>
                <a:cubicBezTo>
                  <a:pt x="1361897" y="448397"/>
                  <a:pt x="1363897" y="457160"/>
                  <a:pt x="1378470" y="455446"/>
                </a:cubicBezTo>
                <a:cubicBezTo>
                  <a:pt x="1386567" y="454493"/>
                  <a:pt x="1389710" y="459351"/>
                  <a:pt x="1388567" y="466685"/>
                </a:cubicBezTo>
                <a:cubicBezTo>
                  <a:pt x="1388091" y="469733"/>
                  <a:pt x="1387757" y="472495"/>
                  <a:pt x="1388603" y="474389"/>
                </a:cubicBezTo>
                <a:lnTo>
                  <a:pt x="1395130" y="476673"/>
                </a:lnTo>
                <a:lnTo>
                  <a:pt x="1395044" y="477544"/>
                </a:lnTo>
                <a:lnTo>
                  <a:pt x="1395265" y="477397"/>
                </a:lnTo>
                <a:lnTo>
                  <a:pt x="1384769" y="489617"/>
                </a:lnTo>
                <a:cubicBezTo>
                  <a:pt x="1380090" y="491903"/>
                  <a:pt x="1374279" y="492450"/>
                  <a:pt x="1367040" y="491926"/>
                </a:cubicBezTo>
                <a:cubicBezTo>
                  <a:pt x="1345323" y="490212"/>
                  <a:pt x="1323702" y="490117"/>
                  <a:pt x="1302080" y="486211"/>
                </a:cubicBezTo>
                <a:cubicBezTo>
                  <a:pt x="1292079" y="484402"/>
                  <a:pt x="1281506" y="490212"/>
                  <a:pt x="1271886" y="494784"/>
                </a:cubicBezTo>
                <a:cubicBezTo>
                  <a:pt x="1268171" y="496498"/>
                  <a:pt x="1264742" y="499546"/>
                  <a:pt x="1267504" y="503356"/>
                </a:cubicBezTo>
                <a:cubicBezTo>
                  <a:pt x="1269600" y="506214"/>
                  <a:pt x="1267885" y="514977"/>
                  <a:pt x="1274934" y="511357"/>
                </a:cubicBezTo>
                <a:cubicBezTo>
                  <a:pt x="1280649" y="508405"/>
                  <a:pt x="1288173" y="518501"/>
                  <a:pt x="1292174" y="507547"/>
                </a:cubicBezTo>
                <a:cubicBezTo>
                  <a:pt x="1294555" y="501166"/>
                  <a:pt x="1301413" y="499356"/>
                  <a:pt x="1307604" y="500499"/>
                </a:cubicBezTo>
                <a:cubicBezTo>
                  <a:pt x="1335798" y="505738"/>
                  <a:pt x="1364469" y="502785"/>
                  <a:pt x="1392758" y="506119"/>
                </a:cubicBezTo>
                <a:cubicBezTo>
                  <a:pt x="1400378" y="506976"/>
                  <a:pt x="1404569" y="502785"/>
                  <a:pt x="1406664" y="496975"/>
                </a:cubicBezTo>
                <a:cubicBezTo>
                  <a:pt x="1409236" y="489831"/>
                  <a:pt x="1410855" y="481449"/>
                  <a:pt x="1406569" y="474972"/>
                </a:cubicBezTo>
                <a:cubicBezTo>
                  <a:pt x="1404998" y="472591"/>
                  <a:pt x="1403021" y="472638"/>
                  <a:pt x="1400985" y="473579"/>
                </a:cubicBezTo>
                <a:lnTo>
                  <a:pt x="1395265" y="477397"/>
                </a:lnTo>
                <a:lnTo>
                  <a:pt x="1395711" y="476877"/>
                </a:lnTo>
                <a:lnTo>
                  <a:pt x="1395130" y="476673"/>
                </a:lnTo>
                <a:lnTo>
                  <a:pt x="1396377" y="463923"/>
                </a:lnTo>
                <a:cubicBezTo>
                  <a:pt x="1400092" y="434491"/>
                  <a:pt x="1405617" y="426299"/>
                  <a:pt x="1433620" y="428395"/>
                </a:cubicBezTo>
                <a:cubicBezTo>
                  <a:pt x="1455242" y="430014"/>
                  <a:pt x="1476006" y="421441"/>
                  <a:pt x="1498200" y="427442"/>
                </a:cubicBezTo>
                <a:cubicBezTo>
                  <a:pt x="1508487" y="430204"/>
                  <a:pt x="1521631" y="441444"/>
                  <a:pt x="1532394" y="430585"/>
                </a:cubicBezTo>
                <a:cubicBezTo>
                  <a:pt x="1541253" y="421727"/>
                  <a:pt x="1533347" y="407344"/>
                  <a:pt x="1538586" y="396391"/>
                </a:cubicBezTo>
                <a:cubicBezTo>
                  <a:pt x="1539252" y="395057"/>
                  <a:pt x="1539252" y="393343"/>
                  <a:pt x="1539919" y="392009"/>
                </a:cubicBezTo>
                <a:cubicBezTo>
                  <a:pt x="1543062" y="386675"/>
                  <a:pt x="1534490" y="376483"/>
                  <a:pt x="1545063" y="375150"/>
                </a:cubicBezTo>
                <a:cubicBezTo>
                  <a:pt x="1552968" y="374197"/>
                  <a:pt x="1555921" y="382103"/>
                  <a:pt x="1557064" y="389342"/>
                </a:cubicBezTo>
                <a:cubicBezTo>
                  <a:pt x="1557636" y="392771"/>
                  <a:pt x="1559255" y="395152"/>
                  <a:pt x="1562970" y="394200"/>
                </a:cubicBezTo>
                <a:cubicBezTo>
                  <a:pt x="1566684" y="393343"/>
                  <a:pt x="1571637" y="392009"/>
                  <a:pt x="1571352" y="387723"/>
                </a:cubicBezTo>
                <a:cubicBezTo>
                  <a:pt x="1569828" y="368197"/>
                  <a:pt x="1580305" y="379150"/>
                  <a:pt x="1585830" y="382389"/>
                </a:cubicBezTo>
                <a:cubicBezTo>
                  <a:pt x="1605546" y="394009"/>
                  <a:pt x="1621644" y="410107"/>
                  <a:pt x="1634979" y="428490"/>
                </a:cubicBezTo>
                <a:cubicBezTo>
                  <a:pt x="1644218" y="441158"/>
                  <a:pt x="1655743" y="450397"/>
                  <a:pt x="1668697" y="458684"/>
                </a:cubicBezTo>
                <a:cubicBezTo>
                  <a:pt x="1679270" y="465447"/>
                  <a:pt x="1688414" y="470305"/>
                  <a:pt x="1698320" y="457636"/>
                </a:cubicBezTo>
                <a:cubicBezTo>
                  <a:pt x="1704130" y="450207"/>
                  <a:pt x="1708893" y="454779"/>
                  <a:pt x="1712036" y="461065"/>
                </a:cubicBezTo>
                <a:cubicBezTo>
                  <a:pt x="1715560" y="468114"/>
                  <a:pt x="1721370" y="472305"/>
                  <a:pt x="1727752" y="476782"/>
                </a:cubicBezTo>
                <a:cubicBezTo>
                  <a:pt x="1738515" y="484402"/>
                  <a:pt x="1746326" y="490402"/>
                  <a:pt x="1749850" y="470971"/>
                </a:cubicBezTo>
                <a:cubicBezTo>
                  <a:pt x="1750993" y="464590"/>
                  <a:pt x="1756327" y="461256"/>
                  <a:pt x="1763947" y="464875"/>
                </a:cubicBezTo>
                <a:cubicBezTo>
                  <a:pt x="1775472" y="470400"/>
                  <a:pt x="1787474" y="474877"/>
                  <a:pt x="1798999" y="480401"/>
                </a:cubicBezTo>
                <a:cubicBezTo>
                  <a:pt x="1804047" y="482878"/>
                  <a:pt x="1808619" y="490688"/>
                  <a:pt x="1814049" y="482782"/>
                </a:cubicBezTo>
                <a:cubicBezTo>
                  <a:pt x="1818621" y="476210"/>
                  <a:pt x="1823955" y="468400"/>
                  <a:pt x="1815477" y="460303"/>
                </a:cubicBezTo>
                <a:cubicBezTo>
                  <a:pt x="1811667" y="456589"/>
                  <a:pt x="1808715" y="450874"/>
                  <a:pt x="1804238" y="449159"/>
                </a:cubicBezTo>
                <a:cubicBezTo>
                  <a:pt x="1777377" y="438682"/>
                  <a:pt x="1761280" y="413536"/>
                  <a:pt x="1736706" y="400391"/>
                </a:cubicBezTo>
                <a:cubicBezTo>
                  <a:pt x="1693176" y="377245"/>
                  <a:pt x="1648599" y="356100"/>
                  <a:pt x="1600689" y="342955"/>
                </a:cubicBezTo>
                <a:cubicBezTo>
                  <a:pt x="1564684" y="333145"/>
                  <a:pt x="1530108" y="319143"/>
                  <a:pt x="1495247" y="305808"/>
                </a:cubicBezTo>
                <a:cubicBezTo>
                  <a:pt x="1488294" y="303141"/>
                  <a:pt x="1480483" y="302188"/>
                  <a:pt x="1473054" y="301045"/>
                </a:cubicBezTo>
                <a:cubicBezTo>
                  <a:pt x="1456480" y="298569"/>
                  <a:pt x="1440002" y="296569"/>
                  <a:pt x="1425143" y="287425"/>
                </a:cubicBezTo>
                <a:cubicBezTo>
                  <a:pt x="1417428" y="282662"/>
                  <a:pt x="1407998" y="281614"/>
                  <a:pt x="1398854" y="281329"/>
                </a:cubicBezTo>
                <a:cubicBezTo>
                  <a:pt x="1351229" y="279900"/>
                  <a:pt x="1303985" y="271232"/>
                  <a:pt x="1256169" y="275233"/>
                </a:cubicBezTo>
                <a:cubicBezTo>
                  <a:pt x="1250264" y="275709"/>
                  <a:pt x="1243501" y="275995"/>
                  <a:pt x="1240263" y="269137"/>
                </a:cubicBezTo>
                <a:cubicBezTo>
                  <a:pt x="1235786" y="259516"/>
                  <a:pt x="1231404" y="254182"/>
                  <a:pt x="1223499" y="266755"/>
                </a:cubicBezTo>
                <a:cubicBezTo>
                  <a:pt x="1219784" y="272661"/>
                  <a:pt x="1215402" y="267327"/>
                  <a:pt x="1211783" y="265327"/>
                </a:cubicBezTo>
                <a:cubicBezTo>
                  <a:pt x="1205877" y="262088"/>
                  <a:pt x="1208640" y="257611"/>
                  <a:pt x="1211116" y="253801"/>
                </a:cubicBezTo>
                <a:cubicBezTo>
                  <a:pt x="1231500" y="221988"/>
                  <a:pt x="1252455" y="191127"/>
                  <a:pt x="1288745" y="174458"/>
                </a:cubicBezTo>
                <a:cubicBezTo>
                  <a:pt x="1305223" y="166838"/>
                  <a:pt x="1330941" y="168743"/>
                  <a:pt x="1344180" y="183126"/>
                </a:cubicBezTo>
                <a:cubicBezTo>
                  <a:pt x="1352562" y="192270"/>
                  <a:pt x="1365231" y="185126"/>
                  <a:pt x="1373232" y="193413"/>
                </a:cubicBezTo>
                <a:cubicBezTo>
                  <a:pt x="1374756" y="195032"/>
                  <a:pt x="1377327" y="192365"/>
                  <a:pt x="1377042" y="189793"/>
                </a:cubicBezTo>
                <a:cubicBezTo>
                  <a:pt x="1375803" y="180173"/>
                  <a:pt x="1380090" y="176649"/>
                  <a:pt x="1389519" y="175125"/>
                </a:cubicBezTo>
                <a:cubicBezTo>
                  <a:pt x="1396187" y="174077"/>
                  <a:pt x="1398378" y="166648"/>
                  <a:pt x="1396758" y="160266"/>
                </a:cubicBezTo>
                <a:cubicBezTo>
                  <a:pt x="1395139" y="153884"/>
                  <a:pt x="1389615" y="153694"/>
                  <a:pt x="1383804" y="154360"/>
                </a:cubicBezTo>
                <a:cubicBezTo>
                  <a:pt x="1368088" y="156361"/>
                  <a:pt x="1355420" y="154551"/>
                  <a:pt x="1343704" y="139787"/>
                </a:cubicBezTo>
                <a:cubicBezTo>
                  <a:pt x="1330750" y="123499"/>
                  <a:pt x="1307414" y="129976"/>
                  <a:pt x="1298460" y="149598"/>
                </a:cubicBezTo>
                <a:cubicBezTo>
                  <a:pt x="1296365" y="154170"/>
                  <a:pt x="1292936" y="156646"/>
                  <a:pt x="1288745" y="158647"/>
                </a:cubicBezTo>
                <a:cubicBezTo>
                  <a:pt x="1262551" y="171124"/>
                  <a:pt x="1238548" y="187031"/>
                  <a:pt x="1216260" y="205510"/>
                </a:cubicBezTo>
                <a:cubicBezTo>
                  <a:pt x="1208449" y="211987"/>
                  <a:pt x="1205401" y="209034"/>
                  <a:pt x="1204830" y="200842"/>
                </a:cubicBezTo>
                <a:cubicBezTo>
                  <a:pt x="1203496" y="182650"/>
                  <a:pt x="1211021" y="166648"/>
                  <a:pt x="1219784" y="151693"/>
                </a:cubicBezTo>
                <a:cubicBezTo>
                  <a:pt x="1226737" y="139978"/>
                  <a:pt x="1235786" y="129500"/>
                  <a:pt x="1245787" y="119975"/>
                </a:cubicBezTo>
                <a:cubicBezTo>
                  <a:pt x="1262265" y="104449"/>
                  <a:pt x="1271886" y="84637"/>
                  <a:pt x="1279410" y="63682"/>
                </a:cubicBezTo>
                <a:cubicBezTo>
                  <a:pt x="1281506" y="57967"/>
                  <a:pt x="1284173" y="51871"/>
                  <a:pt x="1279791" y="46252"/>
                </a:cubicBezTo>
                <a:cubicBezTo>
                  <a:pt x="1270076" y="33679"/>
                  <a:pt x="1278648" y="27678"/>
                  <a:pt x="1288745" y="24535"/>
                </a:cubicBezTo>
                <a:cubicBezTo>
                  <a:pt x="1299508" y="21201"/>
                  <a:pt x="1307890" y="15867"/>
                  <a:pt x="1314653" y="7009"/>
                </a:cubicBezTo>
                <a:cubicBezTo>
                  <a:pt x="1317701" y="3056"/>
                  <a:pt x="1321226" y="651"/>
                  <a:pt x="1324940" y="115"/>
                </a:cubicBezTo>
                <a:close/>
              </a:path>
            </a:pathLst>
          </a:custGeom>
          <a:solidFill>
            <a:schemeClr val="accent4"/>
          </a:solidFill>
          <a:ln w="9525" cap="flat">
            <a:noFill/>
            <a:prstDash val="solid"/>
            <a:miter/>
          </a:ln>
        </p:spPr>
        <p:txBody>
          <a:bodyPr rtlCol="0" anchor="ctr"/>
          <a:lstStyle/>
          <a:p>
            <a:endParaRPr lang="zh-CN" altLang="en-US"/>
          </a:p>
        </p:txBody>
      </p:sp>
      <p:sp>
        <p:nvSpPr>
          <p:cNvPr id="58" name="文本占位符 25"/>
          <p:cNvSpPr>
            <a:spLocks noGrp="1"/>
          </p:cNvSpPr>
          <p:nvPr>
            <p:custDataLst>
              <p:tags r:id="rId5"/>
            </p:custDataLst>
          </p:nvPr>
        </p:nvSpPr>
        <p:spPr>
          <a:xfrm>
            <a:off x="2338233" y="980820"/>
            <a:ext cx="9013226" cy="39878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1"/>
                </a:solidFill>
                <a:latin typeface="+mn-ea"/>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solidFill>
                  <a:srgbClr val="2DB2A4"/>
                </a:solidFill>
              </a:rPr>
              <a:t>研究背景</a:t>
            </a:r>
          </a:p>
        </p:txBody>
      </p:sp>
      <p:cxnSp>
        <p:nvCxnSpPr>
          <p:cNvPr id="59" name="直接连接符 58"/>
          <p:cNvCxnSpPr/>
          <p:nvPr userDrawn="1">
            <p:custDataLst>
              <p:tags r:id="rId6"/>
            </p:custDataLst>
          </p:nvPr>
        </p:nvCxnSpPr>
        <p:spPr>
          <a:xfrm>
            <a:off x="2338233" y="1373998"/>
            <a:ext cx="4403698" cy="0"/>
          </a:xfrm>
          <a:prstGeom prst="line">
            <a:avLst/>
          </a:prstGeom>
          <a:ln>
            <a:solidFill>
              <a:srgbClr val="2DB2A4"/>
            </a:solidFill>
            <a:headEnd type="none" w="med" len="med"/>
          </a:ln>
        </p:spPr>
        <p:style>
          <a:lnRef idx="3">
            <a:schemeClr val="accent6"/>
          </a:lnRef>
          <a:fillRef idx="0">
            <a:schemeClr val="accent6"/>
          </a:fillRef>
          <a:effectRef idx="2">
            <a:schemeClr val="accent6"/>
          </a:effectRef>
          <a:fontRef idx="minor">
            <a:schemeClr val="tx1"/>
          </a:fontRef>
        </p:style>
      </p:cxnSp>
      <p:sp>
        <p:nvSpPr>
          <p:cNvPr id="60" name="文本占位符 26"/>
          <p:cNvSpPr>
            <a:spLocks noGrp="1"/>
          </p:cNvSpPr>
          <p:nvPr>
            <p:custDataLst>
              <p:tags r:id="rId7"/>
            </p:custDataLst>
          </p:nvPr>
        </p:nvSpPr>
        <p:spPr>
          <a:xfrm>
            <a:off x="718185" y="4376420"/>
            <a:ext cx="9013190" cy="1899920"/>
          </a:xfrm>
          <a:prstGeom prst="rect">
            <a:avLst/>
          </a:prstGeom>
        </p:spPr>
        <p:txBody>
          <a:bodyPr vert="horz" wrap="square" lIns="91440" tIns="45720" rIns="91440" bIns="45720" anchor="t" anchorCtr="0">
            <a:noAutofit/>
          </a:bodyPr>
          <a:lstStyle>
            <a:lvl1pPr marL="0" marR="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sz="2000" spc="0">
                <a:solidFill>
                  <a:srgbClr val="000000"/>
                </a:solidFill>
                <a:latin typeface="+mn-ea"/>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285750" indent="-285750">
              <a:spcAft>
                <a:spcPts val="600"/>
              </a:spcAft>
              <a:buClr>
                <a:srgbClr val="FFC000"/>
              </a:buClr>
              <a:buFont typeface="Wingdings" panose="05000000000000000000" pitchFamily="2" charset="2"/>
              <a:buChar char="Ø"/>
            </a:pPr>
            <a:r>
              <a:rPr lang="zh-CN" dirty="0">
                <a:sym typeface="+mn-ea"/>
              </a:rPr>
              <a:t>要解决的问题是考虑多技能资源、里程碑节点</a:t>
            </a:r>
            <a:r>
              <a:rPr lang="zh-CN" altLang="en-US" dirty="0">
                <a:sym typeface="+mn-ea"/>
              </a:rPr>
              <a:t>、资源转移、可中断</a:t>
            </a:r>
            <a:r>
              <a:rPr lang="zh-CN" dirty="0">
                <a:sym typeface="+mn-ea"/>
              </a:rPr>
              <a:t>等约束进行人员分配和项目调度。</a:t>
            </a:r>
            <a:endParaRPr lang="zh-CN" altLang="en-US" dirty="0">
              <a:sym typeface="+mn-ea"/>
            </a:endParaRPr>
          </a:p>
          <a:p>
            <a:pPr marL="285750" indent="-285750">
              <a:spcAft>
                <a:spcPts val="600"/>
              </a:spcAft>
              <a:buClr>
                <a:srgbClr val="FFC000"/>
              </a:buClr>
              <a:buFont typeface="Wingdings" panose="05000000000000000000" pitchFamily="2" charset="2"/>
              <a:buChar char="Ø"/>
            </a:pPr>
            <a:r>
              <a:rPr lang="zh-CN" dirty="0">
                <a:sym typeface="+mn-ea"/>
              </a:rPr>
              <a:t>合理的调度方案能够提升</a:t>
            </a:r>
            <a:r>
              <a:rPr lang="zh-CN" altLang="en-US" b="1" dirty="0">
                <a:solidFill>
                  <a:srgbClr val="F3B903"/>
                </a:solidFill>
                <a:sym typeface="+mn-ea"/>
              </a:rPr>
              <a:t>进度管理</a:t>
            </a:r>
            <a:r>
              <a:rPr lang="zh-CN" dirty="0">
                <a:sym typeface="+mn-ea"/>
              </a:rPr>
              <a:t>、</a:t>
            </a:r>
            <a:r>
              <a:rPr lang="zh-CN" altLang="en-US" b="1" dirty="0">
                <a:solidFill>
                  <a:srgbClr val="F3B903"/>
                </a:solidFill>
                <a:sym typeface="+mn-ea"/>
              </a:rPr>
              <a:t>质量管理</a:t>
            </a:r>
            <a:r>
              <a:rPr lang="zh-CN" dirty="0">
                <a:sym typeface="+mn-ea"/>
              </a:rPr>
              <a:t>、</a:t>
            </a:r>
            <a:r>
              <a:rPr lang="zh-CN" altLang="en-US" b="1" dirty="0">
                <a:solidFill>
                  <a:srgbClr val="F3B903"/>
                </a:solidFill>
                <a:sym typeface="+mn-ea"/>
              </a:rPr>
              <a:t>成本管理</a:t>
            </a:r>
            <a:r>
              <a:rPr lang="zh-CN" dirty="0">
                <a:sym typeface="+mn-ea"/>
              </a:rPr>
              <a:t>的水平，提升工作效率，具有重要现实意义。</a:t>
            </a:r>
          </a:p>
          <a:p>
            <a:pPr marL="285750" indent="-285750">
              <a:spcAft>
                <a:spcPts val="600"/>
              </a:spcAft>
              <a:buClr>
                <a:srgbClr val="FFC000"/>
              </a:buClr>
              <a:buFont typeface="Wingdings" panose="05000000000000000000" pitchFamily="2" charset="2"/>
              <a:buChar char="Ø"/>
            </a:pPr>
            <a:endParaRPr lang="zh-CN" altLang="en-US" dirty="0">
              <a:sym typeface="+mn-ea"/>
            </a:endParaRPr>
          </a:p>
        </p:txBody>
      </p:sp>
      <p:sp>
        <p:nvSpPr>
          <p:cNvPr id="61" name="文本占位符 25"/>
          <p:cNvSpPr>
            <a:spLocks noGrp="1"/>
          </p:cNvSpPr>
          <p:nvPr>
            <p:custDataLst>
              <p:tags r:id="rId8"/>
            </p:custDataLst>
          </p:nvPr>
        </p:nvSpPr>
        <p:spPr>
          <a:xfrm>
            <a:off x="740374" y="3954137"/>
            <a:ext cx="9013226" cy="39878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2"/>
                </a:solidFill>
                <a:latin typeface="+mn-ea"/>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solidFill>
                  <a:schemeClr val="accent4"/>
                </a:solidFill>
              </a:rPr>
              <a:t>目的及意义</a:t>
            </a:r>
          </a:p>
        </p:txBody>
      </p:sp>
      <p:cxnSp>
        <p:nvCxnSpPr>
          <p:cNvPr id="62" name="直接连接符 61"/>
          <p:cNvCxnSpPr/>
          <p:nvPr userDrawn="1">
            <p:custDataLst>
              <p:tags r:id="rId9"/>
            </p:custDataLst>
          </p:nvPr>
        </p:nvCxnSpPr>
        <p:spPr>
          <a:xfrm>
            <a:off x="734072" y="4328121"/>
            <a:ext cx="4403698" cy="0"/>
          </a:xfrm>
          <a:prstGeom prst="line">
            <a:avLst/>
          </a:prstGeom>
          <a:ln>
            <a:headEnd type="none" w="med" len="med"/>
          </a:ln>
        </p:spPr>
        <p:style>
          <a:lnRef idx="3">
            <a:schemeClr val="accent4"/>
          </a:lnRef>
          <a:fillRef idx="0">
            <a:schemeClr val="accent4"/>
          </a:fillRef>
          <a:effectRef idx="2">
            <a:schemeClr val="accent4"/>
          </a:effectRef>
          <a:fontRef idx="minor">
            <a:schemeClr val="tx1"/>
          </a:fontRef>
        </p:style>
      </p:cxnSp>
      <p:sp>
        <p:nvSpPr>
          <p:cNvPr id="5" name="文本框 4">
            <a:extLst>
              <a:ext uri="{FF2B5EF4-FFF2-40B4-BE49-F238E27FC236}">
                <a16:creationId xmlns:a16="http://schemas.microsoft.com/office/drawing/2014/main" id="{B1167233-CCAB-4AF7-9EC5-BA992690F726}"/>
              </a:ext>
            </a:extLst>
          </p:cNvPr>
          <p:cNvSpPr txBox="1"/>
          <p:nvPr/>
        </p:nvSpPr>
        <p:spPr>
          <a:xfrm>
            <a:off x="5637727" y="2781836"/>
            <a:ext cx="914400" cy="914400"/>
          </a:xfrm>
          <a:prstGeom prst="rect">
            <a:avLst/>
          </a:prstGeom>
          <a:noFill/>
        </p:spPr>
        <p:txBody>
          <a:bodyPr wrap="square" rtlCol="0">
            <a:spAutoFit/>
          </a:bodyPr>
          <a:lstStyle/>
          <a:p>
            <a:endParaRPr lang="zh-CN" altLang="en-US" dirty="0"/>
          </a:p>
        </p:txBody>
      </p:sp>
      <p:sp>
        <p:nvSpPr>
          <p:cNvPr id="6" name="文本框 5">
            <a:extLst>
              <a:ext uri="{FF2B5EF4-FFF2-40B4-BE49-F238E27FC236}">
                <a16:creationId xmlns:a16="http://schemas.microsoft.com/office/drawing/2014/main" id="{DAD6346E-0F90-4FE7-BB84-BD4B3A77A7F3}"/>
              </a:ext>
            </a:extLst>
          </p:cNvPr>
          <p:cNvSpPr txBox="1"/>
          <p:nvPr/>
        </p:nvSpPr>
        <p:spPr>
          <a:xfrm>
            <a:off x="2800246" y="2045958"/>
            <a:ext cx="9656232" cy="707886"/>
          </a:xfrm>
          <a:prstGeom prst="rect">
            <a:avLst/>
          </a:prstGeom>
          <a:noFill/>
        </p:spPr>
        <p:txBody>
          <a:bodyPr wrap="square" rtlCol="0">
            <a:spAutoFit/>
          </a:bodyPr>
          <a:lstStyle/>
          <a:p>
            <a:pPr latinLnBrk="0"/>
            <a:r>
              <a:rPr lang="zh-CN" altLang="en-US" sz="2000" b="1" dirty="0">
                <a:solidFill>
                  <a:srgbClr val="2DB2A4"/>
                </a:solidFill>
                <a:latin typeface="+mn-ea"/>
                <a:sym typeface="阿里巴巴普惠体 B" panose="00020600040101010101" pitchFamily="18" charset="-122"/>
              </a:rPr>
              <a:t>里程碑的资源受限项目调度问题却很少考虑人员的分配问题，</a:t>
            </a:r>
            <a:endParaRPr lang="en-US" altLang="zh-CN" sz="2000" b="1" dirty="0">
              <a:solidFill>
                <a:srgbClr val="2DB2A4"/>
              </a:solidFill>
              <a:latin typeface="+mn-ea"/>
              <a:sym typeface="阿里巴巴普惠体 B" panose="00020600040101010101" pitchFamily="18" charset="-122"/>
            </a:endParaRPr>
          </a:p>
          <a:p>
            <a:pPr latinLnBrk="0"/>
            <a:r>
              <a:rPr lang="zh-CN" altLang="en-US" sz="2000" b="1" dirty="0">
                <a:solidFill>
                  <a:srgbClr val="2DB2A4"/>
                </a:solidFill>
                <a:latin typeface="+mn-ea"/>
                <a:sym typeface="阿里巴巴普惠体 B" panose="00020600040101010101" pitchFamily="18" charset="-122"/>
              </a:rPr>
              <a:t>同时，关于资源转移的这个问题还仍然被忽视。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3" grpId="1"/>
      <p:bldP spid="7"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514350" indent="-514350">
              <a:buFont typeface="+mj-lt"/>
              <a:buAutoNum type="arabicPeriod" startAt="2"/>
            </a:pPr>
            <a:r>
              <a:rPr lang="zh-CN" altLang="en-US" sz="3200" dirty="0"/>
              <a:t>研究思路与方法</a:t>
            </a:r>
          </a:p>
        </p:txBody>
      </p:sp>
      <p:sp>
        <p:nvSpPr>
          <p:cNvPr id="3" name="灯片编号占位符 2"/>
          <p:cNvSpPr>
            <a:spLocks noGrp="1"/>
          </p:cNvSpPr>
          <p:nvPr>
            <p:ph type="sldNum" sz="quarter" idx="12"/>
          </p:nvPr>
        </p:nvSpPr>
        <p:spPr>
          <a:xfrm>
            <a:off x="8770767" y="6229131"/>
            <a:ext cx="2743200" cy="341761"/>
          </a:xfrm>
        </p:spPr>
        <p:txBody>
          <a:bodyPr/>
          <a:lstStyle/>
          <a:p>
            <a:fld id="{1AAC388E-FA9E-4A2C-95EA-1F6B3A07935A}" type="slidenum">
              <a:rPr lang="zh-CN" altLang="en-US" smtClean="0"/>
              <a:t>4</a:t>
            </a:fld>
            <a:endParaRPr lang="zh-CN" altLang="en-US" dirty="0"/>
          </a:p>
        </p:txBody>
      </p:sp>
      <p:sp>
        <p:nvSpPr>
          <p:cNvPr id="4" name="文本占位符 3"/>
          <p:cNvSpPr>
            <a:spLocks noGrp="1"/>
          </p:cNvSpPr>
          <p:nvPr>
            <p:ph type="body" sz="quarter" idx="13"/>
          </p:nvPr>
        </p:nvSpPr>
        <p:spPr/>
        <p:txBody>
          <a:bodyPr/>
          <a:lstStyle/>
          <a:p>
            <a:r>
              <a:rPr lang="zh-CN" altLang="en-US" b="1" dirty="0">
                <a:solidFill>
                  <a:srgbClr val="0E647C"/>
                </a:solidFill>
              </a:rPr>
              <a:t>问题描述</a:t>
            </a:r>
          </a:p>
        </p:txBody>
      </p:sp>
      <p:sp>
        <p:nvSpPr>
          <p:cNvPr id="5" name="文本占位符 4"/>
          <p:cNvSpPr>
            <a:spLocks noGrp="1"/>
          </p:cNvSpPr>
          <p:nvPr>
            <p:ph type="body" sz="quarter" idx="14"/>
          </p:nvPr>
        </p:nvSpPr>
        <p:spPr/>
        <p:txBody>
          <a:bodyPr/>
          <a:lstStyle/>
          <a:p>
            <a:r>
              <a:rPr lang="zh-CN" altLang="en-US" dirty="0"/>
              <a:t>模型构建</a:t>
            </a:r>
          </a:p>
        </p:txBody>
      </p:sp>
      <p:sp>
        <p:nvSpPr>
          <p:cNvPr id="6" name="文本占位符 5"/>
          <p:cNvSpPr>
            <a:spLocks noGrp="1"/>
          </p:cNvSpPr>
          <p:nvPr>
            <p:ph type="body" sz="quarter" idx="15"/>
          </p:nvPr>
        </p:nvSpPr>
        <p:spPr/>
        <p:txBody>
          <a:bodyPr/>
          <a:lstStyle/>
          <a:p>
            <a:r>
              <a:rPr lang="zh-CN" altLang="en-US" dirty="0"/>
              <a:t>算法设计</a:t>
            </a:r>
          </a:p>
        </p:txBody>
      </p:sp>
      <p:pic>
        <p:nvPicPr>
          <p:cNvPr id="7" name="图片 6"/>
          <p:cNvPicPr>
            <a:picLocks noChangeAspect="1"/>
          </p:cNvPicPr>
          <p:nvPr/>
        </p:nvPicPr>
        <p:blipFill>
          <a:blip r:embed="rId16"/>
          <a:stretch>
            <a:fillRect/>
          </a:stretch>
        </p:blipFill>
        <p:spPr>
          <a:xfrm>
            <a:off x="718218" y="1377855"/>
            <a:ext cx="4864100" cy="1100455"/>
          </a:xfrm>
          <a:prstGeom prst="rect">
            <a:avLst/>
          </a:prstGeom>
        </p:spPr>
      </p:pic>
      <p:pic>
        <p:nvPicPr>
          <p:cNvPr id="10" name="图片 9"/>
          <p:cNvPicPr>
            <a:picLocks noChangeAspect="1"/>
          </p:cNvPicPr>
          <p:nvPr>
            <p:custDataLst>
              <p:tags r:id="rId1"/>
            </p:custDataLst>
          </p:nvPr>
        </p:nvPicPr>
        <p:blipFill>
          <a:blip r:embed="rId17"/>
          <a:stretch>
            <a:fillRect/>
          </a:stretch>
        </p:blipFill>
        <p:spPr>
          <a:xfrm>
            <a:off x="6521450" y="1246142"/>
            <a:ext cx="4992517" cy="1460810"/>
          </a:xfrm>
          <a:prstGeom prst="rect">
            <a:avLst/>
          </a:prstGeom>
        </p:spPr>
      </p:pic>
      <p:sp>
        <p:nvSpPr>
          <p:cNvPr id="18" name="矩形 17"/>
          <p:cNvSpPr/>
          <p:nvPr>
            <p:custDataLst>
              <p:tags r:id="rId2"/>
            </p:custDataLst>
          </p:nvPr>
        </p:nvSpPr>
        <p:spPr>
          <a:xfrm>
            <a:off x="389166" y="2654252"/>
            <a:ext cx="1308735" cy="372025"/>
          </a:xfrm>
          <a:prstGeom prst="rect">
            <a:avLst/>
          </a:prstGeom>
          <a:solidFill>
            <a:srgbClr val="2DB2A4"/>
          </a:solidFill>
          <a:ln>
            <a:solidFill>
              <a:srgbClr val="2DB2A4"/>
            </a:solidFill>
          </a:ln>
        </p:spPr>
        <p:txBody>
          <a:bodyPr vert="horz" wrap="square" anchor="ctr">
            <a:spAutoFit/>
          </a:bodyPr>
          <a:lstStyle/>
          <a:p>
            <a:pPr algn="ctr" latinLnBrk="0">
              <a:lnSpc>
                <a:spcPct val="125000"/>
              </a:lnSpc>
            </a:pPr>
            <a:r>
              <a:rPr lang="zh-CN" altLang="en-US" sz="1600" b="1" dirty="0">
                <a:solidFill>
                  <a:schemeClr val="bg1"/>
                </a:solidFill>
                <a:latin typeface="微软雅黑" panose="020B0503020204020204" pitchFamily="34" charset="-122"/>
                <a:ea typeface="微软雅黑" panose="020B0503020204020204" pitchFamily="34" charset="-122"/>
              </a:rPr>
              <a:t>任务网络</a:t>
            </a:r>
          </a:p>
        </p:txBody>
      </p:sp>
      <p:sp>
        <p:nvSpPr>
          <p:cNvPr id="19" name="文本框 18"/>
          <p:cNvSpPr txBox="1"/>
          <p:nvPr/>
        </p:nvSpPr>
        <p:spPr>
          <a:xfrm>
            <a:off x="1684767" y="2638335"/>
            <a:ext cx="4615180" cy="414020"/>
          </a:xfrm>
          <a:prstGeom prst="rect">
            <a:avLst/>
          </a:prstGeom>
          <a:noFill/>
        </p:spPr>
        <p:txBody>
          <a:bodyPr wrap="square" rtlCol="0" anchor="t">
            <a:spAutoFit/>
          </a:bodyPr>
          <a:lstStyle/>
          <a:p>
            <a:pPr algn="l" latinLnBrk="0">
              <a:lnSpc>
                <a:spcPct val="150000"/>
              </a:lnSpc>
            </a:pPr>
            <a:r>
              <a:rPr lang="zh-CN" altLang="en-US" sz="1400" dirty="0">
                <a:solidFill>
                  <a:schemeClr val="tx1">
                    <a:lumMod val="75000"/>
                    <a:lumOff val="25000"/>
                  </a:schemeClr>
                </a:solidFill>
                <a:effectLst/>
                <a:latin typeface="微软雅黑" panose="020B0503020204020204" pitchFamily="34" charset="-122"/>
                <a:ea typeface="微软雅黑" panose="020B0503020204020204" pitchFamily="34" charset="-122"/>
                <a:sym typeface="+mn-ea"/>
              </a:rPr>
              <a:t>项目分解成一系列具有前后续关系的任务形成任务网络。</a:t>
            </a:r>
          </a:p>
        </p:txBody>
      </p:sp>
      <p:sp>
        <p:nvSpPr>
          <p:cNvPr id="21" name="文本框 20"/>
          <p:cNvSpPr txBox="1"/>
          <p:nvPr>
            <p:custDataLst>
              <p:tags r:id="rId3"/>
            </p:custDataLst>
          </p:nvPr>
        </p:nvSpPr>
        <p:spPr>
          <a:xfrm>
            <a:off x="7615491" y="2687684"/>
            <a:ext cx="6096000" cy="414020"/>
          </a:xfrm>
          <a:prstGeom prst="rect">
            <a:avLst/>
          </a:prstGeom>
          <a:noFill/>
        </p:spPr>
        <p:txBody>
          <a:bodyPr wrap="square" rtlCol="0" anchor="t">
            <a:spAutoFit/>
          </a:bodyPr>
          <a:lstStyle/>
          <a:p>
            <a:pPr algn="l" latinLnBrk="0">
              <a:lnSpc>
                <a:spcPct val="150000"/>
              </a:lnSpc>
            </a:pPr>
            <a:r>
              <a:rPr lang="zh-CN" altLang="en-US" sz="1400" dirty="0">
                <a:solidFill>
                  <a:schemeClr val="tx1">
                    <a:lumMod val="75000"/>
                    <a:lumOff val="25000"/>
                  </a:schemeClr>
                </a:solidFill>
                <a:effectLst/>
                <a:latin typeface="微软雅黑" panose="020B0503020204020204" pitchFamily="34" charset="-122"/>
                <a:ea typeface="微软雅黑" panose="020B0503020204020204" pitchFamily="34" charset="-122"/>
                <a:sym typeface="+mn-ea"/>
              </a:rPr>
              <a:t>人力资源具备满足不同任务需求的能力。</a:t>
            </a:r>
          </a:p>
        </p:txBody>
      </p:sp>
      <p:sp>
        <p:nvSpPr>
          <p:cNvPr id="22" name="文本框 21"/>
          <p:cNvSpPr txBox="1"/>
          <p:nvPr>
            <p:custDataLst>
              <p:tags r:id="rId4"/>
            </p:custDataLst>
          </p:nvPr>
        </p:nvSpPr>
        <p:spPr>
          <a:xfrm>
            <a:off x="1741170" y="5582450"/>
            <a:ext cx="6096000" cy="414020"/>
          </a:xfrm>
          <a:prstGeom prst="rect">
            <a:avLst/>
          </a:prstGeom>
          <a:noFill/>
        </p:spPr>
        <p:txBody>
          <a:bodyPr wrap="square" rtlCol="0" anchor="t">
            <a:spAutoFit/>
          </a:bodyPr>
          <a:lstStyle/>
          <a:p>
            <a:pPr algn="l" latinLnBrk="0">
              <a:lnSpc>
                <a:spcPct val="150000"/>
              </a:lnSpc>
            </a:pPr>
            <a:r>
              <a:rPr lang="zh-CN" altLang="en-US" sz="1400" dirty="0">
                <a:solidFill>
                  <a:schemeClr val="tx1">
                    <a:lumMod val="75000"/>
                    <a:lumOff val="25000"/>
                  </a:schemeClr>
                </a:solidFill>
                <a:effectLst/>
                <a:latin typeface="微软雅黑" panose="020B0503020204020204" pitchFamily="34" charset="-122"/>
                <a:ea typeface="微软雅黑" panose="020B0503020204020204" pitchFamily="34" charset="-122"/>
                <a:sym typeface="+mn-ea"/>
              </a:rPr>
              <a:t>未能按时完成里程碑节点，将会面临相应的延迟惩罚。</a:t>
            </a:r>
          </a:p>
        </p:txBody>
      </p:sp>
      <p:sp>
        <p:nvSpPr>
          <p:cNvPr id="24" name="矩形 23"/>
          <p:cNvSpPr/>
          <p:nvPr>
            <p:custDataLst>
              <p:tags r:id="rId5"/>
            </p:custDataLst>
          </p:nvPr>
        </p:nvSpPr>
        <p:spPr>
          <a:xfrm>
            <a:off x="360680" y="1241425"/>
            <a:ext cx="5869417" cy="1908923"/>
          </a:xfrm>
          <a:prstGeom prst="rect">
            <a:avLst/>
          </a:prstGeom>
          <a:noFill/>
          <a:ln w="19050">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600" dirty="0">
              <a:solidFill>
                <a:schemeClr val="tx1"/>
              </a:solidFill>
            </a:endParaRPr>
          </a:p>
        </p:txBody>
      </p:sp>
      <p:pic>
        <p:nvPicPr>
          <p:cNvPr id="26" name="图片 25">
            <a:extLst>
              <a:ext uri="{FF2B5EF4-FFF2-40B4-BE49-F238E27FC236}">
                <a16:creationId xmlns:a16="http://schemas.microsoft.com/office/drawing/2014/main" id="{80CD211B-4D9C-4E27-B614-E1EBB54190DA}"/>
              </a:ext>
            </a:extLst>
          </p:cNvPr>
          <p:cNvPicPr>
            <a:picLocks noChangeAspect="1"/>
          </p:cNvPicPr>
          <p:nvPr>
            <p:custDataLst>
              <p:tags r:id="rId6"/>
            </p:custDataLst>
          </p:nvPr>
        </p:nvPicPr>
        <p:blipFill>
          <a:blip r:embed="rId18"/>
          <a:stretch>
            <a:fillRect/>
          </a:stretch>
        </p:blipFill>
        <p:spPr>
          <a:xfrm>
            <a:off x="6710584" y="3429000"/>
            <a:ext cx="4493895" cy="1916543"/>
          </a:xfrm>
          <a:prstGeom prst="rect">
            <a:avLst/>
          </a:prstGeom>
        </p:spPr>
      </p:pic>
      <p:sp>
        <p:nvSpPr>
          <p:cNvPr id="28" name="矩形 27">
            <a:extLst>
              <a:ext uri="{FF2B5EF4-FFF2-40B4-BE49-F238E27FC236}">
                <a16:creationId xmlns:a16="http://schemas.microsoft.com/office/drawing/2014/main" id="{E47A5894-B72C-45CD-8BE3-4CC35421EB03}"/>
              </a:ext>
            </a:extLst>
          </p:cNvPr>
          <p:cNvSpPr/>
          <p:nvPr>
            <p:custDataLst>
              <p:tags r:id="rId7"/>
            </p:custDataLst>
          </p:nvPr>
        </p:nvSpPr>
        <p:spPr>
          <a:xfrm>
            <a:off x="6230097" y="1241425"/>
            <a:ext cx="5635513" cy="4772660"/>
          </a:xfrm>
          <a:prstGeom prst="rect">
            <a:avLst/>
          </a:prstGeom>
          <a:noFill/>
          <a:ln w="19050">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600" dirty="0">
              <a:solidFill>
                <a:schemeClr val="tx1"/>
              </a:solidFill>
            </a:endParaRPr>
          </a:p>
        </p:txBody>
      </p:sp>
      <p:sp>
        <p:nvSpPr>
          <p:cNvPr id="29" name="矩形 28">
            <a:extLst>
              <a:ext uri="{FF2B5EF4-FFF2-40B4-BE49-F238E27FC236}">
                <a16:creationId xmlns:a16="http://schemas.microsoft.com/office/drawing/2014/main" id="{A8288DD6-A248-4CAB-AFB2-5E8CEC2F56FA}"/>
              </a:ext>
            </a:extLst>
          </p:cNvPr>
          <p:cNvSpPr/>
          <p:nvPr>
            <p:custDataLst>
              <p:tags r:id="rId8"/>
            </p:custDataLst>
          </p:nvPr>
        </p:nvSpPr>
        <p:spPr>
          <a:xfrm>
            <a:off x="364594" y="3157968"/>
            <a:ext cx="5869417" cy="2856116"/>
          </a:xfrm>
          <a:prstGeom prst="rect">
            <a:avLst/>
          </a:prstGeom>
          <a:noFill/>
          <a:ln w="19050">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600" dirty="0">
              <a:solidFill>
                <a:schemeClr val="tx1"/>
              </a:solidFill>
            </a:endParaRPr>
          </a:p>
        </p:txBody>
      </p:sp>
      <p:sp>
        <p:nvSpPr>
          <p:cNvPr id="31" name="矩形 30">
            <a:extLst>
              <a:ext uri="{FF2B5EF4-FFF2-40B4-BE49-F238E27FC236}">
                <a16:creationId xmlns:a16="http://schemas.microsoft.com/office/drawing/2014/main" id="{53F4EAA6-FF17-47B1-8552-2DCE908ABD3F}"/>
              </a:ext>
            </a:extLst>
          </p:cNvPr>
          <p:cNvSpPr/>
          <p:nvPr>
            <p:custDataLst>
              <p:tags r:id="rId9"/>
            </p:custDataLst>
          </p:nvPr>
        </p:nvSpPr>
        <p:spPr>
          <a:xfrm>
            <a:off x="6223288" y="1241425"/>
            <a:ext cx="5635513" cy="1916543"/>
          </a:xfrm>
          <a:prstGeom prst="rect">
            <a:avLst/>
          </a:prstGeom>
          <a:noFill/>
          <a:ln w="19050">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600" dirty="0">
              <a:solidFill>
                <a:schemeClr val="tx1"/>
              </a:solidFill>
            </a:endParaRPr>
          </a:p>
        </p:txBody>
      </p:sp>
      <p:sp>
        <p:nvSpPr>
          <p:cNvPr id="34" name="矩形 33">
            <a:extLst>
              <a:ext uri="{FF2B5EF4-FFF2-40B4-BE49-F238E27FC236}">
                <a16:creationId xmlns:a16="http://schemas.microsoft.com/office/drawing/2014/main" id="{94E9FA24-2B1A-4B4F-8E97-604AD2E592B4}"/>
              </a:ext>
            </a:extLst>
          </p:cNvPr>
          <p:cNvSpPr/>
          <p:nvPr>
            <p:custDataLst>
              <p:tags r:id="rId10"/>
            </p:custDataLst>
          </p:nvPr>
        </p:nvSpPr>
        <p:spPr>
          <a:xfrm>
            <a:off x="389166" y="5599150"/>
            <a:ext cx="1308735" cy="372025"/>
          </a:xfrm>
          <a:prstGeom prst="rect">
            <a:avLst/>
          </a:prstGeom>
          <a:solidFill>
            <a:srgbClr val="2DB2A4"/>
          </a:solidFill>
          <a:ln>
            <a:solidFill>
              <a:srgbClr val="2DB2A4"/>
            </a:solidFill>
          </a:ln>
        </p:spPr>
        <p:txBody>
          <a:bodyPr vert="horz" wrap="square" anchor="ctr">
            <a:spAutoFit/>
          </a:bodyPr>
          <a:lstStyle/>
          <a:p>
            <a:pPr algn="ctr" latinLnBrk="0">
              <a:lnSpc>
                <a:spcPct val="125000"/>
              </a:lnSpc>
            </a:pPr>
            <a:r>
              <a:rPr lang="zh-CN" altLang="en-US" sz="1600" b="1" dirty="0">
                <a:solidFill>
                  <a:schemeClr val="bg1"/>
                </a:solidFill>
                <a:latin typeface="微软雅黑" panose="020B0503020204020204" pitchFamily="34" charset="-122"/>
                <a:ea typeface="微软雅黑" panose="020B0503020204020204" pitchFamily="34" charset="-122"/>
              </a:rPr>
              <a:t>里程碑节点</a:t>
            </a:r>
          </a:p>
        </p:txBody>
      </p:sp>
      <p:sp>
        <p:nvSpPr>
          <p:cNvPr id="35" name="矩形 34">
            <a:extLst>
              <a:ext uri="{FF2B5EF4-FFF2-40B4-BE49-F238E27FC236}">
                <a16:creationId xmlns:a16="http://schemas.microsoft.com/office/drawing/2014/main" id="{749232E6-405F-4B0E-921D-69A8B915656A}"/>
              </a:ext>
            </a:extLst>
          </p:cNvPr>
          <p:cNvSpPr/>
          <p:nvPr>
            <p:custDataLst>
              <p:tags r:id="rId11"/>
            </p:custDataLst>
          </p:nvPr>
        </p:nvSpPr>
        <p:spPr>
          <a:xfrm>
            <a:off x="6306756" y="2706952"/>
            <a:ext cx="1308735" cy="372025"/>
          </a:xfrm>
          <a:prstGeom prst="rect">
            <a:avLst/>
          </a:prstGeom>
          <a:solidFill>
            <a:srgbClr val="2DB2A4"/>
          </a:solidFill>
          <a:ln>
            <a:solidFill>
              <a:srgbClr val="2DB2A4"/>
            </a:solidFill>
          </a:ln>
        </p:spPr>
        <p:txBody>
          <a:bodyPr vert="horz" wrap="square" anchor="ctr">
            <a:spAutoFit/>
          </a:bodyPr>
          <a:lstStyle/>
          <a:p>
            <a:pPr algn="ctr" latinLnBrk="0">
              <a:lnSpc>
                <a:spcPct val="125000"/>
              </a:lnSpc>
            </a:pPr>
            <a:r>
              <a:rPr lang="zh-CN" altLang="en-US" sz="1600" b="1" dirty="0">
                <a:solidFill>
                  <a:schemeClr val="bg1"/>
                </a:solidFill>
                <a:latin typeface="微软雅黑" panose="020B0503020204020204" pitchFamily="34" charset="-122"/>
                <a:ea typeface="微软雅黑" panose="020B0503020204020204" pitchFamily="34" charset="-122"/>
              </a:rPr>
              <a:t>多技能资源</a:t>
            </a:r>
          </a:p>
        </p:txBody>
      </p:sp>
      <p:sp>
        <p:nvSpPr>
          <p:cNvPr id="36" name="矩形 35">
            <a:extLst>
              <a:ext uri="{FF2B5EF4-FFF2-40B4-BE49-F238E27FC236}">
                <a16:creationId xmlns:a16="http://schemas.microsoft.com/office/drawing/2014/main" id="{AF58A432-7096-4BFC-A69E-3F792D137D3A}"/>
              </a:ext>
            </a:extLst>
          </p:cNvPr>
          <p:cNvSpPr/>
          <p:nvPr>
            <p:custDataLst>
              <p:tags r:id="rId12"/>
            </p:custDataLst>
          </p:nvPr>
        </p:nvSpPr>
        <p:spPr>
          <a:xfrm>
            <a:off x="6325816" y="5582450"/>
            <a:ext cx="1408484" cy="372025"/>
          </a:xfrm>
          <a:prstGeom prst="rect">
            <a:avLst/>
          </a:prstGeom>
          <a:solidFill>
            <a:srgbClr val="2DB2A4"/>
          </a:solidFill>
          <a:ln>
            <a:solidFill>
              <a:srgbClr val="2DB2A4"/>
            </a:solidFill>
          </a:ln>
        </p:spPr>
        <p:txBody>
          <a:bodyPr vert="horz" wrap="square" anchor="ctr">
            <a:spAutoFit/>
          </a:bodyPr>
          <a:lstStyle/>
          <a:p>
            <a:pPr algn="ctr" latinLnBrk="0">
              <a:lnSpc>
                <a:spcPct val="125000"/>
              </a:lnSpc>
            </a:pPr>
            <a:r>
              <a:rPr lang="zh-CN" altLang="en-US" sz="1600" b="1" dirty="0">
                <a:solidFill>
                  <a:schemeClr val="bg1"/>
                </a:solidFill>
                <a:latin typeface="微软雅黑" panose="020B0503020204020204" pitchFamily="34" charset="-122"/>
                <a:ea typeface="微软雅黑" panose="020B0503020204020204" pitchFamily="34" charset="-122"/>
              </a:rPr>
              <a:t>资源转移时间</a:t>
            </a:r>
          </a:p>
        </p:txBody>
      </p:sp>
      <p:sp>
        <p:nvSpPr>
          <p:cNvPr id="37" name="文本框 36">
            <a:extLst>
              <a:ext uri="{FF2B5EF4-FFF2-40B4-BE49-F238E27FC236}">
                <a16:creationId xmlns:a16="http://schemas.microsoft.com/office/drawing/2014/main" id="{3AE5F297-F3FE-456B-925D-5956D3CECA1E}"/>
              </a:ext>
            </a:extLst>
          </p:cNvPr>
          <p:cNvSpPr txBox="1"/>
          <p:nvPr>
            <p:custDataLst>
              <p:tags r:id="rId13"/>
            </p:custDataLst>
          </p:nvPr>
        </p:nvSpPr>
        <p:spPr>
          <a:xfrm>
            <a:off x="7670800" y="5579422"/>
            <a:ext cx="6096000" cy="377411"/>
          </a:xfrm>
          <a:prstGeom prst="rect">
            <a:avLst/>
          </a:prstGeom>
          <a:noFill/>
        </p:spPr>
        <p:txBody>
          <a:bodyPr wrap="square" rtlCol="0" anchor="t">
            <a:spAutoFit/>
          </a:bodyPr>
          <a:lstStyle/>
          <a:p>
            <a:pPr algn="l" latinLnBrk="0">
              <a:lnSpc>
                <a:spcPct val="150000"/>
              </a:lnSpc>
            </a:pPr>
            <a:r>
              <a:rPr lang="zh-CN" altLang="en-US" sz="1400" dirty="0">
                <a:solidFill>
                  <a:schemeClr val="tx1">
                    <a:lumMod val="75000"/>
                    <a:lumOff val="25000"/>
                  </a:schemeClr>
                </a:solidFill>
                <a:effectLst/>
                <a:latin typeface="微软雅黑" panose="020B0503020204020204" pitchFamily="34" charset="-122"/>
                <a:ea typeface="微软雅黑" panose="020B0503020204020204" pitchFamily="34" charset="-122"/>
                <a:sym typeface="+mn-ea"/>
              </a:rPr>
              <a:t>资源在任务间转移需要时间，任务执行过程中可中断</a:t>
            </a:r>
          </a:p>
        </p:txBody>
      </p:sp>
      <p:pic>
        <p:nvPicPr>
          <p:cNvPr id="23" name="图片 22">
            <a:extLst>
              <a:ext uri="{FF2B5EF4-FFF2-40B4-BE49-F238E27FC236}">
                <a16:creationId xmlns:a16="http://schemas.microsoft.com/office/drawing/2014/main" id="{C6B9C192-45B5-4927-AAD9-4DD475E604D2}"/>
              </a:ext>
            </a:extLst>
          </p:cNvPr>
          <p:cNvPicPr/>
          <p:nvPr/>
        </p:nvPicPr>
        <p:blipFill>
          <a:blip r:embed="rId19"/>
          <a:stretch>
            <a:fillRect/>
          </a:stretch>
        </p:blipFill>
        <p:spPr>
          <a:xfrm>
            <a:off x="686259" y="3165927"/>
            <a:ext cx="4951269" cy="24256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zh-CN" altLang="en-US" dirty="0"/>
              <a:t>研究思路与方法</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5</a:t>
            </a:fld>
            <a:endParaRPr lang="zh-CN" altLang="en-US" dirty="0"/>
          </a:p>
        </p:txBody>
      </p:sp>
      <p:sp>
        <p:nvSpPr>
          <p:cNvPr id="4" name="文本占位符 3"/>
          <p:cNvSpPr>
            <a:spLocks noGrp="1"/>
          </p:cNvSpPr>
          <p:nvPr>
            <p:ph type="body" sz="quarter" idx="13"/>
          </p:nvPr>
        </p:nvSpPr>
        <p:spPr/>
        <p:txBody>
          <a:bodyPr/>
          <a:lstStyle/>
          <a:p>
            <a:r>
              <a:rPr lang="zh-CN" altLang="en-US"/>
              <a:t>问题描述</a:t>
            </a:r>
            <a:endParaRPr lang="zh-CN" altLang="en-US" dirty="0"/>
          </a:p>
        </p:txBody>
      </p:sp>
      <p:sp>
        <p:nvSpPr>
          <p:cNvPr id="5" name="文本占位符 4"/>
          <p:cNvSpPr>
            <a:spLocks noGrp="1"/>
          </p:cNvSpPr>
          <p:nvPr>
            <p:ph type="body" sz="quarter" idx="14"/>
          </p:nvPr>
        </p:nvSpPr>
        <p:spPr/>
        <p:txBody>
          <a:bodyPr/>
          <a:lstStyle/>
          <a:p>
            <a:r>
              <a:rPr lang="zh-CN" altLang="en-US" b="1" dirty="0">
                <a:solidFill>
                  <a:srgbClr val="0E647C"/>
                </a:solidFill>
              </a:rPr>
              <a:t>模型构建</a:t>
            </a:r>
          </a:p>
        </p:txBody>
      </p:sp>
      <p:sp>
        <p:nvSpPr>
          <p:cNvPr id="6" name="文本占位符 5"/>
          <p:cNvSpPr>
            <a:spLocks noGrp="1"/>
          </p:cNvSpPr>
          <p:nvPr>
            <p:ph type="body" sz="quarter" idx="15"/>
          </p:nvPr>
        </p:nvSpPr>
        <p:spPr/>
        <p:txBody>
          <a:bodyPr/>
          <a:lstStyle/>
          <a:p>
            <a:r>
              <a:rPr lang="zh-CN" altLang="en-US"/>
              <a:t>算法设计</a:t>
            </a:r>
            <a:endParaRPr lang="zh-CN" altLang="en-US" dirty="0"/>
          </a:p>
        </p:txBody>
      </p:sp>
      <p:grpSp>
        <p:nvGrpSpPr>
          <p:cNvPr id="43" name="组合 42"/>
          <p:cNvGrpSpPr/>
          <p:nvPr/>
        </p:nvGrpSpPr>
        <p:grpSpPr>
          <a:xfrm>
            <a:off x="997653" y="3116700"/>
            <a:ext cx="4564984" cy="1538748"/>
            <a:chOff x="371341" y="3116700"/>
            <a:chExt cx="4564984" cy="1538748"/>
          </a:xfrm>
        </p:grpSpPr>
        <p:cxnSp>
          <p:nvCxnSpPr>
            <p:cNvPr id="44" name="直接连接符 43"/>
            <p:cNvCxnSpPr>
              <a:cxnSpLocks/>
            </p:cNvCxnSpPr>
            <p:nvPr/>
          </p:nvCxnSpPr>
          <p:spPr>
            <a:xfrm>
              <a:off x="839788" y="3116700"/>
              <a:ext cx="3483371" cy="0"/>
            </a:xfrm>
            <a:prstGeom prst="line">
              <a:avLst/>
            </a:prstGeom>
            <a:ln w="15875">
              <a:solidFill>
                <a:srgbClr val="2DB2A4"/>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cxnSpLocks/>
            </p:cNvCxnSpPr>
            <p:nvPr/>
          </p:nvCxnSpPr>
          <p:spPr>
            <a:xfrm>
              <a:off x="839788" y="4655448"/>
              <a:ext cx="3469401" cy="0"/>
            </a:xfrm>
            <a:prstGeom prst="line">
              <a:avLst/>
            </a:prstGeom>
            <a:ln w="15875">
              <a:solidFill>
                <a:srgbClr val="2DB2A4"/>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371341" y="3273288"/>
              <a:ext cx="4564984" cy="1271570"/>
              <a:chOff x="371341" y="3276747"/>
              <a:chExt cx="4564984" cy="1271570"/>
            </a:xfrm>
          </p:grpSpPr>
          <p:sp>
            <p:nvSpPr>
              <p:cNvPr id="47" name="Rectangle 3"/>
              <p:cNvSpPr txBox="1">
                <a:spLocks noChangeArrowheads="1"/>
              </p:cNvSpPr>
              <p:nvPr/>
            </p:nvSpPr>
            <p:spPr bwMode="auto">
              <a:xfrm>
                <a:off x="785602" y="3276747"/>
                <a:ext cx="3636419" cy="420372"/>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latinLnBrk="0">
                  <a:lnSpc>
                    <a:spcPct val="150000"/>
                  </a:lnSpc>
                </a:pPr>
                <a:r>
                  <a:rPr lang="zh-CN" altLang="en-US" sz="1600" dirty="0">
                    <a:solidFill>
                      <a:schemeClr val="tx1">
                        <a:lumMod val="75000"/>
                        <a:lumOff val="25000"/>
                      </a:schemeClr>
                    </a:solidFill>
                    <a:effectLst/>
                    <a:latin typeface="微软雅黑" panose="020B0503020204020204" pitchFamily="34" charset="-122"/>
                    <a:ea typeface="微软雅黑" panose="020B0503020204020204" pitchFamily="34" charset="-122"/>
                  </a:rPr>
                  <a:t>最小化里程碑事件的加权延迟时间惩罚</a:t>
                </a:r>
                <a:endParaRPr lang="en-US" altLang="ko-KR" sz="1600" dirty="0">
                  <a:solidFill>
                    <a:schemeClr val="tx1">
                      <a:lumMod val="75000"/>
                      <a:lumOff val="25000"/>
                    </a:schemeClr>
                  </a:solidFill>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8" name="矩形 47"/>
                  <p:cNvSpPr/>
                  <p:nvPr/>
                </p:nvSpPr>
                <p:spPr>
                  <a:xfrm>
                    <a:off x="371341" y="3749893"/>
                    <a:ext cx="4564984" cy="79842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zh-CN" altLang="zh-CN" i="1">
                                  <a:latin typeface="Cambria Math" panose="02040503050406030204" pitchFamily="18" charset="0"/>
                                </a:rPr>
                              </m:ctrlPr>
                            </m:funcPr>
                            <m:fName>
                              <m:r>
                                <a:rPr lang="en-US" altLang="zh-CN" i="1">
                                  <a:latin typeface="Cambria Math" panose="02040503050406030204" pitchFamily="18" charset="0"/>
                                </a:rPr>
                                <m:t>𝑚𝑖𝑛</m:t>
                              </m:r>
                              <m:r>
                                <a:rPr lang="en-US" altLang="zh-CN" i="1">
                                  <a:latin typeface="Cambria Math" panose="02040503050406030204" pitchFamily="18" charset="0"/>
                                </a:rPr>
                                <m:t> </m:t>
                              </m:r>
                            </m:fName>
                            <m:e>
                              <m:r>
                                <a:rPr lang="en-US" altLang="zh-CN" i="1">
                                  <a:latin typeface="Cambria Math" panose="02040503050406030204" pitchFamily="18" charset="0"/>
                                </a:rPr>
                                <m:t>𝑍</m:t>
                              </m:r>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𝑒</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𝑀</m:t>
                                      </m:r>
                                    </m:e>
                                    <m:sub>
                                      <m:r>
                                        <a:rPr lang="en-US" altLang="zh-CN" i="1">
                                          <a:latin typeface="Cambria Math" panose="02040503050406030204" pitchFamily="18" charset="0"/>
                                        </a:rPr>
                                        <m:t>𝛼</m:t>
                                      </m:r>
                                    </m:sub>
                                  </m:sSub>
                                </m:sub>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𝛼</m:t>
                                      </m:r>
                                    </m:e>
                                    <m:sub>
                                      <m:r>
                                        <a:rPr lang="en-US" altLang="zh-CN" i="1">
                                          <a:latin typeface="Cambria Math" panose="02040503050406030204" pitchFamily="18" charset="0"/>
                                        </a:rPr>
                                        <m:t>𝑗</m:t>
                                      </m:r>
                                    </m:sub>
                                  </m:sSub>
                                  <m:sSup>
                                    <m:sSupPr>
                                      <m:ctrlPr>
                                        <a:rPr lang="zh-CN" altLang="zh-CN" i="1">
                                          <a:latin typeface="Cambria Math" panose="02040503050406030204" pitchFamily="18" charset="0"/>
                                        </a:rPr>
                                      </m:ctrlPr>
                                    </m:sSupPr>
                                    <m:e>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𝑓𝑡</m:t>
                                              </m:r>
                                            </m:e>
                                            <m:sub>
                                              <m:r>
                                                <a:rPr lang="en-US" altLang="zh-CN" i="1">
                                                  <a:latin typeface="Cambria Math" panose="02040503050406030204" pitchFamily="18" charset="0"/>
                                                </a:rPr>
                                                <m:t>𝑗𝑒</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𝑀𝑇</m:t>
                                              </m:r>
                                            </m:e>
                                            <m:sub>
                                              <m:r>
                                                <a:rPr lang="en-US" altLang="zh-CN" i="1">
                                                  <a:latin typeface="Cambria Math" panose="02040503050406030204" pitchFamily="18" charset="0"/>
                                                </a:rPr>
                                                <m:t>𝑒</m:t>
                                              </m:r>
                                            </m:sub>
                                          </m:sSub>
                                        </m:e>
                                      </m:d>
                                    </m:e>
                                    <m:sup>
                                      <m:r>
                                        <a:rPr lang="en-US" altLang="zh-CN" i="1">
                                          <a:latin typeface="Cambria Math" panose="02040503050406030204" pitchFamily="18" charset="0"/>
                                        </a:rPr>
                                        <m:t>+</m:t>
                                      </m:r>
                                    </m:sup>
                                  </m:sSup>
                                </m:e>
                              </m:nary>
                            </m:e>
                          </m:func>
                        </m:oMath>
                      </m:oMathPara>
                    </a14:m>
                    <a:endParaRPr lang="en-US" altLang="zh-CN" i="1" dirty="0">
                      <a:latin typeface="微软雅黑" panose="020B0503020204020204" pitchFamily="34" charset="-122"/>
                      <a:ea typeface="微软雅黑" panose="020B0503020204020204" pitchFamily="34" charset="-122"/>
                    </a:endParaRPr>
                  </a:p>
                </p:txBody>
              </p:sp>
            </mc:Choice>
            <mc:Fallback xmlns="">
              <p:sp>
                <p:nvSpPr>
                  <p:cNvPr id="48" name="矩形 47"/>
                  <p:cNvSpPr>
                    <a:spLocks noRot="1" noChangeAspect="1" noMove="1" noResize="1" noEditPoints="1" noAdjustHandles="1" noChangeArrowheads="1" noChangeShapeType="1" noTextEdit="1"/>
                  </p:cNvSpPr>
                  <p:nvPr/>
                </p:nvSpPr>
                <p:spPr>
                  <a:xfrm>
                    <a:off x="371341" y="3749893"/>
                    <a:ext cx="4564984" cy="798424"/>
                  </a:xfrm>
                  <a:prstGeom prst="rect">
                    <a:avLst/>
                  </a:prstGeom>
                  <a:blipFill>
                    <a:blip r:embed="rId3"/>
                    <a:stretch>
                      <a:fillRect/>
                    </a:stretch>
                  </a:blipFill>
                </p:spPr>
                <p:txBody>
                  <a:bodyPr/>
                  <a:lstStyle/>
                  <a:p>
                    <a:r>
                      <a:rPr lang="zh-CN" altLang="en-US">
                        <a:noFill/>
                      </a:rPr>
                      <a:t> </a:t>
                    </a:r>
                  </a:p>
                </p:txBody>
              </p:sp>
            </mc:Fallback>
          </mc:AlternateContent>
        </p:grpSp>
      </p:grpSp>
      <mc:AlternateContent xmlns:mc="http://schemas.openxmlformats.org/markup-compatibility/2006">
        <mc:Choice xmlns:a14="http://schemas.microsoft.com/office/drawing/2010/main" Requires="a14">
          <p:sp>
            <p:nvSpPr>
              <p:cNvPr id="81" name="Rectangle 3"/>
              <p:cNvSpPr txBox="1">
                <a:spLocks noChangeArrowheads="1"/>
              </p:cNvSpPr>
              <p:nvPr/>
            </p:nvSpPr>
            <p:spPr bwMode="auto">
              <a:xfrm>
                <a:off x="1534855" y="4871031"/>
                <a:ext cx="4053840" cy="1060932"/>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l" latinLnBrk="0">
                  <a:lnSpc>
                    <a:spcPct val="150000"/>
                  </a:lnSpc>
                </a:pPr>
                <a:r>
                  <a:rPr lang="zh-CN" altLang="en-US" sz="1400" dirty="0">
                    <a:solidFill>
                      <a:schemeClr val="tx1">
                        <a:lumMod val="75000"/>
                        <a:lumOff val="25000"/>
                      </a:schemeClr>
                    </a:solidFill>
                    <a:effectLst/>
                    <a:latin typeface="微软雅黑" panose="020B0503020204020204" pitchFamily="34" charset="-122"/>
                    <a:ea typeface="微软雅黑" panose="020B0503020204020204" pitchFamily="34" charset="-122"/>
                  </a:rPr>
                  <a:t>关键下标</a:t>
                </a:r>
                <a:endParaRPr lang="en-US" altLang="zh-CN" sz="1400" dirty="0">
                  <a:solidFill>
                    <a:schemeClr val="tx1">
                      <a:lumMod val="75000"/>
                      <a:lumOff val="25000"/>
                    </a:schemeClr>
                  </a:solidFill>
                  <a:effectLst/>
                  <a:latin typeface="微软雅黑" panose="020B0503020204020204" pitchFamily="34" charset="-122"/>
                  <a:ea typeface="微软雅黑" panose="020B0503020204020204" pitchFamily="34" charset="-122"/>
                </a:endParaRPr>
              </a:p>
              <a:p>
                <a:pPr algn="l" latinLnBrk="0">
                  <a:lnSpc>
                    <a:spcPct val="150000"/>
                  </a:lnSpc>
                </a:pPr>
                <a:r>
                  <a:rPr lang="zh-CN" altLang="en-US" sz="1400" b="0" dirty="0">
                    <a:solidFill>
                      <a:schemeClr val="tx1">
                        <a:lumMod val="75000"/>
                        <a:lumOff val="25000"/>
                      </a:schemeClr>
                    </a:solidFill>
                    <a:effectLst/>
                    <a:latin typeface="微软雅黑" panose="020B0503020204020204" pitchFamily="34" charset="-122"/>
                    <a:ea typeface="微软雅黑" panose="020B0503020204020204" pitchFamily="34" charset="-122"/>
                  </a:rPr>
                  <a:t>任务</a:t>
                </a:r>
                <a14:m>
                  <m:oMath xmlns:m="http://schemas.openxmlformats.org/officeDocument/2006/math">
                    <m:r>
                      <m:rPr>
                        <m:sty m:val="p"/>
                      </m:rPr>
                      <a:rPr lang="en-US" altLang="zh-CN" sz="1400" b="0" i="1" dirty="0">
                        <a:solidFill>
                          <a:schemeClr val="tx1">
                            <a:lumMod val="75000"/>
                            <a:lumOff val="25000"/>
                          </a:schemeClr>
                        </a:solidFill>
                        <a:effectLst/>
                        <a:latin typeface="Cambria Math" panose="02040503050406030204" pitchFamily="18" charset="0"/>
                        <a:ea typeface="微软雅黑" panose="020B0503020204020204" pitchFamily="34" charset="-122"/>
                      </a:rPr>
                      <m:t>j</m:t>
                    </m:r>
                  </m:oMath>
                </a14:m>
                <a:r>
                  <a:rPr lang="zh-CN" altLang="en-US" sz="1400" b="0" dirty="0">
                    <a:solidFill>
                      <a:schemeClr val="tx1">
                        <a:lumMod val="75000"/>
                        <a:lumOff val="25000"/>
                      </a:schemeClr>
                    </a:solidFill>
                    <a:effectLst/>
                    <a:latin typeface="微软雅黑" panose="020B0503020204020204" pitchFamily="34" charset="-122"/>
                    <a:ea typeface="微软雅黑" panose="020B0503020204020204" pitchFamily="34" charset="-122"/>
                  </a:rPr>
                  <a:t>      事件</a:t>
                </a:r>
                <a14:m>
                  <m:oMath xmlns:m="http://schemas.openxmlformats.org/officeDocument/2006/math">
                    <m:r>
                      <a:rPr lang="en-US" altLang="zh-CN" sz="1400" b="0" i="1" dirty="0" smtClean="0">
                        <a:solidFill>
                          <a:schemeClr val="tx1">
                            <a:lumMod val="75000"/>
                            <a:lumOff val="25000"/>
                          </a:schemeClr>
                        </a:solidFill>
                        <a:effectLst/>
                        <a:latin typeface="Cambria Math" panose="02040503050406030204" pitchFamily="18" charset="0"/>
                        <a:ea typeface="微软雅黑" panose="020B0503020204020204" pitchFamily="34" charset="-122"/>
                      </a:rPr>
                      <m:t>𝑒</m:t>
                    </m:r>
                  </m:oMath>
                </a14:m>
                <a:r>
                  <a:rPr lang="en-US" altLang="zh-CN" sz="1400" b="0" dirty="0">
                    <a:solidFill>
                      <a:schemeClr val="tx1">
                        <a:lumMod val="75000"/>
                        <a:lumOff val="25000"/>
                      </a:schemeClr>
                    </a:solidFill>
                    <a:effectLst/>
                    <a:latin typeface="微软雅黑" panose="020B0503020204020204" pitchFamily="34" charset="-122"/>
                    <a:ea typeface="微软雅黑" panose="020B0503020204020204" pitchFamily="34" charset="-122"/>
                  </a:rPr>
                  <a:t>      </a:t>
                </a:r>
                <a:r>
                  <a:rPr lang="zh-CN" altLang="en-US" sz="1400" b="0" dirty="0">
                    <a:solidFill>
                      <a:schemeClr val="tx1">
                        <a:lumMod val="75000"/>
                        <a:lumOff val="25000"/>
                      </a:schemeClr>
                    </a:solidFill>
                    <a:effectLst/>
                    <a:latin typeface="微软雅黑" panose="020B0503020204020204" pitchFamily="34" charset="-122"/>
                    <a:ea typeface="微软雅黑" panose="020B0503020204020204" pitchFamily="34" charset="-122"/>
                  </a:rPr>
                  <a:t>服务人员</a:t>
                </a:r>
                <a14:m>
                  <m:oMath xmlns:m="http://schemas.openxmlformats.org/officeDocument/2006/math">
                    <m:r>
                      <a:rPr lang="en-US" altLang="zh-CN" sz="1400" b="0" i="1" smtClean="0">
                        <a:solidFill>
                          <a:schemeClr val="tx1">
                            <a:lumMod val="75000"/>
                            <a:lumOff val="25000"/>
                          </a:schemeClr>
                        </a:solidFill>
                        <a:effectLst/>
                        <a:latin typeface="Cambria Math" panose="02040503050406030204" pitchFamily="18" charset="0"/>
                        <a:ea typeface="微软雅黑" panose="020B0503020204020204" pitchFamily="34" charset="-122"/>
                      </a:rPr>
                      <m:t>𝑟</m:t>
                    </m:r>
                  </m:oMath>
                </a14:m>
                <a:r>
                  <a:rPr lang="en-US" altLang="zh-CN" sz="1400" b="0" i="1" dirty="0">
                    <a:solidFill>
                      <a:schemeClr val="tx1">
                        <a:lumMod val="75000"/>
                        <a:lumOff val="25000"/>
                      </a:schemeClr>
                    </a:solidFill>
                    <a:effectLst/>
                    <a:latin typeface="微软雅黑" panose="020B0503020204020204" pitchFamily="34" charset="-122"/>
                    <a:ea typeface="微软雅黑" panose="020B0503020204020204" pitchFamily="34" charset="-122"/>
                  </a:rPr>
                  <a:t>    </a:t>
                </a:r>
                <a:r>
                  <a:rPr lang="en-US" altLang="zh-CN" sz="1400" b="0" dirty="0">
                    <a:solidFill>
                      <a:schemeClr val="tx1">
                        <a:lumMod val="75000"/>
                        <a:lumOff val="25000"/>
                      </a:schemeClr>
                    </a:solidFill>
                    <a:effectLst/>
                    <a:latin typeface="微软雅黑" panose="020B0503020204020204" pitchFamily="34" charset="-122"/>
                    <a:ea typeface="微软雅黑" panose="020B0503020204020204" pitchFamily="34" charset="-122"/>
                  </a:rPr>
                  <a:t>  </a:t>
                </a:r>
                <a:r>
                  <a:rPr lang="zh-CN" altLang="en-US" sz="1400" b="0" dirty="0">
                    <a:solidFill>
                      <a:schemeClr val="tx1">
                        <a:lumMod val="75000"/>
                        <a:lumOff val="25000"/>
                      </a:schemeClr>
                    </a:solidFill>
                    <a:effectLst/>
                    <a:latin typeface="微软雅黑" panose="020B0503020204020204" pitchFamily="34" charset="-122"/>
                    <a:ea typeface="微软雅黑" panose="020B0503020204020204" pitchFamily="34" charset="-122"/>
                  </a:rPr>
                  <a:t>时刻</a:t>
                </a:r>
                <a14:m>
                  <m:oMath xmlns:m="http://schemas.openxmlformats.org/officeDocument/2006/math">
                    <m:r>
                      <a:rPr lang="en-US" altLang="zh-CN" sz="1400" b="0" i="1" dirty="0">
                        <a:solidFill>
                          <a:schemeClr val="tx1">
                            <a:lumMod val="75000"/>
                            <a:lumOff val="25000"/>
                          </a:schemeClr>
                        </a:solidFill>
                        <a:effectLst/>
                        <a:latin typeface="Cambria Math" panose="02040503050406030204" pitchFamily="18" charset="0"/>
                        <a:ea typeface="微软雅黑" panose="020B0503020204020204" pitchFamily="34" charset="-122"/>
                      </a:rPr>
                      <m:t>𝑡</m:t>
                    </m:r>
                  </m:oMath>
                </a14:m>
                <a:r>
                  <a:rPr lang="en-US" altLang="zh-CN" sz="1400" b="0" i="1" dirty="0">
                    <a:solidFill>
                      <a:schemeClr val="tx1">
                        <a:lumMod val="75000"/>
                        <a:lumOff val="25000"/>
                      </a:schemeClr>
                    </a:solidFill>
                    <a:effectLst/>
                    <a:latin typeface="微软雅黑" panose="020B0503020204020204" pitchFamily="34" charset="-122"/>
                    <a:ea typeface="微软雅黑" panose="020B0503020204020204" pitchFamily="34" charset="-122"/>
                  </a:rPr>
                  <a:t> </a:t>
                </a:r>
                <a:r>
                  <a:rPr lang="en-US" altLang="zh-CN" sz="1400" b="0" dirty="0">
                    <a:solidFill>
                      <a:schemeClr val="tx1">
                        <a:lumMod val="75000"/>
                        <a:lumOff val="25000"/>
                      </a:schemeClr>
                    </a:solidFill>
                    <a:effectLst/>
                    <a:latin typeface="微软雅黑" panose="020B0503020204020204" pitchFamily="34" charset="-122"/>
                    <a:ea typeface="微软雅黑" panose="020B0503020204020204" pitchFamily="34" charset="-122"/>
                  </a:rPr>
                  <a:t> </a:t>
                </a:r>
              </a:p>
              <a:p>
                <a:pPr algn="l" latinLnBrk="0">
                  <a:lnSpc>
                    <a:spcPct val="150000"/>
                  </a:lnSpc>
                </a:pPr>
                <a:r>
                  <a:rPr lang="zh-CN" altLang="en-US" sz="1400" b="0" dirty="0">
                    <a:solidFill>
                      <a:schemeClr val="tx1">
                        <a:lumMod val="75000"/>
                        <a:lumOff val="25000"/>
                      </a:schemeClr>
                    </a:solidFill>
                    <a:effectLst/>
                    <a:latin typeface="微软雅黑" panose="020B0503020204020204" pitchFamily="34" charset="-122"/>
                    <a:ea typeface="微软雅黑" panose="020B0503020204020204" pitchFamily="34" charset="-122"/>
                  </a:rPr>
                  <a:t>惩罚系数</a:t>
                </a:r>
                <a14:m>
                  <m:oMath xmlns:m="http://schemas.openxmlformats.org/officeDocument/2006/math">
                    <m:sSub>
                      <m:sSubPr>
                        <m:ctrlPr>
                          <a:rPr lang="en-US" altLang="zh-CN" sz="1400" b="0" i="1" dirty="0" smtClean="0">
                            <a:solidFill>
                              <a:schemeClr val="tx1">
                                <a:lumMod val="75000"/>
                                <a:lumOff val="25000"/>
                              </a:schemeClr>
                            </a:solidFill>
                            <a:effectLst/>
                            <a:latin typeface="Cambria Math" panose="02040503050406030204" pitchFamily="18" charset="0"/>
                            <a:ea typeface="微软雅黑" panose="020B0503020204020204" pitchFamily="34" charset="-122"/>
                          </a:rPr>
                        </m:ctrlPr>
                      </m:sSubPr>
                      <m:e>
                        <m:r>
                          <a:rPr lang="zh-CN" altLang="en-US" sz="1400" b="0" i="1" dirty="0" smtClean="0">
                            <a:solidFill>
                              <a:schemeClr val="tx1">
                                <a:lumMod val="75000"/>
                                <a:lumOff val="25000"/>
                              </a:schemeClr>
                            </a:solidFill>
                            <a:effectLst/>
                            <a:latin typeface="Cambria Math" panose="02040503050406030204" pitchFamily="18" charset="0"/>
                            <a:ea typeface="微软雅黑" panose="020B0503020204020204" pitchFamily="34" charset="-122"/>
                          </a:rPr>
                          <m:t>𝛼</m:t>
                        </m:r>
                      </m:e>
                      <m:sub>
                        <m:r>
                          <a:rPr lang="en-US" altLang="zh-CN" sz="1400" b="0" i="1" dirty="0" smtClean="0">
                            <a:solidFill>
                              <a:schemeClr val="tx1">
                                <a:lumMod val="75000"/>
                                <a:lumOff val="25000"/>
                              </a:schemeClr>
                            </a:solidFill>
                            <a:effectLst/>
                            <a:latin typeface="Cambria Math" panose="02040503050406030204" pitchFamily="18" charset="0"/>
                            <a:ea typeface="微软雅黑" panose="020B0503020204020204" pitchFamily="34" charset="-122"/>
                          </a:rPr>
                          <m:t>𝑗</m:t>
                        </m:r>
                      </m:sub>
                    </m:sSub>
                  </m:oMath>
                </a14:m>
                <a:r>
                  <a:rPr lang="zh-CN" altLang="en-US" sz="1400" b="0" dirty="0">
                    <a:solidFill>
                      <a:schemeClr val="tx1">
                        <a:lumMod val="75000"/>
                        <a:lumOff val="25000"/>
                      </a:schemeClr>
                    </a:solidFill>
                    <a:effectLst/>
                    <a:latin typeface="微软雅黑" panose="020B0503020204020204" pitchFamily="34" charset="-122"/>
                    <a:ea typeface="微软雅黑" panose="020B0503020204020204" pitchFamily="34" charset="-122"/>
                  </a:rPr>
                  <a:t>   中断次数</a:t>
                </a:r>
                <a14:m>
                  <m:oMath xmlns:m="http://schemas.openxmlformats.org/officeDocument/2006/math">
                    <m:sSub>
                      <m:sSubPr>
                        <m:ctrlPr>
                          <a:rPr lang="en-US" altLang="zh-CN" sz="1400" b="0" i="1" dirty="0" smtClean="0">
                            <a:solidFill>
                              <a:schemeClr val="tx1">
                                <a:lumMod val="75000"/>
                                <a:lumOff val="25000"/>
                              </a:schemeClr>
                            </a:solidFill>
                            <a:effectLst/>
                            <a:latin typeface="Cambria Math" panose="02040503050406030204" pitchFamily="18" charset="0"/>
                            <a:ea typeface="微软雅黑" panose="020B0503020204020204" pitchFamily="34" charset="-122"/>
                          </a:rPr>
                        </m:ctrlPr>
                      </m:sSubPr>
                      <m:e>
                        <m:r>
                          <a:rPr lang="en-US" altLang="zh-CN" sz="1400" b="0" i="1" dirty="0" smtClean="0">
                            <a:solidFill>
                              <a:schemeClr val="tx1">
                                <a:lumMod val="75000"/>
                                <a:lumOff val="25000"/>
                              </a:schemeClr>
                            </a:solidFill>
                            <a:effectLst/>
                            <a:latin typeface="Cambria Math" panose="02040503050406030204" pitchFamily="18" charset="0"/>
                            <a:ea typeface="微软雅黑" panose="020B0503020204020204" pitchFamily="34" charset="-122"/>
                          </a:rPr>
                          <m:t>𝑁</m:t>
                        </m:r>
                      </m:e>
                      <m:sub>
                        <m:r>
                          <a:rPr lang="en-US" altLang="zh-CN" sz="1400" b="0" i="1" dirty="0" smtClean="0">
                            <a:solidFill>
                              <a:schemeClr val="tx1">
                                <a:lumMod val="75000"/>
                                <a:lumOff val="25000"/>
                              </a:schemeClr>
                            </a:solidFill>
                            <a:effectLst/>
                            <a:latin typeface="Cambria Math" panose="02040503050406030204" pitchFamily="18" charset="0"/>
                            <a:ea typeface="微软雅黑" panose="020B0503020204020204" pitchFamily="34" charset="-122"/>
                          </a:rPr>
                          <m:t>𝑗</m:t>
                        </m:r>
                      </m:sub>
                    </m:sSub>
                  </m:oMath>
                </a14:m>
                <a:r>
                  <a:rPr lang="en-US" altLang="ko-KR" sz="1400" b="0" dirty="0">
                    <a:solidFill>
                      <a:schemeClr val="tx1">
                        <a:lumMod val="75000"/>
                        <a:lumOff val="25000"/>
                      </a:schemeClr>
                    </a:solidFill>
                    <a:effectLst/>
                    <a:latin typeface="微软雅黑" panose="020B0503020204020204" pitchFamily="34" charset="-122"/>
                    <a:ea typeface="微软雅黑" panose="020B0503020204020204" pitchFamily="34" charset="-122"/>
                  </a:rPr>
                  <a:t>   </a:t>
                </a:r>
                <a:r>
                  <a:rPr lang="zh-CN" altLang="en-US" sz="1400" b="0" dirty="0">
                    <a:solidFill>
                      <a:schemeClr val="tx1">
                        <a:lumMod val="75000"/>
                        <a:lumOff val="25000"/>
                      </a:schemeClr>
                    </a:solidFill>
                    <a:effectLst/>
                    <a:latin typeface="微软雅黑" panose="020B0503020204020204" pitchFamily="34" charset="-122"/>
                    <a:ea typeface="微软雅黑" panose="020B0503020204020204" pitchFamily="34" charset="-122"/>
                  </a:rPr>
                  <a:t>转移时间</a:t>
                </a:r>
                <a14:m>
                  <m:oMath xmlns:m="http://schemas.openxmlformats.org/officeDocument/2006/math">
                    <m:sSub>
                      <m:sSubPr>
                        <m:ctrlPr>
                          <a:rPr lang="en-US" altLang="zh-CN" sz="1400" b="0" i="1" dirty="0">
                            <a:solidFill>
                              <a:schemeClr val="tx1">
                                <a:lumMod val="75000"/>
                                <a:lumOff val="25000"/>
                              </a:schemeClr>
                            </a:solidFill>
                            <a:effectLst/>
                            <a:latin typeface="Cambria Math" panose="02040503050406030204" pitchFamily="18" charset="0"/>
                            <a:ea typeface="微软雅黑" panose="020B0503020204020204" pitchFamily="34" charset="-122"/>
                          </a:rPr>
                        </m:ctrlPr>
                      </m:sSubPr>
                      <m:e>
                        <m:r>
                          <a:rPr lang="en-US" altLang="zh-CN" sz="1400" b="0" i="1" dirty="0" smtClean="0">
                            <a:solidFill>
                              <a:schemeClr val="tx1">
                                <a:lumMod val="75000"/>
                                <a:lumOff val="25000"/>
                              </a:schemeClr>
                            </a:solidFill>
                            <a:effectLst/>
                            <a:latin typeface="Cambria Math" panose="02040503050406030204" pitchFamily="18" charset="0"/>
                            <a:ea typeface="Cambria Math" panose="02040503050406030204" pitchFamily="18" charset="0"/>
                          </a:rPr>
                          <m:t>∆</m:t>
                        </m:r>
                      </m:e>
                      <m:sub>
                        <m:r>
                          <a:rPr lang="en-US" altLang="zh-CN" sz="1400" b="0" i="1" dirty="0" smtClean="0">
                            <a:solidFill>
                              <a:schemeClr val="tx1">
                                <a:lumMod val="75000"/>
                                <a:lumOff val="25000"/>
                              </a:schemeClr>
                            </a:solidFill>
                            <a:effectLst/>
                            <a:latin typeface="Cambria Math" panose="02040503050406030204" pitchFamily="18" charset="0"/>
                            <a:ea typeface="微软雅黑" panose="020B0503020204020204" pitchFamily="34" charset="-122"/>
                          </a:rPr>
                          <m:t>𝑟</m:t>
                        </m:r>
                        <m:r>
                          <a:rPr lang="en-US" altLang="zh-CN" sz="1400" b="0" i="1" dirty="0">
                            <a:solidFill>
                              <a:schemeClr val="tx1">
                                <a:lumMod val="75000"/>
                                <a:lumOff val="25000"/>
                              </a:schemeClr>
                            </a:solidFill>
                            <a:effectLst/>
                            <a:latin typeface="Cambria Math" panose="02040503050406030204" pitchFamily="18" charset="0"/>
                            <a:ea typeface="微软雅黑" panose="020B0503020204020204" pitchFamily="34" charset="-122"/>
                          </a:rPr>
                          <m:t>𝑖𝑗</m:t>
                        </m:r>
                      </m:sub>
                    </m:sSub>
                  </m:oMath>
                </a14:m>
                <a:endParaRPr lang="en-US" altLang="ko-KR" sz="1400" b="0" i="1" dirty="0">
                  <a:solidFill>
                    <a:schemeClr val="tx1">
                      <a:lumMod val="75000"/>
                      <a:lumOff val="25000"/>
                    </a:schemeClr>
                  </a:solidFill>
                  <a:effectLst/>
                  <a:latin typeface="微软雅黑" panose="020B0503020204020204" pitchFamily="34" charset="-122"/>
                  <a:ea typeface="微软雅黑" panose="020B0503020204020204" pitchFamily="34" charset="-122"/>
                </a:endParaRPr>
              </a:p>
            </p:txBody>
          </p:sp>
        </mc:Choice>
        <mc:Fallback>
          <p:sp>
            <p:nvSpPr>
              <p:cNvPr id="81" name="Rectangle 3"/>
              <p:cNvSpPr txBox="1">
                <a:spLocks noRot="1" noChangeAspect="1" noMove="1" noResize="1" noEditPoints="1" noAdjustHandles="1" noChangeArrowheads="1" noChangeShapeType="1" noTextEdit="1"/>
              </p:cNvSpPr>
              <p:nvPr/>
            </p:nvSpPr>
            <p:spPr bwMode="auto">
              <a:xfrm>
                <a:off x="1534855" y="4871031"/>
                <a:ext cx="4053840" cy="1060932"/>
              </a:xfrm>
              <a:prstGeom prst="rect">
                <a:avLst/>
              </a:prstGeom>
              <a:blipFill>
                <a:blip r:embed="rId4"/>
                <a:stretch>
                  <a:fillRect l="-451" b="-3448"/>
                </a:stretch>
              </a:blipFill>
            </p:spPr>
            <p:txBody>
              <a:bodyPr/>
              <a:lstStyle/>
              <a:p>
                <a:r>
                  <a:rPr lang="zh-CN" altLang="en-US">
                    <a:noFill/>
                  </a:rPr>
                  <a:t> </a:t>
                </a:r>
              </a:p>
            </p:txBody>
          </p:sp>
        </mc:Fallback>
      </mc:AlternateContent>
      <p:sp>
        <p:nvSpPr>
          <p:cNvPr id="86" name="文本框 85"/>
          <p:cNvSpPr txBox="1"/>
          <p:nvPr/>
        </p:nvSpPr>
        <p:spPr>
          <a:xfrm>
            <a:off x="1362154" y="1249202"/>
            <a:ext cx="9166806" cy="1572354"/>
          </a:xfrm>
          <a:prstGeom prst="rect">
            <a:avLst/>
          </a:prstGeom>
          <a:noFill/>
        </p:spPr>
        <p:txBody>
          <a:bodyPr wrap="square" rtlCol="0">
            <a:spAutoFit/>
          </a:bodyPr>
          <a:lstStyle/>
          <a:p>
            <a:pPr>
              <a:lnSpc>
                <a:spcPct val="150000"/>
              </a:lnSpc>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考虑</a:t>
            </a:r>
            <a:r>
              <a:rPr lang="zh-CN" altLang="en-US"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rPr>
              <a:t>里程碑</a:t>
            </a:r>
            <a:r>
              <a:rPr lang="zh-CN" altLang="en-US" b="1" dirty="0">
                <a:latin typeface="微软雅黑" panose="020B0503020204020204" pitchFamily="34" charset="-122"/>
                <a:ea typeface="微软雅黑" panose="020B0503020204020204" pitchFamily="34" charset="-122"/>
                <a:cs typeface="Calibri" panose="020F0502020204030204" pitchFamily="34" charset="0"/>
              </a:rPr>
              <a:t>与</a:t>
            </a:r>
            <a:r>
              <a:rPr lang="zh-CN" altLang="en-US"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rPr>
              <a:t>转移时间</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的</a:t>
            </a:r>
            <a:r>
              <a:rPr lang="zh-CN" altLang="en-US"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rPr>
              <a:t>多技能可中断</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项目调度模型</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endParaRPr>
          </a:p>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cs typeface="Calibri" panose="020F0502020204030204" pitchFamily="34" charset="0"/>
              </a:rPr>
              <a:t>服务人员均只能在其可执行的任务之间进行转移</a:t>
            </a:r>
            <a:endParaRPr lang="en-US" altLang="zh-CN" sz="1600" dirty="0">
              <a:latin typeface="微软雅黑" panose="020B0503020204020204" pitchFamily="34" charset="-122"/>
              <a:ea typeface="微软雅黑" panose="020B0503020204020204" pitchFamily="34" charset="-122"/>
              <a:cs typeface="Calibri" panose="020F0502020204030204" pitchFamily="34" charset="0"/>
            </a:endParaRPr>
          </a:p>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cs typeface="Calibri" panose="020F0502020204030204" pitchFamily="34" charset="0"/>
              </a:rPr>
              <a:t>服务人员在同一时刻只能处理一项任务</a:t>
            </a:r>
          </a:p>
          <a:p>
            <a:pPr marL="285750" indent="-285750">
              <a:lnSpc>
                <a:spcPct val="150000"/>
              </a:lnSpc>
              <a:buFont typeface="Wingdings" panose="05000000000000000000" charset="0"/>
              <a:buChar char="Ø"/>
            </a:pPr>
            <a:r>
              <a:rPr lang="zh-CN" altLang="en-US" sz="1600" dirty="0">
                <a:latin typeface="微软雅黑" panose="020B0503020204020204" pitchFamily="34" charset="-122"/>
                <a:ea typeface="微软雅黑" panose="020B0503020204020204" pitchFamily="34" charset="-122"/>
                <a:cs typeface="Calibri" panose="020F0502020204030204" pitchFamily="34" charset="0"/>
              </a:rPr>
              <a:t>每项服务至少存在一个服务人员能处理</a:t>
            </a:r>
          </a:p>
        </p:txBody>
      </p:sp>
      <p:pic>
        <p:nvPicPr>
          <p:cNvPr id="13" name="图片 12">
            <a:extLst>
              <a:ext uri="{FF2B5EF4-FFF2-40B4-BE49-F238E27FC236}">
                <a16:creationId xmlns:a16="http://schemas.microsoft.com/office/drawing/2014/main" id="{5CF96FD8-4524-4FE8-8E98-9BA8C00846E7}"/>
              </a:ext>
            </a:extLst>
          </p:cNvPr>
          <p:cNvPicPr>
            <a:picLocks noChangeAspect="1"/>
          </p:cNvPicPr>
          <p:nvPr/>
        </p:nvPicPr>
        <p:blipFill rotWithShape="1">
          <a:blip r:embed="rId5"/>
          <a:srcRect t="1307"/>
          <a:stretch/>
        </p:blipFill>
        <p:spPr>
          <a:xfrm>
            <a:off x="6711649" y="844028"/>
            <a:ext cx="3626935" cy="59381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514350" indent="-514350">
              <a:buFont typeface="+mj-lt"/>
              <a:buAutoNum type="arabicPeriod" startAt="2"/>
            </a:pPr>
            <a:r>
              <a:rPr lang="zh-CN" altLang="en-US" sz="3200" dirty="0"/>
              <a:t>研究思路与方法</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6</a:t>
            </a:fld>
            <a:endParaRPr lang="zh-CN" altLang="en-US" dirty="0"/>
          </a:p>
        </p:txBody>
      </p:sp>
      <p:sp>
        <p:nvSpPr>
          <p:cNvPr id="4" name="文本占位符 3"/>
          <p:cNvSpPr>
            <a:spLocks noGrp="1"/>
          </p:cNvSpPr>
          <p:nvPr>
            <p:ph type="body" sz="quarter" idx="13"/>
          </p:nvPr>
        </p:nvSpPr>
        <p:spPr/>
        <p:txBody>
          <a:bodyPr/>
          <a:lstStyle/>
          <a:p>
            <a:r>
              <a:rPr lang="zh-CN" altLang="en-US" dirty="0"/>
              <a:t>问题描述</a:t>
            </a:r>
          </a:p>
        </p:txBody>
      </p:sp>
      <p:sp>
        <p:nvSpPr>
          <p:cNvPr id="5" name="文本占位符 4"/>
          <p:cNvSpPr>
            <a:spLocks noGrp="1"/>
          </p:cNvSpPr>
          <p:nvPr>
            <p:ph type="body" sz="quarter" idx="14"/>
          </p:nvPr>
        </p:nvSpPr>
        <p:spPr/>
        <p:txBody>
          <a:bodyPr/>
          <a:lstStyle/>
          <a:p>
            <a:r>
              <a:rPr lang="zh-CN" altLang="en-US" dirty="0"/>
              <a:t>模型构建</a:t>
            </a:r>
          </a:p>
        </p:txBody>
      </p:sp>
      <p:sp>
        <p:nvSpPr>
          <p:cNvPr id="6" name="文本占位符 5"/>
          <p:cNvSpPr>
            <a:spLocks noGrp="1"/>
          </p:cNvSpPr>
          <p:nvPr>
            <p:ph type="body" sz="quarter" idx="15"/>
          </p:nvPr>
        </p:nvSpPr>
        <p:spPr/>
        <p:txBody>
          <a:bodyPr/>
          <a:lstStyle/>
          <a:p>
            <a:r>
              <a:rPr lang="zh-CN" altLang="en-US" b="1" dirty="0">
                <a:solidFill>
                  <a:srgbClr val="0E647C"/>
                </a:solidFill>
              </a:rPr>
              <a:t>算法设计</a:t>
            </a:r>
          </a:p>
        </p:txBody>
      </p:sp>
      <p:sp>
        <p:nvSpPr>
          <p:cNvPr id="101" name="body white"/>
          <p:cNvSpPr/>
          <p:nvPr/>
        </p:nvSpPr>
        <p:spPr>
          <a:xfrm>
            <a:off x="530352" y="1078992"/>
            <a:ext cx="11201400" cy="5257800"/>
          </a:xfrm>
          <a:prstGeom prst="rect">
            <a:avLst/>
          </a:prstGeom>
          <a:solidFill>
            <a:srgbClr val="FFFFFF"/>
          </a:solidFill>
          <a:ln>
            <a:noFill/>
          </a:ln>
        </p:spPr>
      </p:sp>
      <p:sp>
        <p:nvSpPr>
          <p:cNvPr id="102" name="sidebar1"/>
          <p:cNvSpPr/>
          <p:nvPr/>
        </p:nvSpPr>
        <p:spPr>
          <a:xfrm>
            <a:off x="713232" y="1417320"/>
            <a:ext cx="1005840" cy="530352"/>
          </a:xfrm>
          <a:prstGeom prst="roundRect">
            <a:avLst/>
          </a:prstGeom>
          <a:solidFill>
            <a:srgbClr val="2DB2A4"/>
          </a:solidFill>
          <a:ln w="12700">
            <a:solidFill>
              <a:srgbClr val="2DB2A4"/>
            </a:solidFill>
          </a:ln>
        </p:spPr>
        <p:txBody>
          <a:bodyPr wrap="square" anchor="mid" lIns="45720" tIns="22860" rIns="45720" bIns="22860"/>
          <a:lstStyle/>
          <a:p>
            <a:pPr algn="c"/>
            <a:r>
              <a:rPr lang="zh-CN" sz="900" b="1" dirty="0">
                <a:solidFill>
                  <a:srgbClr val="FFFFFF"/>
                </a:solidFill>
              </a:rPr>
              <a:t>01</a:t>
            </a:r>
          </a:p>
          <a:p>
            <a:pPr algn="c"/>
            <a:r>
              <a:rPr lang="zh-CN" sz="900" b="1" dirty="0">
                <a:solidFill>
                  <a:srgbClr val="FFFFFF"/>
                </a:solidFill>
              </a:rPr>
              <a:t>算法框架</a:t>
            </a:r>
          </a:p>
        </p:txBody>
      </p:sp>
      <p:sp>
        <p:nvSpPr>
          <p:cNvPr id="103" name="sidebar2"/>
          <p:cNvSpPr/>
          <p:nvPr/>
        </p:nvSpPr>
        <p:spPr>
          <a:xfrm>
            <a:off x="713232" y="2487168"/>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02</a:t>
            </a:r>
          </a:p>
          <a:p>
            <a:pPr algn="c"/>
            <a:r>
              <a:rPr lang="zh-CN" sz="900" b="1" dirty="0">
                <a:solidFill>
                  <a:srgbClr val="0E647C"/>
                </a:solidFill>
              </a:rPr>
              <a:t>状态动作</a:t>
            </a:r>
          </a:p>
        </p:txBody>
      </p:sp>
      <p:sp>
        <p:nvSpPr>
          <p:cNvPr id="104" name="sidebar3"/>
          <p:cNvSpPr/>
          <p:nvPr/>
        </p:nvSpPr>
        <p:spPr>
          <a:xfrm>
            <a:off x="713232" y="3557016"/>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03</a:t>
            </a:r>
          </a:p>
          <a:p>
            <a:pPr algn="c"/>
            <a:r>
              <a:rPr lang="zh-CN" sz="900" b="1" dirty="0">
                <a:solidFill>
                  <a:srgbClr val="0E647C"/>
                </a:solidFill>
              </a:rPr>
              <a:t>奖励训练</a:t>
            </a:r>
          </a:p>
        </p:txBody>
      </p:sp>
      <p:sp>
        <p:nvSpPr>
          <p:cNvPr id="105" name="sidebar4"/>
          <p:cNvSpPr/>
          <p:nvPr/>
        </p:nvSpPr>
        <p:spPr>
          <a:xfrm>
            <a:off x="713232" y="4626864"/>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04</a:t>
            </a:r>
          </a:p>
          <a:p>
            <a:pPr algn="c"/>
            <a:r>
              <a:rPr lang="zh-CN" sz="900" b="1" dirty="0">
                <a:solidFill>
                  <a:srgbClr val="0E647C"/>
                </a:solidFill>
              </a:rPr>
              <a:t>构解输出</a:t>
            </a:r>
          </a:p>
        </p:txBody>
      </p:sp>
      <p:sp>
        <p:nvSpPr>
          <p:cNvPr id="106" name="method title"/>
          <p:cNvSpPr/>
          <p:nvPr/>
        </p:nvSpPr>
        <p:spPr>
          <a:xfrm>
            <a:off x="1993392" y="1207008"/>
            <a:ext cx="7132320" cy="329184"/>
          </a:xfrm>
          <a:prstGeom prst="rect">
            <a:avLst/>
          </a:prstGeom>
          <a:noFill/>
          <a:ln>
            <a:noFill/>
          </a:ln>
        </p:spPr>
        <p:txBody>
          <a:bodyPr wrap="square" anchor="mid" lIns="45720" tIns="22860" rIns="45720" bIns="22860"/>
          <a:lstStyle/>
          <a:p>
            <a:pPr algn="l"/>
            <a:r>
              <a:rPr lang="zh-CN" sz="1700" b="1" dirty="0">
                <a:solidFill>
                  <a:srgbClr val="0E647C"/>
                </a:solidFill>
              </a:rPr>
              <a:t>基于 Rollout-Q-learning 的动态调度算法框架</a:t>
            </a:r>
          </a:p>
        </p:txBody>
      </p:sp>
      <p:sp>
        <p:nvSpPr>
          <p:cNvPr id="107" name="method subtitle"/>
          <p:cNvSpPr/>
          <p:nvPr/>
        </p:nvSpPr>
        <p:spPr>
          <a:xfrm>
            <a:off x="2011680" y="1572768"/>
            <a:ext cx="8778240" cy="292608"/>
          </a:xfrm>
          <a:prstGeom prst="rect">
            <a:avLst/>
          </a:prstGeom>
          <a:noFill/>
          <a:ln>
            <a:noFill/>
          </a:ln>
        </p:spPr>
        <p:txBody>
          <a:bodyPr wrap="square" anchor="mid" lIns="45720" tIns="22860" rIns="45720" bIns="22860"/>
          <a:lstStyle/>
          <a:p>
            <a:pPr algn="l"/>
            <a:r>
              <a:rPr lang="zh-CN" sz="1050" dirty="0">
                <a:solidFill>
                  <a:srgbClr val="836967"/>
                </a:solidFill>
              </a:rPr>
              <a:t>以离散决策时刻的系统状态为输入，结合 Q 表学习与 Rollout 前瞻评价生成调度方案。</a:t>
            </a:r>
          </a:p>
        </p:txBody>
      </p:sp>
      <p:sp>
        <p:nvSpPr>
          <p:cNvPr id="108" name="flow box"/>
          <p:cNvSpPr/>
          <p:nvPr/>
        </p:nvSpPr>
        <p:spPr>
          <a:xfrm>
            <a:off x="2057400" y="2176272"/>
            <a:ext cx="1691640" cy="603504"/>
          </a:xfrm>
          <a:prstGeom prst="roundRect">
            <a:avLst/>
          </a:prstGeom>
          <a:solidFill>
            <a:srgbClr val="EAF7F5"/>
          </a:solidFill>
          <a:ln w="12700">
            <a:solidFill>
              <a:srgbClr val="2DB2A4"/>
            </a:solidFill>
          </a:ln>
        </p:spPr>
        <p:txBody>
          <a:bodyPr wrap="square" anchor="mid" lIns="45720" tIns="22860" rIns="45720" bIns="22860"/>
          <a:lstStyle/>
          <a:p>
            <a:pPr algn="c"/>
            <a:r>
              <a:rPr lang="zh-CN" sz="1050" b="1" dirty="0">
                <a:solidFill>
                  <a:srgbClr val="0E647C"/>
                </a:solidFill>
              </a:rPr>
              <a:t>输入项目数据</a:t>
            </a:r>
          </a:p>
        </p:txBody>
      </p:sp>
      <p:sp>
        <p:nvSpPr>
          <p:cNvPr id="109" name="flow body"/>
          <p:cNvSpPr/>
          <p:nvPr/>
        </p:nvSpPr>
        <p:spPr>
          <a:xfrm>
            <a:off x="2011680" y="2852928"/>
            <a:ext cx="1783080" cy="786384"/>
          </a:xfrm>
          <a:prstGeom prst="roundRect">
            <a:avLst/>
          </a:prstGeom>
          <a:solidFill>
            <a:srgbClr val="FFFFFF"/>
          </a:solidFill>
          <a:ln w="12700">
            <a:solidFill>
              <a:srgbClr val="D9E9E6"/>
            </a:solidFill>
          </a:ln>
        </p:spPr>
        <p:txBody>
          <a:bodyPr wrap="square" anchor="mid" lIns="45720" tIns="22860" rIns="45720" bIns="22860"/>
          <a:lstStyle/>
          <a:p>
            <a:pPr algn="c"/>
            <a:r>
              <a:rPr lang="zh-CN" sz="900" dirty="0">
                <a:solidFill>
                  <a:srgbClr val="3F3F3F"/>
                </a:solidFill>
              </a:rPr>
              <a:t>任务网络</a:t>
            </a:r>
          </a:p>
          <a:p>
            <a:pPr algn="c"/>
            <a:r>
              <a:rPr lang="zh-CN" sz="900" dirty="0">
                <a:solidFill>
                  <a:srgbClr val="3F3F3F"/>
                </a:solidFill>
              </a:rPr>
              <a:t>人员技能</a:t>
            </a:r>
          </a:p>
          <a:p>
            <a:pPr algn="c"/>
            <a:r>
              <a:rPr lang="zh-CN" sz="900" dirty="0">
                <a:solidFill>
                  <a:srgbClr val="3F3F3F"/>
                </a:solidFill>
              </a:rPr>
              <a:t>里程碑约束</a:t>
            </a:r>
          </a:p>
        </p:txBody>
      </p:sp>
      <p:sp>
        <p:nvSpPr>
          <p:cNvPr id="110" name="arrow text"/>
          <p:cNvSpPr/>
          <p:nvPr/>
        </p:nvSpPr>
        <p:spPr>
          <a:xfrm>
            <a:off x="3931920" y="2304288"/>
            <a:ext cx="411480" cy="228600"/>
          </a:xfrm>
          <a:prstGeom prst="rect">
            <a:avLst/>
          </a:prstGeom>
          <a:noFill/>
          <a:ln>
            <a:noFill/>
          </a:ln>
        </p:spPr>
        <p:txBody>
          <a:bodyPr wrap="square" anchor="mid" lIns="45720" tIns="22860" rIns="45720" bIns="22860"/>
          <a:lstStyle/>
          <a:p>
            <a:pPr algn="c"/>
            <a:r>
              <a:rPr lang="zh-CN" sz="1700" b="1" dirty="0">
                <a:solidFill>
                  <a:srgbClr val="2DB2A4"/>
                </a:solidFill>
              </a:rPr>
              <a:t>→</a:t>
            </a:r>
          </a:p>
        </p:txBody>
      </p:sp>
      <p:sp>
        <p:nvSpPr>
          <p:cNvPr id="111" name="flow box"/>
          <p:cNvSpPr/>
          <p:nvPr/>
        </p:nvSpPr>
        <p:spPr>
          <a:xfrm>
            <a:off x="4434840" y="2176272"/>
            <a:ext cx="1691640" cy="603504"/>
          </a:xfrm>
          <a:prstGeom prst="roundRect">
            <a:avLst/>
          </a:prstGeom>
          <a:solidFill>
            <a:srgbClr val="EAF7F5"/>
          </a:solidFill>
          <a:ln w="12700">
            <a:solidFill>
              <a:srgbClr val="2DB2A4"/>
            </a:solidFill>
          </a:ln>
        </p:spPr>
        <p:txBody>
          <a:bodyPr wrap="square" anchor="mid" lIns="45720" tIns="22860" rIns="45720" bIns="22860"/>
          <a:lstStyle/>
          <a:p>
            <a:pPr algn="c"/>
            <a:r>
              <a:rPr lang="zh-CN" sz="1050" b="1" dirty="0">
                <a:solidFill>
                  <a:srgbClr val="0E647C"/>
                </a:solidFill>
              </a:rPr>
              <a:t>初始化</a:t>
            </a:r>
          </a:p>
        </p:txBody>
      </p:sp>
      <p:sp>
        <p:nvSpPr>
          <p:cNvPr id="112" name="flow body"/>
          <p:cNvSpPr/>
          <p:nvPr/>
        </p:nvSpPr>
        <p:spPr>
          <a:xfrm>
            <a:off x="4389120" y="2852928"/>
            <a:ext cx="1783080" cy="786384"/>
          </a:xfrm>
          <a:prstGeom prst="roundRect">
            <a:avLst/>
          </a:prstGeom>
          <a:solidFill>
            <a:srgbClr val="FFFFFF"/>
          </a:solidFill>
          <a:ln w="12700">
            <a:solidFill>
              <a:srgbClr val="D9E9E6"/>
            </a:solidFill>
          </a:ln>
        </p:spPr>
        <p:txBody>
          <a:bodyPr wrap="square" anchor="mid" lIns="45720" tIns="22860" rIns="45720" bIns="22860"/>
          <a:lstStyle/>
          <a:p>
            <a:pPr algn="c"/>
            <a:r>
              <a:rPr lang="zh-CN" sz="900" dirty="0">
                <a:solidFill>
                  <a:srgbClr val="3F3F3F"/>
                </a:solidFill>
              </a:rPr>
              <a:t>环境状态</a:t>
            </a:r>
          </a:p>
          <a:p>
            <a:pPr algn="c"/>
            <a:r>
              <a:rPr lang="zh-CN" sz="900" dirty="0">
                <a:solidFill>
                  <a:srgbClr val="3F3F3F"/>
                </a:solidFill>
              </a:rPr>
              <a:t>离散状态空间</a:t>
            </a:r>
          </a:p>
          <a:p>
            <a:pPr algn="c"/>
            <a:r>
              <a:rPr lang="zh-CN" sz="900" dirty="0">
                <a:solidFill>
                  <a:srgbClr val="3F3F3F"/>
                </a:solidFill>
              </a:rPr>
              <a:t>稀疏 Q 表</a:t>
            </a:r>
          </a:p>
        </p:txBody>
      </p:sp>
      <p:sp>
        <p:nvSpPr>
          <p:cNvPr id="113" name="arrow text"/>
          <p:cNvSpPr/>
          <p:nvPr/>
        </p:nvSpPr>
        <p:spPr>
          <a:xfrm>
            <a:off x="6309360" y="2304288"/>
            <a:ext cx="411480" cy="228600"/>
          </a:xfrm>
          <a:prstGeom prst="rect">
            <a:avLst/>
          </a:prstGeom>
          <a:noFill/>
          <a:ln>
            <a:noFill/>
          </a:ln>
        </p:spPr>
        <p:txBody>
          <a:bodyPr wrap="square" anchor="mid" lIns="45720" tIns="22860" rIns="45720" bIns="22860"/>
          <a:lstStyle/>
          <a:p>
            <a:pPr algn="c"/>
            <a:r>
              <a:rPr lang="zh-CN" sz="1700" b="1" dirty="0">
                <a:solidFill>
                  <a:srgbClr val="2DB2A4"/>
                </a:solidFill>
              </a:rPr>
              <a:t>→</a:t>
            </a:r>
          </a:p>
        </p:txBody>
      </p:sp>
      <p:sp>
        <p:nvSpPr>
          <p:cNvPr id="114" name="flow box"/>
          <p:cNvSpPr/>
          <p:nvPr/>
        </p:nvSpPr>
        <p:spPr>
          <a:xfrm>
            <a:off x="6812280" y="2176272"/>
            <a:ext cx="1691640" cy="603504"/>
          </a:xfrm>
          <a:prstGeom prst="roundRect">
            <a:avLst/>
          </a:prstGeom>
          <a:solidFill>
            <a:srgbClr val="FFF4D6"/>
          </a:solidFill>
          <a:ln w="12700">
            <a:solidFill>
              <a:srgbClr val="F3B903"/>
            </a:solidFill>
          </a:ln>
        </p:spPr>
        <p:txBody>
          <a:bodyPr wrap="square" anchor="mid" lIns="45720" tIns="22860" rIns="45720" bIns="22860"/>
          <a:lstStyle/>
          <a:p>
            <a:pPr algn="c"/>
            <a:r>
              <a:rPr lang="zh-CN" sz="1050" b="1" dirty="0">
                <a:solidFill>
                  <a:srgbClr val="0E647C"/>
                </a:solidFill>
              </a:rPr>
              <a:t>训练阶段</a:t>
            </a:r>
          </a:p>
        </p:txBody>
      </p:sp>
      <p:sp>
        <p:nvSpPr>
          <p:cNvPr id="115" name="flow body"/>
          <p:cNvSpPr/>
          <p:nvPr/>
        </p:nvSpPr>
        <p:spPr>
          <a:xfrm>
            <a:off x="6766560" y="2852928"/>
            <a:ext cx="1783080" cy="786384"/>
          </a:xfrm>
          <a:prstGeom prst="roundRect">
            <a:avLst/>
          </a:prstGeom>
          <a:solidFill>
            <a:srgbClr val="FFFFFF"/>
          </a:solidFill>
          <a:ln w="12700">
            <a:solidFill>
              <a:srgbClr val="D9E9E6"/>
            </a:solidFill>
          </a:ln>
        </p:spPr>
        <p:txBody>
          <a:bodyPr wrap="square" anchor="mid" lIns="45720" tIns="22860" rIns="45720" bIns="22860"/>
          <a:lstStyle/>
          <a:p>
            <a:pPr algn="c"/>
            <a:r>
              <a:rPr lang="zh-CN" sz="900" dirty="0">
                <a:solidFill>
                  <a:srgbClr val="3F3F3F"/>
                </a:solidFill>
              </a:rPr>
              <a:t>Rollout 采样</a:t>
            </a:r>
          </a:p>
          <a:p>
            <a:pPr algn="c"/>
            <a:r>
              <a:rPr lang="zh-CN" sz="900" dirty="0">
                <a:solidFill>
                  <a:srgbClr val="3F3F3F"/>
                </a:solidFill>
              </a:rPr>
              <a:t>记录轨迹</a:t>
            </a:r>
          </a:p>
          <a:p>
            <a:pPr algn="c"/>
            <a:r>
              <a:rPr lang="zh-CN" sz="900" dirty="0">
                <a:solidFill>
                  <a:srgbClr val="3F3F3F"/>
                </a:solidFill>
              </a:rPr>
              <a:t>统一更新 Q 表</a:t>
            </a:r>
          </a:p>
        </p:txBody>
      </p:sp>
      <p:sp>
        <p:nvSpPr>
          <p:cNvPr id="116" name="arrow text"/>
          <p:cNvSpPr/>
          <p:nvPr/>
        </p:nvSpPr>
        <p:spPr>
          <a:xfrm>
            <a:off x="8686800" y="2304288"/>
            <a:ext cx="411480" cy="228600"/>
          </a:xfrm>
          <a:prstGeom prst="rect">
            <a:avLst/>
          </a:prstGeom>
          <a:noFill/>
          <a:ln>
            <a:noFill/>
          </a:ln>
        </p:spPr>
        <p:txBody>
          <a:bodyPr wrap="square" anchor="mid" lIns="45720" tIns="22860" rIns="45720" bIns="22860"/>
          <a:lstStyle/>
          <a:p>
            <a:pPr algn="c"/>
            <a:r>
              <a:rPr lang="zh-CN" sz="1700" b="1" dirty="0">
                <a:solidFill>
                  <a:srgbClr val="2DB2A4"/>
                </a:solidFill>
              </a:rPr>
              <a:t>→</a:t>
            </a:r>
          </a:p>
        </p:txBody>
      </p:sp>
      <p:sp>
        <p:nvSpPr>
          <p:cNvPr id="117" name="flow box"/>
          <p:cNvSpPr/>
          <p:nvPr/>
        </p:nvSpPr>
        <p:spPr>
          <a:xfrm>
            <a:off x="9189720" y="2176272"/>
            <a:ext cx="1691640" cy="603504"/>
          </a:xfrm>
          <a:prstGeom prst="roundRect">
            <a:avLst/>
          </a:prstGeom>
          <a:solidFill>
            <a:srgbClr val="FFF4D6"/>
          </a:solidFill>
          <a:ln w="12700">
            <a:solidFill>
              <a:srgbClr val="F3B903"/>
            </a:solidFill>
          </a:ln>
        </p:spPr>
        <p:txBody>
          <a:bodyPr wrap="square" anchor="mid" lIns="45720" tIns="22860" rIns="45720" bIns="22860"/>
          <a:lstStyle/>
          <a:p>
            <a:pPr algn="c"/>
            <a:r>
              <a:rPr lang="zh-CN" sz="1050" b="1" dirty="0">
                <a:solidFill>
                  <a:srgbClr val="0E647C"/>
                </a:solidFill>
              </a:rPr>
              <a:t>最终构解</a:t>
            </a:r>
          </a:p>
        </p:txBody>
      </p:sp>
      <p:sp>
        <p:nvSpPr>
          <p:cNvPr id="118" name="flow body"/>
          <p:cNvSpPr/>
          <p:nvPr/>
        </p:nvSpPr>
        <p:spPr>
          <a:xfrm>
            <a:off x="9144000" y="2852928"/>
            <a:ext cx="1783080" cy="786384"/>
          </a:xfrm>
          <a:prstGeom prst="roundRect">
            <a:avLst/>
          </a:prstGeom>
          <a:solidFill>
            <a:srgbClr val="FFFFFF"/>
          </a:solidFill>
          <a:ln w="12700">
            <a:solidFill>
              <a:srgbClr val="D9E9E6"/>
            </a:solidFill>
          </a:ln>
        </p:spPr>
        <p:txBody>
          <a:bodyPr wrap="square" anchor="mid" lIns="45720" tIns="22860" rIns="45720" bIns="22860"/>
          <a:lstStyle/>
          <a:p>
            <a:pPr algn="c"/>
            <a:r>
              <a:rPr lang="zh-CN" sz="900" dirty="0">
                <a:solidFill>
                  <a:srgbClr val="3F3F3F"/>
                </a:solidFill>
              </a:rPr>
              <a:t>Q 表贪心</a:t>
            </a:r>
          </a:p>
          <a:p>
            <a:pPr algn="c"/>
            <a:r>
              <a:rPr lang="zh-CN" sz="900" dirty="0">
                <a:solidFill>
                  <a:srgbClr val="3F3F3F"/>
                </a:solidFill>
              </a:rPr>
              <a:t>cost-to-go 辅助</a:t>
            </a:r>
          </a:p>
          <a:p>
            <a:pPr algn="c"/>
            <a:r>
              <a:rPr lang="zh-CN" sz="900" dirty="0">
                <a:solidFill>
                  <a:srgbClr val="3F3F3F"/>
                </a:solidFill>
              </a:rPr>
              <a:t>输出调度方案</a:t>
            </a:r>
          </a:p>
        </p:txBody>
      </p:sp>
      <p:sp>
        <p:nvSpPr>
          <p:cNvPr id="119" name="tag"/>
          <p:cNvSpPr/>
          <p:nvPr/>
        </p:nvSpPr>
        <p:spPr>
          <a:xfrm>
            <a:off x="2057400" y="4160520"/>
            <a:ext cx="1143000" cy="310896"/>
          </a:xfrm>
          <a:prstGeom prst="roundRect">
            <a:avLst/>
          </a:prstGeom>
          <a:solidFill>
            <a:srgbClr val="EAF7F5"/>
          </a:solidFill>
          <a:ln w="12700">
            <a:solidFill>
              <a:srgbClr val="2DB2A4"/>
            </a:solidFill>
          </a:ln>
        </p:spPr>
        <p:txBody>
          <a:bodyPr wrap="square" anchor="mid" lIns="45720" tIns="22860" rIns="45720" bIns="22860"/>
          <a:lstStyle/>
          <a:p>
            <a:pPr algn="c"/>
            <a:r>
              <a:rPr lang="zh-CN" sz="850" b="1" dirty="0">
                <a:solidFill>
                  <a:srgbClr val="0E647C"/>
                </a:solidFill>
              </a:rPr>
              <a:t>训练逻辑</a:t>
            </a:r>
          </a:p>
        </p:txBody>
      </p:sp>
      <p:sp>
        <p:nvSpPr>
          <p:cNvPr id="120" name="dot"/>
          <p:cNvSpPr/>
          <p:nvPr/>
        </p:nvSpPr>
        <p:spPr>
          <a:xfrm>
            <a:off x="2121408" y="4663440"/>
            <a:ext cx="91440" cy="91440"/>
          </a:xfrm>
          <a:prstGeom prst="ellipse">
            <a:avLst/>
          </a:prstGeom>
          <a:solidFill>
            <a:srgbClr val="2DB2A4"/>
          </a:solidFill>
          <a:ln w="12700">
            <a:solidFill>
              <a:srgbClr val="2DB2A4"/>
            </a:solidFill>
          </a:ln>
        </p:spPr>
      </p:sp>
      <p:sp>
        <p:nvSpPr>
          <p:cNvPr id="121" name="bullet text"/>
          <p:cNvSpPr/>
          <p:nvPr/>
        </p:nvSpPr>
        <p:spPr>
          <a:xfrm>
            <a:off x="2286000" y="4590288"/>
            <a:ext cx="5074920" cy="292608"/>
          </a:xfrm>
          <a:prstGeom prst="rect">
            <a:avLst/>
          </a:prstGeom>
          <a:noFill/>
          <a:ln>
            <a:noFill/>
          </a:ln>
        </p:spPr>
        <p:txBody>
          <a:bodyPr wrap="square" anchor="mid" lIns="45720" tIns="22860" rIns="45720" bIns="22860"/>
          <a:lstStyle/>
          <a:p>
            <a:pPr algn="l"/>
            <a:r>
              <a:rPr lang="zh-CN" sz="950" dirty="0">
                <a:solidFill>
                  <a:srgbClr val="3F3F3F"/>
                </a:solidFill>
              </a:rPr>
              <a:t>每轮 episode 从初始环境开始，按照 ε-greedy 在候选动作集中选择动作。</a:t>
            </a:r>
          </a:p>
        </p:txBody>
      </p:sp>
      <p:sp>
        <p:nvSpPr>
          <p:cNvPr id="122" name="dot"/>
          <p:cNvSpPr/>
          <p:nvPr/>
        </p:nvSpPr>
        <p:spPr>
          <a:xfrm>
            <a:off x="2121408" y="5047488"/>
            <a:ext cx="91440" cy="91440"/>
          </a:xfrm>
          <a:prstGeom prst="ellipse">
            <a:avLst/>
          </a:prstGeom>
          <a:solidFill>
            <a:srgbClr val="2DB2A4"/>
          </a:solidFill>
          <a:ln w="12700">
            <a:solidFill>
              <a:srgbClr val="2DB2A4"/>
            </a:solidFill>
          </a:ln>
        </p:spPr>
      </p:sp>
      <p:sp>
        <p:nvSpPr>
          <p:cNvPr id="123" name="bullet text"/>
          <p:cNvSpPr/>
          <p:nvPr/>
        </p:nvSpPr>
        <p:spPr>
          <a:xfrm>
            <a:off x="2286000" y="4974336"/>
            <a:ext cx="5074920" cy="292608"/>
          </a:xfrm>
          <a:prstGeom prst="rect">
            <a:avLst/>
          </a:prstGeom>
          <a:noFill/>
          <a:ln>
            <a:noFill/>
          </a:ln>
        </p:spPr>
        <p:txBody>
          <a:bodyPr wrap="square" anchor="mid" lIns="45720" tIns="22860" rIns="45720" bIns="22860"/>
          <a:lstStyle/>
          <a:p>
            <a:pPr algn="l"/>
            <a:r>
              <a:rPr lang="zh-CN" sz="950" dirty="0">
                <a:solidFill>
                  <a:srgbClr val="3F3F3F"/>
                </a:solidFill>
              </a:rPr>
              <a:t>动作执行后仅记录状态转移轨迹，episode 结束后根据综合奖励统一更新 Q 表。</a:t>
            </a:r>
          </a:p>
        </p:txBody>
      </p:sp>
      <p:sp>
        <p:nvSpPr>
          <p:cNvPr id="124" name="dot"/>
          <p:cNvSpPr/>
          <p:nvPr/>
        </p:nvSpPr>
        <p:spPr>
          <a:xfrm>
            <a:off x="2121408" y="5431536"/>
            <a:ext cx="91440" cy="91440"/>
          </a:xfrm>
          <a:prstGeom prst="ellipse">
            <a:avLst/>
          </a:prstGeom>
          <a:solidFill>
            <a:srgbClr val="2DB2A4"/>
          </a:solidFill>
          <a:ln w="12700">
            <a:solidFill>
              <a:srgbClr val="2DB2A4"/>
            </a:solidFill>
          </a:ln>
        </p:spPr>
      </p:sp>
      <p:sp>
        <p:nvSpPr>
          <p:cNvPr id="125" name="bullet text"/>
          <p:cNvSpPr/>
          <p:nvPr/>
        </p:nvSpPr>
        <p:spPr>
          <a:xfrm>
            <a:off x="2286000" y="5358384"/>
            <a:ext cx="5074920" cy="292608"/>
          </a:xfrm>
          <a:prstGeom prst="rect">
            <a:avLst/>
          </a:prstGeom>
          <a:noFill/>
          <a:ln>
            <a:noFill/>
          </a:ln>
        </p:spPr>
        <p:txBody>
          <a:bodyPr wrap="square" anchor="mid" lIns="45720" tIns="22860" rIns="45720" bIns="22860"/>
          <a:lstStyle/>
          <a:p>
            <a:pPr algn="l"/>
            <a:r>
              <a:rPr lang="zh-CN" sz="950" dirty="0">
                <a:solidFill>
                  <a:srgbClr val="3F3F3F"/>
                </a:solidFill>
              </a:rPr>
              <a:t>当 Q 表最大变化量低于阈值或达到最大训练轮数时停止训练。</a:t>
            </a:r>
          </a:p>
        </p:txBody>
      </p:sp>
      <p:sp>
        <p:nvSpPr>
          <p:cNvPr id="126" name="tag"/>
          <p:cNvSpPr/>
          <p:nvPr/>
        </p:nvSpPr>
        <p:spPr>
          <a:xfrm>
            <a:off x="7726680" y="4160520"/>
            <a:ext cx="1143000" cy="310896"/>
          </a:xfrm>
          <a:prstGeom prst="roundRect">
            <a:avLst/>
          </a:prstGeom>
          <a:solidFill>
            <a:srgbClr val="FFF4D6"/>
          </a:solidFill>
          <a:ln w="12700">
            <a:solidFill>
              <a:srgbClr val="2DB2A4"/>
            </a:solidFill>
          </a:ln>
        </p:spPr>
        <p:txBody>
          <a:bodyPr wrap="square" anchor="mid" lIns="45720" tIns="22860" rIns="45720" bIns="22860"/>
          <a:lstStyle/>
          <a:p>
            <a:pPr algn="c"/>
            <a:r>
              <a:rPr lang="zh-CN" sz="850" b="1" dirty="0">
                <a:solidFill>
                  <a:srgbClr val="7A5A00"/>
                </a:solidFill>
              </a:rPr>
              <a:t>构解逻辑</a:t>
            </a:r>
          </a:p>
        </p:txBody>
      </p:sp>
      <p:sp>
        <p:nvSpPr>
          <p:cNvPr id="127" name="dot"/>
          <p:cNvSpPr/>
          <p:nvPr/>
        </p:nvSpPr>
        <p:spPr>
          <a:xfrm>
            <a:off x="7790688" y="4663440"/>
            <a:ext cx="91440" cy="91440"/>
          </a:xfrm>
          <a:prstGeom prst="ellipse">
            <a:avLst/>
          </a:prstGeom>
          <a:solidFill>
            <a:srgbClr val="2DB2A4"/>
          </a:solidFill>
          <a:ln w="12700">
            <a:solidFill>
              <a:srgbClr val="2DB2A4"/>
            </a:solidFill>
          </a:ln>
        </p:spPr>
      </p:sp>
      <p:sp>
        <p:nvSpPr>
          <p:cNvPr id="128" name="bullet text"/>
          <p:cNvSpPr/>
          <p:nvPr/>
        </p:nvSpPr>
        <p:spPr>
          <a:xfrm>
            <a:off x="7955280" y="4590288"/>
            <a:ext cx="3520440" cy="292608"/>
          </a:xfrm>
          <a:prstGeom prst="rect">
            <a:avLst/>
          </a:prstGeom>
          <a:noFill/>
          <a:ln>
            <a:noFill/>
          </a:ln>
        </p:spPr>
        <p:txBody>
          <a:bodyPr wrap="square" anchor="mid" lIns="45720" tIns="22860" rIns="45720" bIns="22860"/>
          <a:lstStyle/>
          <a:p>
            <a:pPr algn="l"/>
            <a:r>
              <a:rPr lang="zh-CN" sz="950" dirty="0">
                <a:solidFill>
                  <a:srgbClr val="3F3F3F"/>
                </a:solidFill>
              </a:rPr>
              <a:t>最终调度方案由训练后的 Q 表逐步构造。</a:t>
            </a:r>
          </a:p>
        </p:txBody>
      </p:sp>
      <p:sp>
        <p:nvSpPr>
          <p:cNvPr id="129" name="dot"/>
          <p:cNvSpPr/>
          <p:nvPr/>
        </p:nvSpPr>
        <p:spPr>
          <a:xfrm>
            <a:off x="7790688" y="5047488"/>
            <a:ext cx="91440" cy="91440"/>
          </a:xfrm>
          <a:prstGeom prst="ellipse">
            <a:avLst/>
          </a:prstGeom>
          <a:solidFill>
            <a:srgbClr val="2DB2A4"/>
          </a:solidFill>
          <a:ln w="12700">
            <a:solidFill>
              <a:srgbClr val="2DB2A4"/>
            </a:solidFill>
          </a:ln>
        </p:spPr>
      </p:sp>
      <p:sp>
        <p:nvSpPr>
          <p:cNvPr id="130" name="bullet text"/>
          <p:cNvSpPr/>
          <p:nvPr/>
        </p:nvSpPr>
        <p:spPr>
          <a:xfrm>
            <a:off x="7955280" y="4974336"/>
            <a:ext cx="3520440" cy="292608"/>
          </a:xfrm>
          <a:prstGeom prst="rect">
            <a:avLst/>
          </a:prstGeom>
          <a:noFill/>
          <a:ln>
            <a:noFill/>
          </a:ln>
        </p:spPr>
        <p:txBody>
          <a:bodyPr wrap="square" anchor="mid" lIns="45720" tIns="22860" rIns="45720" bIns="22860"/>
          <a:lstStyle/>
          <a:p>
            <a:pPr algn="l"/>
            <a:r>
              <a:rPr lang="zh-CN" sz="950" dirty="0">
                <a:solidFill>
                  <a:srgbClr val="3F3F3F"/>
                </a:solidFill>
              </a:rPr>
              <a:t>当 Q 值区分不明显时，引入 cost-to-go 作为补充判别依据。</a:t>
            </a:r>
          </a:p>
        </p:txBody>
      </p:sp>
      <p:sp>
        <p:nvSpPr>
          <p:cNvPr id="131" name="dot"/>
          <p:cNvSpPr/>
          <p:nvPr/>
        </p:nvSpPr>
        <p:spPr>
          <a:xfrm>
            <a:off x="7790688" y="5431536"/>
            <a:ext cx="91440" cy="91440"/>
          </a:xfrm>
          <a:prstGeom prst="ellipse">
            <a:avLst/>
          </a:prstGeom>
          <a:solidFill>
            <a:srgbClr val="2DB2A4"/>
          </a:solidFill>
          <a:ln w="12700">
            <a:solidFill>
              <a:srgbClr val="2DB2A4"/>
            </a:solidFill>
          </a:ln>
        </p:spPr>
      </p:sp>
      <p:sp>
        <p:nvSpPr>
          <p:cNvPr id="132" name="bullet text"/>
          <p:cNvSpPr/>
          <p:nvPr/>
        </p:nvSpPr>
        <p:spPr>
          <a:xfrm>
            <a:off x="7955280" y="5358384"/>
            <a:ext cx="3520440" cy="292608"/>
          </a:xfrm>
          <a:prstGeom prst="rect">
            <a:avLst/>
          </a:prstGeom>
          <a:noFill/>
          <a:ln>
            <a:noFill/>
          </a:ln>
        </p:spPr>
        <p:txBody>
          <a:bodyPr wrap="square" anchor="mid" lIns="45720" tIns="22860" rIns="45720" bIns="22860"/>
          <a:lstStyle/>
          <a:p>
            <a:pPr algn="l"/>
            <a:r>
              <a:rPr lang="zh-CN" sz="950" dirty="0">
                <a:solidFill>
                  <a:srgbClr val="3F3F3F"/>
                </a:solidFill>
              </a:rPr>
              <a:t>输出完整动作序列与总延迟惩罚 penalty。</a:t>
            </a:r>
          </a:p>
        </p:txBody>
      </p:sp>
    </p:spTree>
    <p:extLst>
      <p:ext uri="{BB962C8B-B14F-4D97-AF65-F5344CB8AC3E}">
        <p14:creationId xmlns:p14="http://schemas.microsoft.com/office/powerpoint/2010/main" val="924295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514350" indent="-514350">
              <a:buFont typeface="+mj-lt"/>
              <a:buAutoNum type="arabicPeriod" startAt="2"/>
            </a:pPr>
            <a:r>
              <a:rPr lang="zh-CN" altLang="en-US" sz="3200" dirty="0"/>
              <a:t>研究思路与方法</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7</a:t>
            </a:fld>
            <a:endParaRPr lang="zh-CN" altLang="en-US" dirty="0"/>
          </a:p>
        </p:txBody>
      </p:sp>
      <p:sp>
        <p:nvSpPr>
          <p:cNvPr id="4" name="文本占位符 3"/>
          <p:cNvSpPr>
            <a:spLocks noGrp="1"/>
          </p:cNvSpPr>
          <p:nvPr>
            <p:ph type="body" sz="quarter" idx="13"/>
          </p:nvPr>
        </p:nvSpPr>
        <p:spPr/>
        <p:txBody>
          <a:bodyPr/>
          <a:lstStyle/>
          <a:p>
            <a:r>
              <a:rPr lang="zh-CN" altLang="en-US" dirty="0"/>
              <a:t>问题描述</a:t>
            </a:r>
          </a:p>
        </p:txBody>
      </p:sp>
      <p:sp>
        <p:nvSpPr>
          <p:cNvPr id="5" name="文本占位符 4"/>
          <p:cNvSpPr>
            <a:spLocks noGrp="1"/>
          </p:cNvSpPr>
          <p:nvPr>
            <p:ph type="body" sz="quarter" idx="14"/>
          </p:nvPr>
        </p:nvSpPr>
        <p:spPr/>
        <p:txBody>
          <a:bodyPr/>
          <a:lstStyle/>
          <a:p>
            <a:r>
              <a:rPr lang="zh-CN" altLang="en-US" dirty="0"/>
              <a:t>模型构建</a:t>
            </a:r>
          </a:p>
        </p:txBody>
      </p:sp>
      <p:sp>
        <p:nvSpPr>
          <p:cNvPr id="6" name="文本占位符 5"/>
          <p:cNvSpPr>
            <a:spLocks noGrp="1"/>
          </p:cNvSpPr>
          <p:nvPr>
            <p:ph type="body" sz="quarter" idx="15"/>
          </p:nvPr>
        </p:nvSpPr>
        <p:spPr/>
        <p:txBody>
          <a:bodyPr/>
          <a:lstStyle/>
          <a:p>
            <a:r>
              <a:rPr lang="zh-CN" altLang="en-US" b="1" dirty="0">
                <a:solidFill>
                  <a:srgbClr val="0E647C"/>
                </a:solidFill>
              </a:rPr>
              <a:t>算法设计</a:t>
            </a:r>
          </a:p>
        </p:txBody>
      </p:sp>
      <p:sp>
        <p:nvSpPr>
          <p:cNvPr id="101" name="body white"/>
          <p:cNvSpPr/>
          <p:nvPr/>
        </p:nvSpPr>
        <p:spPr>
          <a:xfrm>
            <a:off x="530352" y="1078992"/>
            <a:ext cx="11201400" cy="5257800"/>
          </a:xfrm>
          <a:prstGeom prst="rect">
            <a:avLst/>
          </a:prstGeom>
          <a:solidFill>
            <a:srgbClr val="FFFFFF"/>
          </a:solidFill>
          <a:ln>
            <a:noFill/>
          </a:ln>
        </p:spPr>
      </p:sp>
      <p:sp>
        <p:nvSpPr>
          <p:cNvPr id="102" name="sidebar1"/>
          <p:cNvSpPr/>
          <p:nvPr/>
        </p:nvSpPr>
        <p:spPr>
          <a:xfrm>
            <a:off x="713232" y="1417320"/>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01</a:t>
            </a:r>
          </a:p>
          <a:p>
            <a:pPr algn="c"/>
            <a:r>
              <a:rPr lang="zh-CN" sz="900" b="1" dirty="0">
                <a:solidFill>
                  <a:srgbClr val="0E647C"/>
                </a:solidFill>
              </a:rPr>
              <a:t>算法框架</a:t>
            </a:r>
          </a:p>
        </p:txBody>
      </p:sp>
      <p:sp>
        <p:nvSpPr>
          <p:cNvPr id="103" name="sidebar2"/>
          <p:cNvSpPr/>
          <p:nvPr/>
        </p:nvSpPr>
        <p:spPr>
          <a:xfrm>
            <a:off x="713232" y="2487168"/>
            <a:ext cx="1005840" cy="530352"/>
          </a:xfrm>
          <a:prstGeom prst="roundRect">
            <a:avLst/>
          </a:prstGeom>
          <a:solidFill>
            <a:srgbClr val="2DB2A4"/>
          </a:solidFill>
          <a:ln w="12700">
            <a:solidFill>
              <a:srgbClr val="2DB2A4"/>
            </a:solidFill>
          </a:ln>
        </p:spPr>
        <p:txBody>
          <a:bodyPr wrap="square" anchor="mid" lIns="45720" tIns="22860" rIns="45720" bIns="22860"/>
          <a:lstStyle/>
          <a:p>
            <a:pPr algn="c"/>
            <a:r>
              <a:rPr lang="zh-CN" sz="900" b="1" dirty="0">
                <a:solidFill>
                  <a:srgbClr val="FFFFFF"/>
                </a:solidFill>
              </a:rPr>
              <a:t>02</a:t>
            </a:r>
          </a:p>
          <a:p>
            <a:pPr algn="c"/>
            <a:r>
              <a:rPr lang="zh-CN" sz="900" b="1" dirty="0">
                <a:solidFill>
                  <a:srgbClr val="FFFFFF"/>
                </a:solidFill>
              </a:rPr>
              <a:t>状态动作</a:t>
            </a:r>
          </a:p>
        </p:txBody>
      </p:sp>
      <p:sp>
        <p:nvSpPr>
          <p:cNvPr id="104" name="sidebar3"/>
          <p:cNvSpPr/>
          <p:nvPr/>
        </p:nvSpPr>
        <p:spPr>
          <a:xfrm>
            <a:off x="713232" y="3557016"/>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03</a:t>
            </a:r>
          </a:p>
          <a:p>
            <a:pPr algn="c"/>
            <a:r>
              <a:rPr lang="zh-CN" sz="900" b="1" dirty="0">
                <a:solidFill>
                  <a:srgbClr val="0E647C"/>
                </a:solidFill>
              </a:rPr>
              <a:t>奖励训练</a:t>
            </a:r>
          </a:p>
        </p:txBody>
      </p:sp>
      <p:sp>
        <p:nvSpPr>
          <p:cNvPr id="105" name="sidebar4"/>
          <p:cNvSpPr/>
          <p:nvPr/>
        </p:nvSpPr>
        <p:spPr>
          <a:xfrm>
            <a:off x="713232" y="4626864"/>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04</a:t>
            </a:r>
          </a:p>
          <a:p>
            <a:pPr algn="c"/>
            <a:r>
              <a:rPr lang="zh-CN" sz="900" b="1" dirty="0">
                <a:solidFill>
                  <a:srgbClr val="0E647C"/>
                </a:solidFill>
              </a:rPr>
              <a:t>构解输出</a:t>
            </a:r>
          </a:p>
        </p:txBody>
      </p:sp>
      <p:sp>
        <p:nvSpPr>
          <p:cNvPr id="106" name="method title"/>
          <p:cNvSpPr/>
          <p:nvPr/>
        </p:nvSpPr>
        <p:spPr>
          <a:xfrm>
            <a:off x="1993392" y="1207008"/>
            <a:ext cx="7132320" cy="329184"/>
          </a:xfrm>
          <a:prstGeom prst="rect">
            <a:avLst/>
          </a:prstGeom>
          <a:noFill/>
          <a:ln>
            <a:noFill/>
          </a:ln>
        </p:spPr>
        <p:txBody>
          <a:bodyPr wrap="square" anchor="mid" lIns="45720" tIns="22860" rIns="45720" bIns="22860"/>
          <a:lstStyle/>
          <a:p>
            <a:pPr algn="l"/>
            <a:r>
              <a:rPr lang="zh-CN" sz="1700" b="1" dirty="0">
                <a:solidFill>
                  <a:srgbClr val="0E647C"/>
                </a:solidFill>
              </a:rPr>
              <a:t>状态表示与动作空间设计</a:t>
            </a:r>
          </a:p>
        </p:txBody>
      </p:sp>
      <p:sp>
        <p:nvSpPr>
          <p:cNvPr id="107" name="method subtitle"/>
          <p:cNvSpPr/>
          <p:nvPr/>
        </p:nvSpPr>
        <p:spPr>
          <a:xfrm>
            <a:off x="2011680" y="1572768"/>
            <a:ext cx="8778240" cy="292608"/>
          </a:xfrm>
          <a:prstGeom prst="rect">
            <a:avLst/>
          </a:prstGeom>
          <a:noFill/>
          <a:ln>
            <a:noFill/>
          </a:ln>
        </p:spPr>
        <p:txBody>
          <a:bodyPr wrap="square" anchor="mid" lIns="45720" tIns="22860" rIns="45720" bIns="22860"/>
          <a:lstStyle/>
          <a:p>
            <a:pPr algn="l"/>
            <a:r>
              <a:rPr lang="zh-CN" sz="1050" dirty="0">
                <a:solidFill>
                  <a:srgbClr val="836967"/>
                </a:solidFill>
              </a:rPr>
              <a:t>状态特征统一为 6 维离散特征，动作按“类型-任务-人员”完整描述。</a:t>
            </a:r>
          </a:p>
        </p:txBody>
      </p:sp>
      <p:sp>
        <p:nvSpPr>
          <p:cNvPr id="108" name="feature key"/>
          <p:cNvSpPr/>
          <p:nvPr/>
        </p:nvSpPr>
        <p:spPr>
          <a:xfrm>
            <a:off x="2029968" y="2057400"/>
            <a:ext cx="685800" cy="420624"/>
          </a:xfrm>
          <a:prstGeom prst="roundRect">
            <a:avLst/>
          </a:prstGeom>
          <a:solidFill>
            <a:srgbClr val="2DB2A4"/>
          </a:solidFill>
          <a:ln w="12700">
            <a:solidFill>
              <a:srgbClr val="2DB2A4"/>
            </a:solidFill>
          </a:ln>
        </p:spPr>
        <p:txBody>
          <a:bodyPr wrap="square" anchor="mid" lIns="45720" tIns="22860" rIns="45720" bIns="22860"/>
          <a:lstStyle/>
          <a:p>
            <a:pPr algn="c"/>
            <a:r>
              <a:rPr lang="zh-CN" sz="1000" b="1" dirty="0">
                <a:solidFill>
                  <a:srgbClr val="FFFFFF"/>
                </a:solidFill>
              </a:rPr>
              <a:t>NLF</a:t>
            </a:r>
          </a:p>
        </p:txBody>
      </p:sp>
      <p:sp>
        <p:nvSpPr>
          <p:cNvPr id="109" name="feature value"/>
          <p:cNvSpPr/>
          <p:nvPr/>
        </p:nvSpPr>
        <p:spPr>
          <a:xfrm>
            <a:off x="2779776" y="2057400"/>
            <a:ext cx="1828800" cy="420624"/>
          </a:xfrm>
          <a:prstGeom prst="roundRect">
            <a:avLst/>
          </a:prstGeom>
          <a:solidFill>
            <a:srgbClr val="F4FAF9"/>
          </a:solidFill>
          <a:ln w="12700">
            <a:solidFill>
              <a:srgbClr val="D9E9E6"/>
            </a:solidFill>
          </a:ln>
        </p:spPr>
        <p:txBody>
          <a:bodyPr wrap="square" anchor="mid" lIns="45720" tIns="22860" rIns="45720" bIns="22860"/>
          <a:lstStyle/>
          <a:p>
            <a:pPr algn="l"/>
            <a:r>
              <a:rPr lang="zh-CN" sz="900" dirty="0">
                <a:solidFill>
                  <a:srgbClr val="3F3F3F"/>
                </a:solidFill>
              </a:rPr>
              <a:t>网络层级特征</a:t>
            </a:r>
          </a:p>
        </p:txBody>
      </p:sp>
      <p:sp>
        <p:nvSpPr>
          <p:cNvPr id="110" name="feature key"/>
          <p:cNvSpPr/>
          <p:nvPr/>
        </p:nvSpPr>
        <p:spPr>
          <a:xfrm>
            <a:off x="5120640" y="2057400"/>
            <a:ext cx="685800" cy="420624"/>
          </a:xfrm>
          <a:prstGeom prst="roundRect">
            <a:avLst/>
          </a:prstGeom>
          <a:solidFill>
            <a:srgbClr val="2DB2A4"/>
          </a:solidFill>
          <a:ln w="12700">
            <a:solidFill>
              <a:srgbClr val="2DB2A4"/>
            </a:solidFill>
          </a:ln>
        </p:spPr>
        <p:txBody>
          <a:bodyPr wrap="square" anchor="mid" lIns="45720" tIns="22860" rIns="45720" bIns="22860"/>
          <a:lstStyle/>
          <a:p>
            <a:pPr algn="c"/>
            <a:r>
              <a:rPr lang="zh-CN" sz="1000" b="1" dirty="0">
                <a:solidFill>
                  <a:srgbClr val="FFFFFF"/>
                </a:solidFill>
              </a:rPr>
              <a:t>SBI</a:t>
            </a:r>
          </a:p>
        </p:txBody>
      </p:sp>
      <p:sp>
        <p:nvSpPr>
          <p:cNvPr id="111" name="feature value"/>
          <p:cNvSpPr/>
          <p:nvPr/>
        </p:nvSpPr>
        <p:spPr>
          <a:xfrm>
            <a:off x="5870448" y="2057400"/>
            <a:ext cx="1828800" cy="420624"/>
          </a:xfrm>
          <a:prstGeom prst="roundRect">
            <a:avLst/>
          </a:prstGeom>
          <a:solidFill>
            <a:srgbClr val="F4FAF9"/>
          </a:solidFill>
          <a:ln w="12700">
            <a:solidFill>
              <a:srgbClr val="D9E9E6"/>
            </a:solidFill>
          </a:ln>
        </p:spPr>
        <p:txBody>
          <a:bodyPr wrap="square" anchor="mid" lIns="45720" tIns="22860" rIns="45720" bIns="22860"/>
          <a:lstStyle/>
          <a:p>
            <a:pPr algn="l"/>
            <a:r>
              <a:rPr lang="zh-CN" sz="900" dirty="0">
                <a:solidFill>
                  <a:srgbClr val="3F3F3F"/>
                </a:solidFill>
              </a:rPr>
              <a:t>技能瓶颈指数</a:t>
            </a:r>
          </a:p>
        </p:txBody>
      </p:sp>
      <p:sp>
        <p:nvSpPr>
          <p:cNvPr id="112" name="feature key"/>
          <p:cNvSpPr/>
          <p:nvPr/>
        </p:nvSpPr>
        <p:spPr>
          <a:xfrm>
            <a:off x="8211312" y="2057400"/>
            <a:ext cx="685800" cy="420624"/>
          </a:xfrm>
          <a:prstGeom prst="roundRect">
            <a:avLst/>
          </a:prstGeom>
          <a:solidFill>
            <a:srgbClr val="2DB2A4"/>
          </a:solidFill>
          <a:ln w="12700">
            <a:solidFill>
              <a:srgbClr val="2DB2A4"/>
            </a:solidFill>
          </a:ln>
        </p:spPr>
        <p:txBody>
          <a:bodyPr wrap="square" anchor="mid" lIns="45720" tIns="22860" rIns="45720" bIns="22860"/>
          <a:lstStyle/>
          <a:p>
            <a:pPr algn="c"/>
            <a:r>
              <a:rPr lang="zh-CN" sz="1000" b="1" dirty="0">
                <a:solidFill>
                  <a:srgbClr val="FFFFFF"/>
                </a:solidFill>
              </a:rPr>
              <a:t>MUR</a:t>
            </a:r>
          </a:p>
        </p:txBody>
      </p:sp>
      <p:sp>
        <p:nvSpPr>
          <p:cNvPr id="113" name="feature value"/>
          <p:cNvSpPr/>
          <p:nvPr/>
        </p:nvSpPr>
        <p:spPr>
          <a:xfrm>
            <a:off x="8961120" y="2057400"/>
            <a:ext cx="1828800" cy="420624"/>
          </a:xfrm>
          <a:prstGeom prst="roundRect">
            <a:avLst/>
          </a:prstGeom>
          <a:solidFill>
            <a:srgbClr val="F4FAF9"/>
          </a:solidFill>
          <a:ln w="12700">
            <a:solidFill>
              <a:srgbClr val="D9E9E6"/>
            </a:solidFill>
          </a:ln>
        </p:spPr>
        <p:txBody>
          <a:bodyPr wrap="square" anchor="mid" lIns="45720" tIns="22860" rIns="45720" bIns="22860"/>
          <a:lstStyle/>
          <a:p>
            <a:pPr algn="l"/>
            <a:r>
              <a:rPr lang="zh-CN" sz="900" dirty="0">
                <a:solidFill>
                  <a:srgbClr val="3F3F3F"/>
                </a:solidFill>
              </a:rPr>
              <a:t>里程碑紧迫度</a:t>
            </a:r>
          </a:p>
        </p:txBody>
      </p:sp>
      <p:sp>
        <p:nvSpPr>
          <p:cNvPr id="114" name="feature key"/>
          <p:cNvSpPr/>
          <p:nvPr/>
        </p:nvSpPr>
        <p:spPr>
          <a:xfrm>
            <a:off x="2029968" y="2907792"/>
            <a:ext cx="685800" cy="420624"/>
          </a:xfrm>
          <a:prstGeom prst="roundRect">
            <a:avLst/>
          </a:prstGeom>
          <a:solidFill>
            <a:srgbClr val="2DB2A4"/>
          </a:solidFill>
          <a:ln w="12700">
            <a:solidFill>
              <a:srgbClr val="2DB2A4"/>
            </a:solidFill>
          </a:ln>
        </p:spPr>
        <p:txBody>
          <a:bodyPr wrap="square" anchor="mid" lIns="45720" tIns="22860" rIns="45720" bIns="22860"/>
          <a:lstStyle/>
          <a:p>
            <a:pPr algn="c"/>
            <a:r>
              <a:rPr lang="zh-CN" sz="1000" b="1" dirty="0">
                <a:solidFill>
                  <a:srgbClr val="FFFFFF"/>
                </a:solidFill>
              </a:rPr>
              <a:t>RUR</a:t>
            </a:r>
          </a:p>
        </p:txBody>
      </p:sp>
      <p:sp>
        <p:nvSpPr>
          <p:cNvPr id="115" name="feature value"/>
          <p:cNvSpPr/>
          <p:nvPr/>
        </p:nvSpPr>
        <p:spPr>
          <a:xfrm>
            <a:off x="2779776" y="2907792"/>
            <a:ext cx="1828800" cy="420624"/>
          </a:xfrm>
          <a:prstGeom prst="roundRect">
            <a:avLst/>
          </a:prstGeom>
          <a:solidFill>
            <a:srgbClr val="F4FAF9"/>
          </a:solidFill>
          <a:ln w="12700">
            <a:solidFill>
              <a:srgbClr val="D9E9E6"/>
            </a:solidFill>
          </a:ln>
        </p:spPr>
        <p:txBody>
          <a:bodyPr wrap="square" anchor="mid" lIns="45720" tIns="22860" rIns="45720" bIns="22860"/>
          <a:lstStyle/>
          <a:p>
            <a:pPr algn="l"/>
            <a:r>
              <a:rPr lang="zh-CN" sz="900" dirty="0">
                <a:solidFill>
                  <a:srgbClr val="3F3F3F"/>
                </a:solidFill>
              </a:rPr>
              <a:t>资源利用率</a:t>
            </a:r>
          </a:p>
        </p:txBody>
      </p:sp>
      <p:sp>
        <p:nvSpPr>
          <p:cNvPr id="116" name="feature key"/>
          <p:cNvSpPr/>
          <p:nvPr/>
        </p:nvSpPr>
        <p:spPr>
          <a:xfrm>
            <a:off x="5120640" y="2907792"/>
            <a:ext cx="685800" cy="420624"/>
          </a:xfrm>
          <a:prstGeom prst="roundRect">
            <a:avLst/>
          </a:prstGeom>
          <a:solidFill>
            <a:srgbClr val="2DB2A4"/>
          </a:solidFill>
          <a:ln w="12700">
            <a:solidFill>
              <a:srgbClr val="2DB2A4"/>
            </a:solidFill>
          </a:ln>
        </p:spPr>
        <p:txBody>
          <a:bodyPr wrap="square" anchor="mid" lIns="45720" tIns="22860" rIns="45720" bIns="22860"/>
          <a:lstStyle/>
          <a:p>
            <a:pPr algn="c"/>
            <a:r>
              <a:rPr lang="zh-CN" sz="1000" b="1" dirty="0">
                <a:solidFill>
                  <a:srgbClr val="FFFFFF"/>
                </a:solidFill>
              </a:rPr>
              <a:t>CRT</a:t>
            </a:r>
          </a:p>
        </p:txBody>
      </p:sp>
      <p:sp>
        <p:nvSpPr>
          <p:cNvPr id="117" name="feature value"/>
          <p:cNvSpPr/>
          <p:nvPr/>
        </p:nvSpPr>
        <p:spPr>
          <a:xfrm>
            <a:off x="5870448" y="2907792"/>
            <a:ext cx="1828800" cy="420624"/>
          </a:xfrm>
          <a:prstGeom prst="roundRect">
            <a:avLst/>
          </a:prstGeom>
          <a:solidFill>
            <a:srgbClr val="F4FAF9"/>
          </a:solidFill>
          <a:ln w="12700">
            <a:solidFill>
              <a:srgbClr val="D9E9E6"/>
            </a:solidFill>
          </a:ln>
        </p:spPr>
        <p:txBody>
          <a:bodyPr wrap="square" anchor="mid" lIns="45720" tIns="22860" rIns="45720" bIns="22860"/>
          <a:lstStyle/>
          <a:p>
            <a:pPr algn="l"/>
            <a:r>
              <a:rPr lang="zh-CN" sz="900" dirty="0">
                <a:solidFill>
                  <a:srgbClr val="3F3F3F"/>
                </a:solidFill>
              </a:rPr>
              <a:t>关键运行任务压力</a:t>
            </a:r>
          </a:p>
        </p:txBody>
      </p:sp>
      <p:sp>
        <p:nvSpPr>
          <p:cNvPr id="118" name="feature key"/>
          <p:cNvSpPr/>
          <p:nvPr/>
        </p:nvSpPr>
        <p:spPr>
          <a:xfrm>
            <a:off x="8211312" y="2907792"/>
            <a:ext cx="685800" cy="420624"/>
          </a:xfrm>
          <a:prstGeom prst="roundRect">
            <a:avLst/>
          </a:prstGeom>
          <a:solidFill>
            <a:srgbClr val="2DB2A4"/>
          </a:solidFill>
          <a:ln w="12700">
            <a:solidFill>
              <a:srgbClr val="2DB2A4"/>
            </a:solidFill>
          </a:ln>
        </p:spPr>
        <p:txBody>
          <a:bodyPr wrap="square" anchor="mid" lIns="45720" tIns="22860" rIns="45720" bIns="22860"/>
          <a:lstStyle/>
          <a:p>
            <a:pPr algn="c"/>
            <a:r>
              <a:rPr lang="zh-CN" sz="1000" b="1" dirty="0">
                <a:solidFill>
                  <a:srgbClr val="FFFFFF"/>
                </a:solidFill>
              </a:rPr>
              <a:t>ITN</a:t>
            </a:r>
          </a:p>
        </p:txBody>
      </p:sp>
      <p:sp>
        <p:nvSpPr>
          <p:cNvPr id="119" name="feature value"/>
          <p:cNvSpPr/>
          <p:nvPr/>
        </p:nvSpPr>
        <p:spPr>
          <a:xfrm>
            <a:off x="8961120" y="2907792"/>
            <a:ext cx="1828800" cy="420624"/>
          </a:xfrm>
          <a:prstGeom prst="roundRect">
            <a:avLst/>
          </a:prstGeom>
          <a:solidFill>
            <a:srgbClr val="F4FAF9"/>
          </a:solidFill>
          <a:ln w="12700">
            <a:solidFill>
              <a:srgbClr val="D9E9E6"/>
            </a:solidFill>
          </a:ln>
        </p:spPr>
        <p:txBody>
          <a:bodyPr wrap="square" anchor="mid" lIns="45720" tIns="22860" rIns="45720" bIns="22860"/>
          <a:lstStyle/>
          <a:p>
            <a:pPr algn="l"/>
            <a:r>
              <a:rPr lang="zh-CN" sz="900" dirty="0">
                <a:solidFill>
                  <a:srgbClr val="3F3F3F"/>
                </a:solidFill>
              </a:rPr>
              <a:t>中断任务数量</a:t>
            </a:r>
          </a:p>
        </p:txBody>
      </p:sp>
      <p:sp>
        <p:nvSpPr>
          <p:cNvPr id="120" name="state formula"/>
          <p:cNvSpPr/>
          <p:nvPr/>
        </p:nvSpPr>
        <p:spPr>
          <a:xfrm>
            <a:off x="2267712" y="3886200"/>
            <a:ext cx="3703320" cy="457200"/>
          </a:xfrm>
          <a:prstGeom prst="roundRect">
            <a:avLst/>
          </a:prstGeom>
          <a:solidFill>
            <a:srgbClr val="EAF7F5"/>
          </a:solidFill>
          <a:ln w="12700">
            <a:solidFill>
              <a:srgbClr val="2DB2A4"/>
            </a:solidFill>
          </a:ln>
        </p:spPr>
        <p:txBody>
          <a:bodyPr wrap="square" anchor="mid" lIns="45720" tIns="22860" rIns="45720" bIns="22860"/>
          <a:lstStyle/>
          <a:p>
            <a:pPr algn="c"/>
            <a:r>
              <a:rPr lang="zh-CN" sz="1150" b="1" dirty="0">
                <a:solidFill>
                  <a:srgbClr val="0E647C"/>
                </a:solidFill>
              </a:rPr>
              <a:t>s = (NLF, SBI, MUR, RUR, CRT, ITN)</a:t>
            </a:r>
          </a:p>
        </p:txBody>
      </p:sp>
      <p:sp>
        <p:nvSpPr>
          <p:cNvPr id="121" name="action formula"/>
          <p:cNvSpPr/>
          <p:nvPr/>
        </p:nvSpPr>
        <p:spPr>
          <a:xfrm>
            <a:off x="6629400" y="3886200"/>
            <a:ext cx="3794760" cy="457200"/>
          </a:xfrm>
          <a:prstGeom prst="roundRect">
            <a:avLst/>
          </a:prstGeom>
          <a:solidFill>
            <a:srgbClr val="FFF4D6"/>
          </a:solidFill>
          <a:ln w="12700">
            <a:solidFill>
              <a:srgbClr val="F3B903"/>
            </a:solidFill>
          </a:ln>
        </p:spPr>
        <p:txBody>
          <a:bodyPr wrap="square" anchor="mid" lIns="45720" tIns="22860" rIns="45720" bIns="22860"/>
          <a:lstStyle/>
          <a:p>
            <a:pPr algn="c"/>
            <a:r>
              <a:rPr lang="zh-CN" sz="1100" b="1" dirty="0">
                <a:solidFill>
                  <a:srgbClr val="7A5A00"/>
                </a:solidFill>
              </a:rPr>
              <a:t>a = (action_type, task_id, person_id)</a:t>
            </a:r>
          </a:p>
        </p:txBody>
      </p:sp>
      <p:sp>
        <p:nvSpPr>
          <p:cNvPr id="122" name="action key"/>
          <p:cNvSpPr/>
          <p:nvPr/>
        </p:nvSpPr>
        <p:spPr>
          <a:xfrm>
            <a:off x="6720840" y="4645152"/>
            <a:ext cx="786384" cy="274320"/>
          </a:xfrm>
          <a:prstGeom prst="roundRect">
            <a:avLst/>
          </a:prstGeom>
          <a:solidFill>
            <a:srgbClr val="0E647C"/>
          </a:solidFill>
          <a:ln w="12700">
            <a:solidFill>
              <a:srgbClr val="0E647C"/>
            </a:solidFill>
          </a:ln>
        </p:spPr>
        <p:txBody>
          <a:bodyPr wrap="square" anchor="mid" lIns="45720" tIns="22860" rIns="45720" bIns="22860"/>
          <a:lstStyle/>
          <a:p>
            <a:pPr algn="c"/>
            <a:r>
              <a:rPr lang="zh-CN" sz="780" b="1" dirty="0">
                <a:solidFill>
                  <a:srgbClr val="FFFFFF"/>
                </a:solidFill>
              </a:rPr>
              <a:t>assign</a:t>
            </a:r>
          </a:p>
        </p:txBody>
      </p:sp>
      <p:sp>
        <p:nvSpPr>
          <p:cNvPr id="123" name="action desc"/>
          <p:cNvSpPr/>
          <p:nvPr/>
        </p:nvSpPr>
        <p:spPr>
          <a:xfrm>
            <a:off x="7635240" y="4626864"/>
            <a:ext cx="3017520" cy="292608"/>
          </a:xfrm>
          <a:prstGeom prst="rect">
            <a:avLst/>
          </a:prstGeom>
          <a:noFill/>
          <a:ln>
            <a:noFill/>
          </a:ln>
        </p:spPr>
        <p:txBody>
          <a:bodyPr wrap="square" anchor="mid" lIns="45720" tIns="22860" rIns="45720" bIns="22860"/>
          <a:lstStyle/>
          <a:p>
            <a:pPr algn="l"/>
            <a:r>
              <a:rPr lang="zh-CN" sz="900" dirty="0">
                <a:solidFill>
                  <a:srgbClr val="3F3F3F"/>
                </a:solidFill>
              </a:rPr>
              <a:t>为空闲人员分配可执行新任务</a:t>
            </a:r>
          </a:p>
        </p:txBody>
      </p:sp>
      <p:sp>
        <p:nvSpPr>
          <p:cNvPr id="124" name="action key"/>
          <p:cNvSpPr/>
          <p:nvPr/>
        </p:nvSpPr>
        <p:spPr>
          <a:xfrm>
            <a:off x="6720840" y="5038344"/>
            <a:ext cx="786384" cy="274320"/>
          </a:xfrm>
          <a:prstGeom prst="roundRect">
            <a:avLst/>
          </a:prstGeom>
          <a:solidFill>
            <a:srgbClr val="0E647C"/>
          </a:solidFill>
          <a:ln w="12700">
            <a:solidFill>
              <a:srgbClr val="0E647C"/>
            </a:solidFill>
          </a:ln>
        </p:spPr>
        <p:txBody>
          <a:bodyPr wrap="square" anchor="mid" lIns="45720" tIns="22860" rIns="45720" bIns="22860"/>
          <a:lstStyle/>
          <a:p>
            <a:pPr algn="c"/>
            <a:r>
              <a:rPr lang="zh-CN" sz="780" b="1" dirty="0">
                <a:solidFill>
                  <a:srgbClr val="FFFFFF"/>
                </a:solidFill>
              </a:rPr>
              <a:t>resume</a:t>
            </a:r>
          </a:p>
        </p:txBody>
      </p:sp>
      <p:sp>
        <p:nvSpPr>
          <p:cNvPr id="125" name="action desc"/>
          <p:cNvSpPr/>
          <p:nvPr/>
        </p:nvSpPr>
        <p:spPr>
          <a:xfrm>
            <a:off x="7635240" y="5020056"/>
            <a:ext cx="3017520" cy="292608"/>
          </a:xfrm>
          <a:prstGeom prst="rect">
            <a:avLst/>
          </a:prstGeom>
          <a:noFill/>
          <a:ln>
            <a:noFill/>
          </a:ln>
        </p:spPr>
        <p:txBody>
          <a:bodyPr wrap="square" anchor="mid" lIns="45720" tIns="22860" rIns="45720" bIns="22860"/>
          <a:lstStyle/>
          <a:p>
            <a:pPr algn="l"/>
            <a:r>
              <a:rPr lang="zh-CN" sz="900" dirty="0">
                <a:solidFill>
                  <a:srgbClr val="3F3F3F"/>
                </a:solidFill>
              </a:rPr>
              <a:t>由原人员恢复中断任务</a:t>
            </a:r>
          </a:p>
        </p:txBody>
      </p:sp>
      <p:sp>
        <p:nvSpPr>
          <p:cNvPr id="126" name="action key"/>
          <p:cNvSpPr/>
          <p:nvPr/>
        </p:nvSpPr>
        <p:spPr>
          <a:xfrm>
            <a:off x="6720840" y="5431536"/>
            <a:ext cx="786384" cy="274320"/>
          </a:xfrm>
          <a:prstGeom prst="roundRect">
            <a:avLst/>
          </a:prstGeom>
          <a:solidFill>
            <a:srgbClr val="0E647C"/>
          </a:solidFill>
          <a:ln w="12700">
            <a:solidFill>
              <a:srgbClr val="0E647C"/>
            </a:solidFill>
          </a:ln>
        </p:spPr>
        <p:txBody>
          <a:bodyPr wrap="square" anchor="mid" lIns="45720" tIns="22860" rIns="45720" bIns="22860"/>
          <a:lstStyle/>
          <a:p>
            <a:pPr algn="c"/>
            <a:r>
              <a:rPr lang="zh-CN" sz="780" b="1" dirty="0">
                <a:solidFill>
                  <a:srgbClr val="FFFFFF"/>
                </a:solidFill>
              </a:rPr>
              <a:t>continue</a:t>
            </a:r>
          </a:p>
        </p:txBody>
      </p:sp>
      <p:sp>
        <p:nvSpPr>
          <p:cNvPr id="127" name="action desc"/>
          <p:cNvSpPr/>
          <p:nvPr/>
        </p:nvSpPr>
        <p:spPr>
          <a:xfrm>
            <a:off x="7635240" y="5413248"/>
            <a:ext cx="3017520" cy="292608"/>
          </a:xfrm>
          <a:prstGeom prst="rect">
            <a:avLst/>
          </a:prstGeom>
          <a:noFill/>
          <a:ln>
            <a:noFill/>
          </a:ln>
        </p:spPr>
        <p:txBody>
          <a:bodyPr wrap="square" anchor="mid" lIns="45720" tIns="22860" rIns="45720" bIns="22860"/>
          <a:lstStyle/>
          <a:p>
            <a:pPr algn="l"/>
            <a:r>
              <a:rPr lang="zh-CN" sz="900" dirty="0">
                <a:solidFill>
                  <a:srgbClr val="3F3F3F"/>
                </a:solidFill>
              </a:rPr>
              <a:t>保持正在运行任务继续执行</a:t>
            </a:r>
          </a:p>
        </p:txBody>
      </p:sp>
      <p:sp>
        <p:nvSpPr>
          <p:cNvPr id="128" name="dot"/>
          <p:cNvSpPr/>
          <p:nvPr/>
        </p:nvSpPr>
        <p:spPr>
          <a:xfrm>
            <a:off x="2148840" y="4736592"/>
            <a:ext cx="91440" cy="91440"/>
          </a:xfrm>
          <a:prstGeom prst="ellipse">
            <a:avLst/>
          </a:prstGeom>
          <a:solidFill>
            <a:srgbClr val="2DB2A4"/>
          </a:solidFill>
          <a:ln w="12700">
            <a:solidFill>
              <a:srgbClr val="2DB2A4"/>
            </a:solidFill>
          </a:ln>
        </p:spPr>
      </p:sp>
      <p:sp>
        <p:nvSpPr>
          <p:cNvPr id="129" name="bullet text"/>
          <p:cNvSpPr/>
          <p:nvPr/>
        </p:nvSpPr>
        <p:spPr>
          <a:xfrm>
            <a:off x="2313432" y="4663440"/>
            <a:ext cx="3749040" cy="292608"/>
          </a:xfrm>
          <a:prstGeom prst="rect">
            <a:avLst/>
          </a:prstGeom>
          <a:noFill/>
          <a:ln>
            <a:noFill/>
          </a:ln>
        </p:spPr>
        <p:txBody>
          <a:bodyPr wrap="square" anchor="mid" lIns="45720" tIns="22860" rIns="45720" bIns="22860"/>
          <a:lstStyle/>
          <a:p>
            <a:pPr algn="l"/>
            <a:r>
              <a:rPr lang="zh-CN" sz="950" dirty="0">
                <a:solidFill>
                  <a:srgbClr val="3F3F3F"/>
                </a:solidFill>
              </a:rPr>
              <a:t>interrupt 不作为独立学习动作；当分配或恢复需要释放人员时由程序自动插入。</a:t>
            </a:r>
          </a:p>
        </p:txBody>
      </p:sp>
      <p:sp>
        <p:nvSpPr>
          <p:cNvPr id="130" name="dot"/>
          <p:cNvSpPr/>
          <p:nvPr/>
        </p:nvSpPr>
        <p:spPr>
          <a:xfrm>
            <a:off x="2148840" y="5148072"/>
            <a:ext cx="91440" cy="91440"/>
          </a:xfrm>
          <a:prstGeom prst="ellipse">
            <a:avLst/>
          </a:prstGeom>
          <a:solidFill>
            <a:srgbClr val="2DB2A4"/>
          </a:solidFill>
          <a:ln w="12700">
            <a:solidFill>
              <a:srgbClr val="2DB2A4"/>
            </a:solidFill>
          </a:ln>
        </p:spPr>
      </p:sp>
      <p:sp>
        <p:nvSpPr>
          <p:cNvPr id="131" name="bullet text"/>
          <p:cNvSpPr/>
          <p:nvPr/>
        </p:nvSpPr>
        <p:spPr>
          <a:xfrm>
            <a:off x="2313432" y="5074920"/>
            <a:ext cx="3749040" cy="292608"/>
          </a:xfrm>
          <a:prstGeom prst="rect">
            <a:avLst/>
          </a:prstGeom>
          <a:noFill/>
          <a:ln>
            <a:noFill/>
          </a:ln>
        </p:spPr>
        <p:txBody>
          <a:bodyPr wrap="square" anchor="mid" lIns="45720" tIns="22860" rIns="45720" bIns="22860"/>
          <a:lstStyle/>
          <a:p>
            <a:pPr algn="l"/>
            <a:r>
              <a:rPr lang="zh-CN" sz="950" dirty="0">
                <a:solidFill>
                  <a:srgbClr val="3F3F3F"/>
                </a:solidFill>
              </a:rPr>
              <a:t>候选动作集由前序约束、任务状态、人员技能匹配和冲突排斥关系共同确定。</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514350" indent="-514350">
              <a:buFont typeface="+mj-lt"/>
              <a:buAutoNum type="arabicPeriod" startAt="2"/>
            </a:pPr>
            <a:r>
              <a:rPr lang="zh-CN" altLang="en-US" sz="3200" dirty="0"/>
              <a:t>研究思路与方法</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8</a:t>
            </a:fld>
            <a:endParaRPr lang="zh-CN" altLang="en-US" dirty="0"/>
          </a:p>
        </p:txBody>
      </p:sp>
      <p:sp>
        <p:nvSpPr>
          <p:cNvPr id="4" name="文本占位符 3"/>
          <p:cNvSpPr>
            <a:spLocks noGrp="1"/>
          </p:cNvSpPr>
          <p:nvPr>
            <p:ph type="body" sz="quarter" idx="13"/>
          </p:nvPr>
        </p:nvSpPr>
        <p:spPr/>
        <p:txBody>
          <a:bodyPr/>
          <a:lstStyle/>
          <a:p>
            <a:r>
              <a:rPr lang="zh-CN" altLang="en-US" dirty="0"/>
              <a:t>问题描述</a:t>
            </a:r>
          </a:p>
        </p:txBody>
      </p:sp>
      <p:sp>
        <p:nvSpPr>
          <p:cNvPr id="5" name="文本占位符 4"/>
          <p:cNvSpPr>
            <a:spLocks noGrp="1"/>
          </p:cNvSpPr>
          <p:nvPr>
            <p:ph type="body" sz="quarter" idx="14"/>
          </p:nvPr>
        </p:nvSpPr>
        <p:spPr/>
        <p:txBody>
          <a:bodyPr/>
          <a:lstStyle/>
          <a:p>
            <a:r>
              <a:rPr lang="zh-CN" altLang="en-US" dirty="0"/>
              <a:t>模型构建</a:t>
            </a:r>
          </a:p>
        </p:txBody>
      </p:sp>
      <p:sp>
        <p:nvSpPr>
          <p:cNvPr id="6" name="文本占位符 5"/>
          <p:cNvSpPr>
            <a:spLocks noGrp="1"/>
          </p:cNvSpPr>
          <p:nvPr>
            <p:ph type="body" sz="quarter" idx="15"/>
          </p:nvPr>
        </p:nvSpPr>
        <p:spPr/>
        <p:txBody>
          <a:bodyPr/>
          <a:lstStyle/>
          <a:p>
            <a:r>
              <a:rPr lang="zh-CN" altLang="en-US" b="1" dirty="0">
                <a:solidFill>
                  <a:srgbClr val="0E647C"/>
                </a:solidFill>
              </a:rPr>
              <a:t>算法设计</a:t>
            </a:r>
          </a:p>
        </p:txBody>
      </p:sp>
      <mc:AlternateContent xmlns:mc="http://schemas.openxmlformats.org/markup-compatibility/2006">
        <mc:Choice xmlns:a14="http://schemas.microsoft.com/office/drawing/2010/main" Requires="a14"/>
        <mc:Fallback/>
      </mc:AlternateContent>
      <p:sp>
        <p:nvSpPr>
          <p:cNvPr id="101" name="body white"/>
          <p:cNvSpPr/>
          <p:nvPr/>
        </p:nvSpPr>
        <p:spPr>
          <a:xfrm>
            <a:off x="530352" y="1078992"/>
            <a:ext cx="11201400" cy="5257800"/>
          </a:xfrm>
          <a:prstGeom prst="rect">
            <a:avLst/>
          </a:prstGeom>
          <a:solidFill>
            <a:srgbClr val="FFFFFF"/>
          </a:solidFill>
          <a:ln>
            <a:noFill/>
          </a:ln>
        </p:spPr>
      </p:sp>
      <p:sp>
        <p:nvSpPr>
          <p:cNvPr id="102" name="sidebar1"/>
          <p:cNvSpPr/>
          <p:nvPr/>
        </p:nvSpPr>
        <p:spPr>
          <a:xfrm>
            <a:off x="713232" y="1417320"/>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01</a:t>
            </a:r>
          </a:p>
          <a:p>
            <a:pPr algn="c"/>
            <a:r>
              <a:rPr lang="zh-CN" sz="900" b="1" dirty="0">
                <a:solidFill>
                  <a:srgbClr val="0E647C"/>
                </a:solidFill>
              </a:rPr>
              <a:t>算法框架</a:t>
            </a:r>
          </a:p>
        </p:txBody>
      </p:sp>
      <p:sp>
        <p:nvSpPr>
          <p:cNvPr id="103" name="sidebar2"/>
          <p:cNvSpPr/>
          <p:nvPr/>
        </p:nvSpPr>
        <p:spPr>
          <a:xfrm>
            <a:off x="713232" y="2487168"/>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02</a:t>
            </a:r>
          </a:p>
          <a:p>
            <a:pPr algn="c"/>
            <a:r>
              <a:rPr lang="zh-CN" sz="900" b="1" dirty="0">
                <a:solidFill>
                  <a:srgbClr val="0E647C"/>
                </a:solidFill>
              </a:rPr>
              <a:t>状态动作</a:t>
            </a:r>
          </a:p>
        </p:txBody>
      </p:sp>
      <p:sp>
        <p:nvSpPr>
          <p:cNvPr id="104" name="sidebar3"/>
          <p:cNvSpPr/>
          <p:nvPr/>
        </p:nvSpPr>
        <p:spPr>
          <a:xfrm>
            <a:off x="713232" y="3557016"/>
            <a:ext cx="1005840" cy="530352"/>
          </a:xfrm>
          <a:prstGeom prst="roundRect">
            <a:avLst/>
          </a:prstGeom>
          <a:solidFill>
            <a:srgbClr val="2DB2A4"/>
          </a:solidFill>
          <a:ln w="12700">
            <a:solidFill>
              <a:srgbClr val="2DB2A4"/>
            </a:solidFill>
          </a:ln>
        </p:spPr>
        <p:txBody>
          <a:bodyPr wrap="square" anchor="mid" lIns="45720" tIns="22860" rIns="45720" bIns="22860"/>
          <a:lstStyle/>
          <a:p>
            <a:pPr algn="c"/>
            <a:r>
              <a:rPr lang="zh-CN" sz="900" b="1" dirty="0">
                <a:solidFill>
                  <a:srgbClr val="FFFFFF"/>
                </a:solidFill>
              </a:rPr>
              <a:t>03</a:t>
            </a:r>
          </a:p>
          <a:p>
            <a:pPr algn="c"/>
            <a:r>
              <a:rPr lang="zh-CN" sz="900" b="1" dirty="0">
                <a:solidFill>
                  <a:srgbClr val="FFFFFF"/>
                </a:solidFill>
              </a:rPr>
              <a:t>奖励训练</a:t>
            </a:r>
          </a:p>
        </p:txBody>
      </p:sp>
      <p:sp>
        <p:nvSpPr>
          <p:cNvPr id="105" name="sidebar4"/>
          <p:cNvSpPr/>
          <p:nvPr/>
        </p:nvSpPr>
        <p:spPr>
          <a:xfrm>
            <a:off x="713232" y="4626864"/>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04</a:t>
            </a:r>
          </a:p>
          <a:p>
            <a:pPr algn="c"/>
            <a:r>
              <a:rPr lang="zh-CN" sz="900" b="1" dirty="0">
                <a:solidFill>
                  <a:srgbClr val="0E647C"/>
                </a:solidFill>
              </a:rPr>
              <a:t>构解输出</a:t>
            </a:r>
          </a:p>
        </p:txBody>
      </p:sp>
      <p:sp>
        <p:nvSpPr>
          <p:cNvPr id="106" name="method title"/>
          <p:cNvSpPr/>
          <p:nvPr/>
        </p:nvSpPr>
        <p:spPr>
          <a:xfrm>
            <a:off x="1993392" y="1207008"/>
            <a:ext cx="7132320" cy="329184"/>
          </a:xfrm>
          <a:prstGeom prst="rect">
            <a:avLst/>
          </a:prstGeom>
          <a:noFill/>
          <a:ln>
            <a:noFill/>
          </a:ln>
        </p:spPr>
        <p:txBody>
          <a:bodyPr wrap="square" anchor="mid" lIns="45720" tIns="22860" rIns="45720" bIns="22860"/>
          <a:lstStyle/>
          <a:p>
            <a:pPr algn="l"/>
            <a:r>
              <a:rPr lang="zh-CN" sz="1700" b="1" dirty="0">
                <a:solidFill>
                  <a:srgbClr val="0E647C"/>
                </a:solidFill>
              </a:rPr>
              <a:t>奖励函数与 Q 表更新机制</a:t>
            </a:r>
          </a:p>
        </p:txBody>
      </p:sp>
      <p:sp>
        <p:nvSpPr>
          <p:cNvPr id="107" name="method subtitle"/>
          <p:cNvSpPr/>
          <p:nvPr/>
        </p:nvSpPr>
        <p:spPr>
          <a:xfrm>
            <a:off x="2011680" y="1572768"/>
            <a:ext cx="8778240" cy="292608"/>
          </a:xfrm>
          <a:prstGeom prst="rect">
            <a:avLst/>
          </a:prstGeom>
          <a:noFill/>
          <a:ln>
            <a:noFill/>
          </a:ln>
        </p:spPr>
        <p:txBody>
          <a:bodyPr wrap="square" anchor="mid" lIns="45720" tIns="22860" rIns="45720" bIns="22860"/>
          <a:lstStyle/>
          <a:p>
            <a:pPr algn="l"/>
            <a:r>
              <a:rPr lang="zh-CN" sz="1050" dirty="0">
                <a:solidFill>
                  <a:srgbClr val="836967"/>
                </a:solidFill>
              </a:rPr>
              <a:t>通过局部执行反馈、Rollout 前瞻收益和全局延迟惩罚共同引导学习。</a:t>
            </a:r>
          </a:p>
        </p:txBody>
      </p:sp>
      <p:sp>
        <p:nvSpPr>
          <p:cNvPr id="108" name="local box"/>
          <p:cNvSpPr/>
          <p:nvPr/>
        </p:nvSpPr>
        <p:spPr>
          <a:xfrm>
            <a:off x="2057400" y="2029968"/>
            <a:ext cx="2743200" cy="1115568"/>
          </a:xfrm>
          <a:prstGeom prst="roundRect">
            <a:avLst/>
          </a:prstGeom>
          <a:solidFill>
            <a:srgbClr val="F4FAF9"/>
          </a:solidFill>
          <a:ln w="12700">
            <a:solidFill>
              <a:srgbClr val="2DB2A4"/>
            </a:solidFill>
          </a:ln>
        </p:spPr>
        <p:txBody>
          <a:bodyPr wrap="square" anchor="mid" lIns="45720" tIns="22860" rIns="45720" bIns="22860"/>
          <a:lstStyle/>
          <a:p>
            <a:pPr algn="c"/>
            <a:r>
              <a:rPr lang="zh-CN" sz="980" b="1" dirty="0">
                <a:solidFill>
                  <a:srgbClr val="0E647C"/>
                </a:solidFill>
              </a:rPr>
              <a:t>局部奖励 r_local</a:t>
            </a:r>
          </a:p>
          <a:p>
            <a:pPr algn="c"/>
            <a:r>
              <a:rPr lang="zh-CN" sz="980" b="1" dirty="0">
                <a:solidFill>
                  <a:srgbClr val="0E647C"/>
                </a:solidFill>
              </a:rPr>
              <a:t>即时执行反馈 + cost-to-go 前瞻收益</a:t>
            </a:r>
          </a:p>
        </p:txBody>
      </p:sp>
      <p:sp>
        <p:nvSpPr>
          <p:cNvPr id="109" name="global box"/>
          <p:cNvSpPr/>
          <p:nvPr/>
        </p:nvSpPr>
        <p:spPr>
          <a:xfrm>
            <a:off x="5257800" y="2029968"/>
            <a:ext cx="2743200" cy="1115568"/>
          </a:xfrm>
          <a:prstGeom prst="roundRect">
            <a:avLst/>
          </a:prstGeom>
          <a:solidFill>
            <a:srgbClr val="FFF4D6"/>
          </a:solidFill>
          <a:ln w="12700">
            <a:solidFill>
              <a:srgbClr val="F3B903"/>
            </a:solidFill>
          </a:ln>
        </p:spPr>
        <p:txBody>
          <a:bodyPr wrap="square" anchor="mid" lIns="45720" tIns="22860" rIns="45720" bIns="22860"/>
          <a:lstStyle/>
          <a:p>
            <a:pPr algn="c"/>
            <a:r>
              <a:rPr lang="zh-CN" sz="980" b="1" dirty="0">
                <a:solidFill>
                  <a:srgbClr val="7A5A00"/>
                </a:solidFill>
              </a:rPr>
              <a:t>全局奖励 r_global</a:t>
            </a:r>
          </a:p>
          <a:p>
            <a:pPr algn="c"/>
            <a:r>
              <a:rPr lang="zh-CN" sz="980" b="1" dirty="0">
                <a:solidFill>
                  <a:srgbClr val="7A5A00"/>
                </a:solidFill>
              </a:rPr>
              <a:t>-total_penalty</a:t>
            </a:r>
          </a:p>
        </p:txBody>
      </p:sp>
      <p:sp>
        <p:nvSpPr>
          <p:cNvPr id="110" name="reward box"/>
          <p:cNvSpPr/>
          <p:nvPr/>
        </p:nvSpPr>
        <p:spPr>
          <a:xfrm>
            <a:off x="8458200" y="2029968"/>
            <a:ext cx="2514600" cy="1115568"/>
          </a:xfrm>
          <a:prstGeom prst="roundRect">
            <a:avLst/>
          </a:prstGeom>
          <a:solidFill>
            <a:srgbClr val="FFFFFF"/>
          </a:solidFill>
          <a:ln w="12700">
            <a:solidFill>
              <a:srgbClr val="2DB2A4"/>
            </a:solidFill>
          </a:ln>
        </p:spPr>
        <p:txBody>
          <a:bodyPr wrap="square" anchor="mid" lIns="45720" tIns="22860" rIns="45720" bIns="22860"/>
          <a:lstStyle/>
          <a:p>
            <a:pPr algn="c"/>
            <a:r>
              <a:rPr lang="zh-CN" sz="920" b="1" dirty="0">
                <a:solidFill>
                  <a:srgbClr val="3F3F3F"/>
                </a:solidFill>
              </a:rPr>
              <a:t>综合奖励</a:t>
            </a:r>
          </a:p>
          <a:p>
            <a:pPr algn="c"/>
            <a:r>
              <a:rPr lang="zh-CN" sz="920" b="1" dirty="0">
                <a:solidFill>
                  <a:srgbClr val="3F3F3F"/>
                </a:solidFill>
              </a:rPr>
              <a:t>r = λ_l r_local + λ_g r_global</a:t>
            </a:r>
          </a:p>
        </p:txBody>
      </p:sp>
      <p:sp>
        <p:nvSpPr>
          <p:cNvPr id="111" name="plus text"/>
          <p:cNvSpPr/>
          <p:nvPr/>
        </p:nvSpPr>
        <p:spPr>
          <a:xfrm>
            <a:off x="4864608" y="2395728"/>
            <a:ext cx="320040" cy="228600"/>
          </a:xfrm>
          <a:prstGeom prst="rect">
            <a:avLst/>
          </a:prstGeom>
          <a:noFill/>
          <a:ln>
            <a:noFill/>
          </a:ln>
        </p:spPr>
        <p:txBody>
          <a:bodyPr wrap="square" anchor="mid" lIns="45720" tIns="22860" rIns="45720" bIns="22860"/>
          <a:lstStyle/>
          <a:p>
            <a:pPr algn="c"/>
            <a:r>
              <a:rPr lang="zh-CN" sz="1800" b="1" dirty="0">
                <a:solidFill>
                  <a:srgbClr val="2DB2A4"/>
                </a:solidFill>
              </a:rPr>
              <a:t>+</a:t>
            </a:r>
          </a:p>
        </p:txBody>
      </p:sp>
      <p:sp>
        <p:nvSpPr>
          <p:cNvPr id="112" name="arrow text"/>
          <p:cNvSpPr/>
          <p:nvPr/>
        </p:nvSpPr>
        <p:spPr>
          <a:xfrm>
            <a:off x="8092440" y="2395728"/>
            <a:ext cx="320040" cy="228600"/>
          </a:xfrm>
          <a:prstGeom prst="rect">
            <a:avLst/>
          </a:prstGeom>
          <a:noFill/>
          <a:ln>
            <a:noFill/>
          </a:ln>
        </p:spPr>
        <p:txBody>
          <a:bodyPr wrap="square" anchor="mid" lIns="45720" tIns="22860" rIns="45720" bIns="22860"/>
          <a:lstStyle/>
          <a:p>
            <a:pPr algn="c"/>
            <a:r>
              <a:rPr lang="zh-CN" sz="1700" b="1" dirty="0">
                <a:solidFill>
                  <a:srgbClr val="2DB2A4"/>
                </a:solidFill>
              </a:rPr>
              <a:t>→</a:t>
            </a:r>
          </a:p>
        </p:txBody>
      </p:sp>
      <p:sp>
        <p:nvSpPr>
          <p:cNvPr id="113" name="tag"/>
          <p:cNvSpPr/>
          <p:nvPr/>
        </p:nvSpPr>
        <p:spPr>
          <a:xfrm>
            <a:off x="2057400" y="3657600"/>
            <a:ext cx="1417320" cy="310896"/>
          </a:xfrm>
          <a:prstGeom prst="roundRect">
            <a:avLst/>
          </a:prstGeom>
          <a:solidFill>
            <a:srgbClr val="EAF7F5"/>
          </a:solidFill>
          <a:ln w="12700">
            <a:solidFill>
              <a:srgbClr val="2DB2A4"/>
            </a:solidFill>
          </a:ln>
        </p:spPr>
        <p:txBody>
          <a:bodyPr wrap="square" anchor="mid" lIns="45720" tIns="22860" rIns="45720" bIns="22860"/>
          <a:lstStyle/>
          <a:p>
            <a:pPr algn="c"/>
            <a:r>
              <a:rPr lang="zh-CN" sz="850" b="1" dirty="0">
                <a:solidFill>
                  <a:srgbClr val="0E647C"/>
                </a:solidFill>
              </a:rPr>
              <a:t>cost-to-go 的作用</a:t>
            </a:r>
          </a:p>
        </p:txBody>
      </p:sp>
      <p:sp>
        <p:nvSpPr>
          <p:cNvPr id="114" name="dot"/>
          <p:cNvSpPr/>
          <p:nvPr/>
        </p:nvSpPr>
        <p:spPr>
          <a:xfrm>
            <a:off x="2121408" y="4160520"/>
            <a:ext cx="91440" cy="91440"/>
          </a:xfrm>
          <a:prstGeom prst="ellipse">
            <a:avLst/>
          </a:prstGeom>
          <a:solidFill>
            <a:srgbClr val="2DB2A4"/>
          </a:solidFill>
          <a:ln w="12700">
            <a:solidFill>
              <a:srgbClr val="2DB2A4"/>
            </a:solidFill>
          </a:ln>
        </p:spPr>
      </p:sp>
      <p:sp>
        <p:nvSpPr>
          <p:cNvPr id="115" name="bullet text"/>
          <p:cNvSpPr/>
          <p:nvPr/>
        </p:nvSpPr>
        <p:spPr>
          <a:xfrm>
            <a:off x="2286000" y="4087368"/>
            <a:ext cx="4343400" cy="292608"/>
          </a:xfrm>
          <a:prstGeom prst="rect">
            <a:avLst/>
          </a:prstGeom>
          <a:noFill/>
          <a:ln>
            <a:noFill/>
          </a:ln>
        </p:spPr>
        <p:txBody>
          <a:bodyPr wrap="square" anchor="mid" lIns="45720" tIns="22860" rIns="45720" bIns="22860"/>
          <a:lstStyle/>
          <a:p>
            <a:pPr algn="l"/>
            <a:r>
              <a:rPr lang="zh-CN" sz="950" dirty="0">
                <a:solidFill>
                  <a:srgbClr val="3F3F3F"/>
                </a:solidFill>
              </a:rPr>
              <a:t>对候选动作集先执行当前动作，再用启发式规则补全后续调度。</a:t>
            </a:r>
          </a:p>
        </p:txBody>
      </p:sp>
      <p:sp>
        <p:nvSpPr>
          <p:cNvPr id="116" name="dot"/>
          <p:cNvSpPr/>
          <p:nvPr/>
        </p:nvSpPr>
        <p:spPr>
          <a:xfrm>
            <a:off x="2121408" y="4535424"/>
            <a:ext cx="91440" cy="91440"/>
          </a:xfrm>
          <a:prstGeom prst="ellipse">
            <a:avLst/>
          </a:prstGeom>
          <a:solidFill>
            <a:srgbClr val="2DB2A4"/>
          </a:solidFill>
          <a:ln w="12700">
            <a:solidFill>
              <a:srgbClr val="2DB2A4"/>
            </a:solidFill>
          </a:ln>
        </p:spPr>
      </p:sp>
      <p:sp>
        <p:nvSpPr>
          <p:cNvPr id="117" name="bullet text"/>
          <p:cNvSpPr/>
          <p:nvPr/>
        </p:nvSpPr>
        <p:spPr>
          <a:xfrm>
            <a:off x="2286000" y="4462272"/>
            <a:ext cx="4343400" cy="292608"/>
          </a:xfrm>
          <a:prstGeom prst="rect">
            <a:avLst/>
          </a:prstGeom>
          <a:noFill/>
          <a:ln>
            <a:noFill/>
          </a:ln>
        </p:spPr>
        <p:txBody>
          <a:bodyPr wrap="square" anchor="mid" lIns="45720" tIns="22860" rIns="45720" bIns="22860"/>
          <a:lstStyle/>
          <a:p>
            <a:pPr algn="l"/>
            <a:r>
              <a:rPr lang="zh-CN" sz="950" dirty="0">
                <a:solidFill>
                  <a:srgbClr val="3F3F3F"/>
                </a:solidFill>
              </a:rPr>
              <a:t>比较当前动作集与基准动作集的后续总延迟惩罚，形成前瞻收益。</a:t>
            </a:r>
          </a:p>
        </p:txBody>
      </p:sp>
      <p:sp>
        <p:nvSpPr>
          <p:cNvPr id="118" name="dot"/>
          <p:cNvSpPr/>
          <p:nvPr/>
        </p:nvSpPr>
        <p:spPr>
          <a:xfrm>
            <a:off x="2121408" y="4910328"/>
            <a:ext cx="91440" cy="91440"/>
          </a:xfrm>
          <a:prstGeom prst="ellipse">
            <a:avLst/>
          </a:prstGeom>
          <a:solidFill>
            <a:srgbClr val="2DB2A4"/>
          </a:solidFill>
          <a:ln w="12700">
            <a:solidFill>
              <a:srgbClr val="2DB2A4"/>
            </a:solidFill>
          </a:ln>
        </p:spPr>
      </p:sp>
      <p:sp>
        <p:nvSpPr>
          <p:cNvPr id="119" name="bullet text"/>
          <p:cNvSpPr/>
          <p:nvPr/>
        </p:nvSpPr>
        <p:spPr>
          <a:xfrm>
            <a:off x="2286000" y="4837176"/>
            <a:ext cx="4343400" cy="292608"/>
          </a:xfrm>
          <a:prstGeom prst="rect">
            <a:avLst/>
          </a:prstGeom>
          <a:noFill/>
          <a:ln>
            <a:noFill/>
          </a:ln>
        </p:spPr>
        <p:txBody>
          <a:bodyPr wrap="square" anchor="mid" lIns="45720" tIns="22860" rIns="45720" bIns="22860"/>
          <a:lstStyle/>
          <a:p>
            <a:pPr algn="l"/>
            <a:r>
              <a:rPr lang="zh-CN" sz="950" dirty="0">
                <a:solidFill>
                  <a:srgbClr val="3F3F3F"/>
                </a:solidFill>
              </a:rPr>
              <a:t>cost-to-go 缓存用于减少重复仿真，提高构解效率。</a:t>
            </a:r>
          </a:p>
        </p:txBody>
      </p:sp>
      <p:sp>
        <p:nvSpPr>
          <p:cNvPr id="120" name="tag"/>
          <p:cNvSpPr/>
          <p:nvPr/>
        </p:nvSpPr>
        <p:spPr>
          <a:xfrm>
            <a:off x="7086600" y="3657600"/>
            <a:ext cx="1417320" cy="310896"/>
          </a:xfrm>
          <a:prstGeom prst="roundRect">
            <a:avLst/>
          </a:prstGeom>
          <a:solidFill>
            <a:srgbClr val="FFF4D6"/>
          </a:solidFill>
          <a:ln w="12700">
            <a:solidFill>
              <a:srgbClr val="2DB2A4"/>
            </a:solidFill>
          </a:ln>
        </p:spPr>
        <p:txBody>
          <a:bodyPr wrap="square" anchor="mid" lIns="45720" tIns="22860" rIns="45720" bIns="22860"/>
          <a:lstStyle/>
          <a:p>
            <a:pPr algn="c"/>
            <a:r>
              <a:rPr lang="zh-CN" sz="850" b="1" dirty="0">
                <a:solidFill>
                  <a:srgbClr val="7A5A00"/>
                </a:solidFill>
              </a:rPr>
              <a:t>Q-learning 更新</a:t>
            </a:r>
          </a:p>
        </p:txBody>
      </p:sp>
      <p:sp>
        <p:nvSpPr>
          <p:cNvPr id="121" name="q formula"/>
          <p:cNvSpPr/>
          <p:nvPr/>
        </p:nvSpPr>
        <p:spPr>
          <a:xfrm>
            <a:off x="7178040" y="4133088"/>
            <a:ext cx="3794760" cy="566928"/>
          </a:xfrm>
          <a:prstGeom prst="roundRect">
            <a:avLst/>
          </a:prstGeom>
          <a:solidFill>
            <a:srgbClr val="FFFFFF"/>
          </a:solidFill>
          <a:ln w="12700">
            <a:solidFill>
              <a:srgbClr val="D9E9E6"/>
            </a:solidFill>
          </a:ln>
        </p:spPr>
        <p:txBody>
          <a:bodyPr wrap="square" anchor="mid" lIns="45720" tIns="22860" rIns="45720" bIns="22860"/>
          <a:lstStyle/>
          <a:p>
            <a:pPr algn="c"/>
            <a:r>
              <a:rPr lang="zh-CN" sz="850" b="1" dirty="0">
                <a:solidFill>
                  <a:srgbClr val="3F3F3F"/>
                </a:solidFill>
              </a:rPr>
              <a:t>Q(s,a) ← Q(s,a) + α [ r + γ max Q(s′,a′) − Q(s,a) ]</a:t>
            </a:r>
          </a:p>
        </p:txBody>
      </p:sp>
      <p:sp>
        <p:nvSpPr>
          <p:cNvPr id="122" name="dot"/>
          <p:cNvSpPr/>
          <p:nvPr/>
        </p:nvSpPr>
        <p:spPr>
          <a:xfrm>
            <a:off x="7187184" y="5056632"/>
            <a:ext cx="91440" cy="91440"/>
          </a:xfrm>
          <a:prstGeom prst="ellipse">
            <a:avLst/>
          </a:prstGeom>
          <a:solidFill>
            <a:srgbClr val="2DB2A4"/>
          </a:solidFill>
          <a:ln w="12700">
            <a:solidFill>
              <a:srgbClr val="2DB2A4"/>
            </a:solidFill>
          </a:ln>
        </p:spPr>
      </p:sp>
      <p:sp>
        <p:nvSpPr>
          <p:cNvPr id="123" name="bullet text"/>
          <p:cNvSpPr/>
          <p:nvPr/>
        </p:nvSpPr>
        <p:spPr>
          <a:xfrm>
            <a:off x="7351776" y="4983480"/>
            <a:ext cx="3566160" cy="292608"/>
          </a:xfrm>
          <a:prstGeom prst="rect">
            <a:avLst/>
          </a:prstGeom>
          <a:noFill/>
          <a:ln>
            <a:noFill/>
          </a:ln>
        </p:spPr>
        <p:txBody>
          <a:bodyPr wrap="square" anchor="mid" lIns="45720" tIns="22860" rIns="45720" bIns="22860"/>
          <a:lstStyle/>
          <a:p>
            <a:pPr algn="l"/>
            <a:r>
              <a:rPr lang="zh-CN" sz="950" dirty="0">
                <a:solidFill>
                  <a:srgbClr val="3F3F3F"/>
                </a:solidFill>
              </a:rPr>
              <a:t>Q 表按完整动作存储，避免不同任务和人员的价值混淆。</a:t>
            </a:r>
          </a:p>
        </p:txBody>
      </p:sp>
      <p:sp>
        <p:nvSpPr>
          <p:cNvPr id="124" name="dot"/>
          <p:cNvSpPr/>
          <p:nvPr/>
        </p:nvSpPr>
        <p:spPr>
          <a:xfrm>
            <a:off x="7187184" y="5431536"/>
            <a:ext cx="91440" cy="91440"/>
          </a:xfrm>
          <a:prstGeom prst="ellipse">
            <a:avLst/>
          </a:prstGeom>
          <a:solidFill>
            <a:srgbClr val="2DB2A4"/>
          </a:solidFill>
          <a:ln w="12700">
            <a:solidFill>
              <a:srgbClr val="2DB2A4"/>
            </a:solidFill>
          </a:ln>
        </p:spPr>
      </p:sp>
      <p:sp>
        <p:nvSpPr>
          <p:cNvPr id="125" name="bullet text"/>
          <p:cNvSpPr/>
          <p:nvPr/>
        </p:nvSpPr>
        <p:spPr>
          <a:xfrm>
            <a:off x="7351776" y="5358384"/>
            <a:ext cx="3566160" cy="292608"/>
          </a:xfrm>
          <a:prstGeom prst="rect">
            <a:avLst/>
          </a:prstGeom>
          <a:noFill/>
          <a:ln>
            <a:noFill/>
          </a:ln>
        </p:spPr>
        <p:txBody>
          <a:bodyPr wrap="square" anchor="mid" lIns="45720" tIns="22860" rIns="45720" bIns="22860"/>
          <a:lstStyle/>
          <a:p>
            <a:pPr algn="l"/>
            <a:r>
              <a:rPr lang="zh-CN" sz="950" dirty="0">
                <a:solidFill>
                  <a:srgbClr val="3F3F3F"/>
                </a:solidFill>
              </a:rPr>
              <a:t>以相邻两轮 Q 表最大差值作为收敛判据。</a:t>
            </a:r>
          </a:p>
        </p:txBody>
      </p:sp>
    </p:spTree>
    <p:extLst>
      <p:ext uri="{BB962C8B-B14F-4D97-AF65-F5344CB8AC3E}">
        <p14:creationId xmlns:p14="http://schemas.microsoft.com/office/powerpoint/2010/main" val="1648055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514350" indent="-514350">
              <a:buFont typeface="+mj-lt"/>
              <a:buAutoNum type="arabicPeriod" startAt="2"/>
            </a:pPr>
            <a:r>
              <a:rPr lang="zh-CN" altLang="en-US" sz="3200" dirty="0"/>
              <a:t>研究思路与方法</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9</a:t>
            </a:fld>
            <a:endParaRPr lang="zh-CN" altLang="en-US" dirty="0"/>
          </a:p>
        </p:txBody>
      </p:sp>
      <p:sp>
        <p:nvSpPr>
          <p:cNvPr id="4" name="文本占位符 3"/>
          <p:cNvSpPr>
            <a:spLocks noGrp="1"/>
          </p:cNvSpPr>
          <p:nvPr>
            <p:ph type="body" sz="quarter" idx="13"/>
          </p:nvPr>
        </p:nvSpPr>
        <p:spPr/>
        <p:txBody>
          <a:bodyPr/>
          <a:lstStyle/>
          <a:p>
            <a:r>
              <a:rPr lang="zh-CN" altLang="en-US" dirty="0"/>
              <a:t>问题描述</a:t>
            </a:r>
          </a:p>
        </p:txBody>
      </p:sp>
      <p:sp>
        <p:nvSpPr>
          <p:cNvPr id="5" name="文本占位符 4"/>
          <p:cNvSpPr>
            <a:spLocks noGrp="1"/>
          </p:cNvSpPr>
          <p:nvPr>
            <p:ph type="body" sz="quarter" idx="14"/>
          </p:nvPr>
        </p:nvSpPr>
        <p:spPr/>
        <p:txBody>
          <a:bodyPr/>
          <a:lstStyle/>
          <a:p>
            <a:r>
              <a:rPr lang="zh-CN" altLang="en-US" dirty="0"/>
              <a:t>模型构建</a:t>
            </a:r>
          </a:p>
        </p:txBody>
      </p:sp>
      <p:sp>
        <p:nvSpPr>
          <p:cNvPr id="6" name="文本占位符 5"/>
          <p:cNvSpPr>
            <a:spLocks noGrp="1"/>
          </p:cNvSpPr>
          <p:nvPr>
            <p:ph type="body" sz="quarter" idx="15"/>
          </p:nvPr>
        </p:nvSpPr>
        <p:spPr/>
        <p:txBody>
          <a:bodyPr/>
          <a:lstStyle/>
          <a:p>
            <a:r>
              <a:rPr lang="zh-CN" altLang="en-US" b="1" dirty="0">
                <a:solidFill>
                  <a:srgbClr val="0E647C"/>
                </a:solidFill>
              </a:rPr>
              <a:t>算法设计</a:t>
            </a:r>
          </a:p>
        </p:txBody>
      </p:sp>
      <mc:AlternateContent xmlns:mc="http://schemas.openxmlformats.org/markup-compatibility/2006">
        <mc:Choice xmlns:a14="http://schemas.microsoft.com/office/drawing/2010/main" Requires="a14"/>
        <mc:Fallback/>
      </mc:AlternateContent>
      <mc:AlternateContent xmlns:mc="http://schemas.openxmlformats.org/markup-compatibility/2006">
        <mc:Choice xmlns:a14="http://schemas.microsoft.com/office/drawing/2010/main" Requires="a14"/>
        <mc:Fallback/>
      </mc:AlternateContent>
      <mc:AlternateContent xmlns:mc="http://schemas.openxmlformats.org/markup-compatibility/2006">
        <mc:Choice xmlns:a14="http://schemas.microsoft.com/office/drawing/2010/main" Requires="a14"/>
        <mc:Fallback/>
      </mc:AlternateContent>
      <mc:AlternateContent xmlns:mc="http://schemas.openxmlformats.org/markup-compatibility/2006">
        <mc:Choice xmlns:a14="http://schemas.microsoft.com/office/drawing/2010/main" Requires="a14"/>
        <mc:Fallback/>
      </mc:AlternateContent>
      <mc:AlternateContent xmlns:mc="http://schemas.openxmlformats.org/markup-compatibility/2006">
        <mc:Choice xmlns:a14="http://schemas.microsoft.com/office/drawing/2010/main" Requires="a14"/>
        <mc:Fallback/>
      </mc:AlternateContent>
      <p:sp>
        <p:nvSpPr>
          <p:cNvPr id="101" name="body white"/>
          <p:cNvSpPr/>
          <p:nvPr/>
        </p:nvSpPr>
        <p:spPr>
          <a:xfrm>
            <a:off x="530352" y="1078992"/>
            <a:ext cx="11201400" cy="5257800"/>
          </a:xfrm>
          <a:prstGeom prst="rect">
            <a:avLst/>
          </a:prstGeom>
          <a:solidFill>
            <a:srgbClr val="FFFFFF"/>
          </a:solidFill>
          <a:ln>
            <a:noFill/>
          </a:ln>
        </p:spPr>
      </p:sp>
      <p:sp>
        <p:nvSpPr>
          <p:cNvPr id="102" name="sidebar1"/>
          <p:cNvSpPr/>
          <p:nvPr/>
        </p:nvSpPr>
        <p:spPr>
          <a:xfrm>
            <a:off x="713232" y="1417320"/>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01</a:t>
            </a:r>
          </a:p>
          <a:p>
            <a:pPr algn="c"/>
            <a:r>
              <a:rPr lang="zh-CN" sz="900" b="1" dirty="0">
                <a:solidFill>
                  <a:srgbClr val="0E647C"/>
                </a:solidFill>
              </a:rPr>
              <a:t>算法框架</a:t>
            </a:r>
          </a:p>
        </p:txBody>
      </p:sp>
      <p:sp>
        <p:nvSpPr>
          <p:cNvPr id="103" name="sidebar2"/>
          <p:cNvSpPr/>
          <p:nvPr/>
        </p:nvSpPr>
        <p:spPr>
          <a:xfrm>
            <a:off x="713232" y="2487168"/>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02</a:t>
            </a:r>
          </a:p>
          <a:p>
            <a:pPr algn="c"/>
            <a:r>
              <a:rPr lang="zh-CN" sz="900" b="1" dirty="0">
                <a:solidFill>
                  <a:srgbClr val="0E647C"/>
                </a:solidFill>
              </a:rPr>
              <a:t>状态动作</a:t>
            </a:r>
          </a:p>
        </p:txBody>
      </p:sp>
      <p:sp>
        <p:nvSpPr>
          <p:cNvPr id="104" name="sidebar3"/>
          <p:cNvSpPr/>
          <p:nvPr/>
        </p:nvSpPr>
        <p:spPr>
          <a:xfrm>
            <a:off x="713232" y="3557016"/>
            <a:ext cx="1005840" cy="530352"/>
          </a:xfrm>
          <a:prstGeom prst="roundRect">
            <a:avLst/>
          </a:prstGeom>
          <a:solidFill>
            <a:srgbClr val="F4FAF9"/>
          </a:solidFill>
          <a:ln w="12700">
            <a:solidFill>
              <a:srgbClr val="2DB2A4"/>
            </a:solidFill>
          </a:ln>
        </p:spPr>
        <p:txBody>
          <a:bodyPr wrap="square" anchor="mid" lIns="45720" tIns="22860" rIns="45720" bIns="22860"/>
          <a:lstStyle/>
          <a:p>
            <a:pPr algn="c"/>
            <a:r>
              <a:rPr lang="zh-CN" sz="900" b="1" dirty="0">
                <a:solidFill>
                  <a:srgbClr val="0E647C"/>
                </a:solidFill>
              </a:rPr>
              <a:t>03</a:t>
            </a:r>
          </a:p>
          <a:p>
            <a:pPr algn="c"/>
            <a:r>
              <a:rPr lang="zh-CN" sz="900" b="1" dirty="0">
                <a:solidFill>
                  <a:srgbClr val="0E647C"/>
                </a:solidFill>
              </a:rPr>
              <a:t>奖励训练</a:t>
            </a:r>
          </a:p>
        </p:txBody>
      </p:sp>
      <p:sp>
        <p:nvSpPr>
          <p:cNvPr id="105" name="sidebar4"/>
          <p:cNvSpPr/>
          <p:nvPr/>
        </p:nvSpPr>
        <p:spPr>
          <a:xfrm>
            <a:off x="713232" y="4626864"/>
            <a:ext cx="1005840" cy="530352"/>
          </a:xfrm>
          <a:prstGeom prst="roundRect">
            <a:avLst/>
          </a:prstGeom>
          <a:solidFill>
            <a:srgbClr val="2DB2A4"/>
          </a:solidFill>
          <a:ln w="12700">
            <a:solidFill>
              <a:srgbClr val="2DB2A4"/>
            </a:solidFill>
          </a:ln>
        </p:spPr>
        <p:txBody>
          <a:bodyPr wrap="square" anchor="mid" lIns="45720" tIns="22860" rIns="45720" bIns="22860"/>
          <a:lstStyle/>
          <a:p>
            <a:pPr algn="c"/>
            <a:r>
              <a:rPr lang="zh-CN" sz="900" b="1" dirty="0">
                <a:solidFill>
                  <a:srgbClr val="FFFFFF"/>
                </a:solidFill>
              </a:rPr>
              <a:t>04</a:t>
            </a:r>
          </a:p>
          <a:p>
            <a:pPr algn="c"/>
            <a:r>
              <a:rPr lang="zh-CN" sz="900" b="1" dirty="0">
                <a:solidFill>
                  <a:srgbClr val="FFFFFF"/>
                </a:solidFill>
              </a:rPr>
              <a:t>构解输出</a:t>
            </a:r>
          </a:p>
        </p:txBody>
      </p:sp>
      <p:sp>
        <p:nvSpPr>
          <p:cNvPr id="106" name="method title"/>
          <p:cNvSpPr/>
          <p:nvPr/>
        </p:nvSpPr>
        <p:spPr>
          <a:xfrm>
            <a:off x="1993392" y="1207008"/>
            <a:ext cx="7132320" cy="329184"/>
          </a:xfrm>
          <a:prstGeom prst="rect">
            <a:avLst/>
          </a:prstGeom>
          <a:noFill/>
          <a:ln>
            <a:noFill/>
          </a:ln>
        </p:spPr>
        <p:txBody>
          <a:bodyPr wrap="square" anchor="mid" lIns="45720" tIns="22860" rIns="45720" bIns="22860"/>
          <a:lstStyle/>
          <a:p>
            <a:pPr algn="l"/>
            <a:r>
              <a:rPr lang="zh-CN" sz="1700" b="1" dirty="0">
                <a:solidFill>
                  <a:srgbClr val="0E647C"/>
                </a:solidFill>
              </a:rPr>
              <a:t>最终构解与输出方案</a:t>
            </a:r>
          </a:p>
        </p:txBody>
      </p:sp>
      <p:sp>
        <p:nvSpPr>
          <p:cNvPr id="107" name="method subtitle"/>
          <p:cNvSpPr/>
          <p:nvPr/>
        </p:nvSpPr>
        <p:spPr>
          <a:xfrm>
            <a:off x="2011680" y="1572768"/>
            <a:ext cx="8778240" cy="292608"/>
          </a:xfrm>
          <a:prstGeom prst="rect">
            <a:avLst/>
          </a:prstGeom>
          <a:noFill/>
          <a:ln>
            <a:noFill/>
          </a:ln>
        </p:spPr>
        <p:txBody>
          <a:bodyPr wrap="square" anchor="mid" lIns="45720" tIns="22860" rIns="45720" bIns="22860"/>
          <a:lstStyle/>
          <a:p>
            <a:pPr algn="l"/>
            <a:r>
              <a:rPr lang="zh-CN" sz="1050" dirty="0">
                <a:solidFill>
                  <a:srgbClr val="836967"/>
                </a:solidFill>
              </a:rPr>
              <a:t>训练完成后，算法基于 Q 表逐时刻构造调度方案，并用前瞻信息处理 Q 值不明显的情况。</a:t>
            </a:r>
          </a:p>
        </p:txBody>
      </p:sp>
      <p:sp>
        <p:nvSpPr>
          <p:cNvPr id="108" name="step num"/>
          <p:cNvSpPr/>
          <p:nvPr/>
        </p:nvSpPr>
        <p:spPr>
          <a:xfrm>
            <a:off x="2057400" y="2011680"/>
            <a:ext cx="685800" cy="393192"/>
          </a:xfrm>
          <a:prstGeom prst="roundRect">
            <a:avLst/>
          </a:prstGeom>
          <a:solidFill>
            <a:srgbClr val="2DB2A4"/>
          </a:solidFill>
          <a:ln w="12700">
            <a:solidFill>
              <a:srgbClr val="2DB2A4"/>
            </a:solidFill>
          </a:ln>
        </p:spPr>
        <p:txBody>
          <a:bodyPr wrap="square" anchor="mid" lIns="45720" tIns="22860" rIns="45720" bIns="22860"/>
          <a:lstStyle/>
          <a:p>
            <a:pPr algn="c"/>
            <a:r>
              <a:rPr lang="zh-CN" sz="830" b="1" dirty="0">
                <a:solidFill>
                  <a:srgbClr val="FFFFFF"/>
                </a:solidFill>
              </a:rPr>
              <a:t>Step 1</a:t>
            </a:r>
          </a:p>
        </p:txBody>
      </p:sp>
      <p:sp>
        <p:nvSpPr>
          <p:cNvPr id="109" name="step text"/>
          <p:cNvSpPr/>
          <p:nvPr/>
        </p:nvSpPr>
        <p:spPr>
          <a:xfrm>
            <a:off x="2852928" y="2002536"/>
            <a:ext cx="4572000" cy="411480"/>
          </a:xfrm>
          <a:prstGeom prst="roundRect">
            <a:avLst/>
          </a:prstGeom>
          <a:solidFill>
            <a:srgbClr val="F8FBFA"/>
          </a:solidFill>
          <a:ln w="12700">
            <a:solidFill>
              <a:srgbClr val="D9E9E6"/>
            </a:solidFill>
          </a:ln>
        </p:spPr>
        <p:txBody>
          <a:bodyPr wrap="square" anchor="mid" lIns="45720" tIns="22860" rIns="45720" bIns="22860"/>
          <a:lstStyle/>
          <a:p>
            <a:pPr algn="l"/>
            <a:r>
              <a:rPr lang="zh-CN" sz="900" dirty="0">
                <a:solidFill>
                  <a:srgbClr val="3F3F3F"/>
                </a:solidFill>
              </a:rPr>
              <a:t>初始化环境，处理当前时刻可立即完成的 0 时长任务。</a:t>
            </a:r>
          </a:p>
        </p:txBody>
      </p:sp>
      <p:sp>
        <p:nvSpPr>
          <p:cNvPr id="110" name="step num"/>
          <p:cNvSpPr/>
          <p:nvPr/>
        </p:nvSpPr>
        <p:spPr>
          <a:xfrm>
            <a:off x="2057400" y="2761488"/>
            <a:ext cx="685800" cy="393192"/>
          </a:xfrm>
          <a:prstGeom prst="roundRect">
            <a:avLst/>
          </a:prstGeom>
          <a:solidFill>
            <a:srgbClr val="2DB2A4"/>
          </a:solidFill>
          <a:ln w="12700">
            <a:solidFill>
              <a:srgbClr val="2DB2A4"/>
            </a:solidFill>
          </a:ln>
        </p:spPr>
        <p:txBody>
          <a:bodyPr wrap="square" anchor="mid" lIns="45720" tIns="22860" rIns="45720" bIns="22860"/>
          <a:lstStyle/>
          <a:p>
            <a:pPr algn="c"/>
            <a:r>
              <a:rPr lang="zh-CN" sz="830" b="1" dirty="0">
                <a:solidFill>
                  <a:srgbClr val="FFFFFF"/>
                </a:solidFill>
              </a:rPr>
              <a:t>Step 2</a:t>
            </a:r>
          </a:p>
        </p:txBody>
      </p:sp>
      <p:sp>
        <p:nvSpPr>
          <p:cNvPr id="111" name="step text"/>
          <p:cNvSpPr/>
          <p:nvPr/>
        </p:nvSpPr>
        <p:spPr>
          <a:xfrm>
            <a:off x="2852928" y="2752344"/>
            <a:ext cx="4572000" cy="411480"/>
          </a:xfrm>
          <a:prstGeom prst="roundRect">
            <a:avLst/>
          </a:prstGeom>
          <a:solidFill>
            <a:srgbClr val="F8FBFA"/>
          </a:solidFill>
          <a:ln w="12700">
            <a:solidFill>
              <a:srgbClr val="D9E9E6"/>
            </a:solidFill>
          </a:ln>
        </p:spPr>
        <p:txBody>
          <a:bodyPr wrap="square" anchor="mid" lIns="45720" tIns="22860" rIns="45720" bIns="22860"/>
          <a:lstStyle/>
          <a:p>
            <a:pPr algn="l"/>
            <a:r>
              <a:rPr lang="zh-CN" sz="900" dirty="0">
                <a:solidFill>
                  <a:srgbClr val="3F3F3F"/>
                </a:solidFill>
              </a:rPr>
              <a:t>生成可行动作集，根据 Q 值选择候选动作并剔除冲突动作。</a:t>
            </a:r>
          </a:p>
        </p:txBody>
      </p:sp>
      <p:sp>
        <p:nvSpPr>
          <p:cNvPr id="112" name="step num"/>
          <p:cNvSpPr/>
          <p:nvPr/>
        </p:nvSpPr>
        <p:spPr>
          <a:xfrm>
            <a:off x="2057400" y="3511296"/>
            <a:ext cx="685800" cy="393192"/>
          </a:xfrm>
          <a:prstGeom prst="roundRect">
            <a:avLst/>
          </a:prstGeom>
          <a:solidFill>
            <a:srgbClr val="F3B903"/>
          </a:solidFill>
          <a:ln w="12700">
            <a:solidFill>
              <a:srgbClr val="F3B903"/>
            </a:solidFill>
          </a:ln>
        </p:spPr>
        <p:txBody>
          <a:bodyPr wrap="square" anchor="mid" lIns="45720" tIns="22860" rIns="45720" bIns="22860"/>
          <a:lstStyle/>
          <a:p>
            <a:pPr algn="c"/>
            <a:r>
              <a:rPr lang="zh-CN" sz="830" b="1" dirty="0">
                <a:solidFill>
                  <a:srgbClr val="FFFFFF"/>
                </a:solidFill>
              </a:rPr>
              <a:t>Step 3</a:t>
            </a:r>
          </a:p>
        </p:txBody>
      </p:sp>
      <p:sp>
        <p:nvSpPr>
          <p:cNvPr id="113" name="step text"/>
          <p:cNvSpPr/>
          <p:nvPr/>
        </p:nvSpPr>
        <p:spPr>
          <a:xfrm>
            <a:off x="2852928" y="3502152"/>
            <a:ext cx="4572000" cy="411480"/>
          </a:xfrm>
          <a:prstGeom prst="roundRect">
            <a:avLst/>
          </a:prstGeom>
          <a:solidFill>
            <a:srgbClr val="F8FBFA"/>
          </a:solidFill>
          <a:ln w="12700">
            <a:solidFill>
              <a:srgbClr val="D9E9E6"/>
            </a:solidFill>
          </a:ln>
        </p:spPr>
        <p:txBody>
          <a:bodyPr wrap="square" anchor="mid" lIns="45720" tIns="22860" rIns="45720" bIns="22860"/>
          <a:lstStyle/>
          <a:p>
            <a:pPr algn="l"/>
            <a:r>
              <a:rPr lang="zh-CN" sz="900" dirty="0">
                <a:solidFill>
                  <a:srgbClr val="3F3F3F"/>
                </a:solidFill>
              </a:rPr>
              <a:t>当 Q 值区分不足时，使用 cost-to-go 或 beam search 比较动作集。</a:t>
            </a:r>
          </a:p>
        </p:txBody>
      </p:sp>
      <p:sp>
        <p:nvSpPr>
          <p:cNvPr id="114" name="step num"/>
          <p:cNvSpPr/>
          <p:nvPr/>
        </p:nvSpPr>
        <p:spPr>
          <a:xfrm>
            <a:off x="2057400" y="4261104"/>
            <a:ext cx="685800" cy="393192"/>
          </a:xfrm>
          <a:prstGeom prst="roundRect">
            <a:avLst/>
          </a:prstGeom>
          <a:solidFill>
            <a:srgbClr val="F3B903"/>
          </a:solidFill>
          <a:ln w="12700">
            <a:solidFill>
              <a:srgbClr val="F3B903"/>
            </a:solidFill>
          </a:ln>
        </p:spPr>
        <p:txBody>
          <a:bodyPr wrap="square" anchor="mid" lIns="45720" tIns="22860" rIns="45720" bIns="22860"/>
          <a:lstStyle/>
          <a:p>
            <a:pPr algn="c"/>
            <a:r>
              <a:rPr lang="zh-CN" sz="830" b="1" dirty="0">
                <a:solidFill>
                  <a:srgbClr val="FFFFFF"/>
                </a:solidFill>
              </a:rPr>
              <a:t>Step 4</a:t>
            </a:r>
          </a:p>
        </p:txBody>
      </p:sp>
      <p:sp>
        <p:nvSpPr>
          <p:cNvPr id="115" name="step text"/>
          <p:cNvSpPr/>
          <p:nvPr/>
        </p:nvSpPr>
        <p:spPr>
          <a:xfrm>
            <a:off x="2852928" y="4251960"/>
            <a:ext cx="4572000" cy="411480"/>
          </a:xfrm>
          <a:prstGeom prst="roundRect">
            <a:avLst/>
          </a:prstGeom>
          <a:solidFill>
            <a:srgbClr val="F8FBFA"/>
          </a:solidFill>
          <a:ln w="12700">
            <a:solidFill>
              <a:srgbClr val="D9E9E6"/>
            </a:solidFill>
          </a:ln>
        </p:spPr>
        <p:txBody>
          <a:bodyPr wrap="square" anchor="mid" lIns="45720" tIns="22860" rIns="45720" bIns="22860"/>
          <a:lstStyle/>
          <a:p>
            <a:pPr algn="l"/>
            <a:r>
              <a:rPr lang="zh-CN" sz="900" dirty="0">
                <a:solidFill>
                  <a:srgbClr val="3F3F3F"/>
                </a:solidFill>
              </a:rPr>
              <a:t>执行选中动作，推进正在运行任务，直至全部任务完成。</a:t>
            </a:r>
          </a:p>
        </p:txBody>
      </p:sp>
      <p:sp>
        <p:nvSpPr>
          <p:cNvPr id="116" name="output title"/>
          <p:cNvSpPr/>
          <p:nvPr/>
        </p:nvSpPr>
        <p:spPr>
          <a:xfrm>
            <a:off x="8092440" y="1920240"/>
            <a:ext cx="2560320" cy="384048"/>
          </a:xfrm>
          <a:prstGeom prst="rect">
            <a:avLst/>
          </a:prstGeom>
          <a:noFill/>
          <a:ln>
            <a:noFill/>
          </a:ln>
        </p:spPr>
        <p:txBody>
          <a:bodyPr wrap="square" anchor="mid" lIns="45720" tIns="22860" rIns="45720" bIns="22860"/>
          <a:lstStyle/>
          <a:p>
            <a:pPr algn="l"/>
            <a:r>
              <a:rPr lang="zh-CN" sz="1250" b="1" dirty="0">
                <a:solidFill>
                  <a:srgbClr val="0E647C"/>
                </a:solidFill>
              </a:rPr>
              <a:t>输出内容</a:t>
            </a:r>
          </a:p>
        </p:txBody>
      </p:sp>
      <p:sp>
        <p:nvSpPr>
          <p:cNvPr id="117" name="dot"/>
          <p:cNvSpPr/>
          <p:nvPr/>
        </p:nvSpPr>
        <p:spPr>
          <a:xfrm>
            <a:off x="8138160" y="2560320"/>
            <a:ext cx="91440" cy="91440"/>
          </a:xfrm>
          <a:prstGeom prst="ellipse">
            <a:avLst/>
          </a:prstGeom>
          <a:solidFill>
            <a:srgbClr val="2DB2A4"/>
          </a:solidFill>
          <a:ln w="12700">
            <a:solidFill>
              <a:srgbClr val="2DB2A4"/>
            </a:solidFill>
          </a:ln>
        </p:spPr>
      </p:sp>
      <p:sp>
        <p:nvSpPr>
          <p:cNvPr id="118" name="bullet text"/>
          <p:cNvSpPr/>
          <p:nvPr/>
        </p:nvSpPr>
        <p:spPr>
          <a:xfrm>
            <a:off x="8302752" y="2487168"/>
            <a:ext cx="3154680" cy="292608"/>
          </a:xfrm>
          <a:prstGeom prst="rect">
            <a:avLst/>
          </a:prstGeom>
          <a:noFill/>
          <a:ln>
            <a:noFill/>
          </a:ln>
        </p:spPr>
        <p:txBody>
          <a:bodyPr wrap="square" anchor="mid" lIns="45720" tIns="22860" rIns="45720" bIns="22860"/>
          <a:lstStyle/>
          <a:p>
            <a:pPr algn="l"/>
            <a:r>
              <a:rPr lang="zh-CN" sz="950" dirty="0">
                <a:solidFill>
                  <a:srgbClr val="3F3F3F"/>
                </a:solidFill>
              </a:rPr>
              <a:t>完整调度动作序列 S</a:t>
            </a:r>
          </a:p>
        </p:txBody>
      </p:sp>
      <p:sp>
        <p:nvSpPr>
          <p:cNvPr id="119" name="dot"/>
          <p:cNvSpPr/>
          <p:nvPr/>
        </p:nvSpPr>
        <p:spPr>
          <a:xfrm>
            <a:off x="8138160" y="2980944"/>
            <a:ext cx="91440" cy="91440"/>
          </a:xfrm>
          <a:prstGeom prst="ellipse">
            <a:avLst/>
          </a:prstGeom>
          <a:solidFill>
            <a:srgbClr val="2DB2A4"/>
          </a:solidFill>
          <a:ln w="12700">
            <a:solidFill>
              <a:srgbClr val="2DB2A4"/>
            </a:solidFill>
          </a:ln>
        </p:spPr>
      </p:sp>
      <p:sp>
        <p:nvSpPr>
          <p:cNvPr id="120" name="bullet text"/>
          <p:cNvSpPr/>
          <p:nvPr/>
        </p:nvSpPr>
        <p:spPr>
          <a:xfrm>
            <a:off x="8302752" y="2907792"/>
            <a:ext cx="3154680" cy="292608"/>
          </a:xfrm>
          <a:prstGeom prst="rect">
            <a:avLst/>
          </a:prstGeom>
          <a:noFill/>
          <a:ln>
            <a:noFill/>
          </a:ln>
        </p:spPr>
        <p:txBody>
          <a:bodyPr wrap="square" anchor="mid" lIns="45720" tIns="22860" rIns="45720" bIns="22860"/>
          <a:lstStyle/>
          <a:p>
            <a:pPr algn="l"/>
            <a:r>
              <a:rPr lang="zh-CN" sz="950" dirty="0">
                <a:solidFill>
                  <a:srgbClr val="3F3F3F"/>
                </a:solidFill>
              </a:rPr>
              <a:t>各任务开始/完成/中断恢复信息</a:t>
            </a:r>
          </a:p>
        </p:txBody>
      </p:sp>
      <p:sp>
        <p:nvSpPr>
          <p:cNvPr id="121" name="dot"/>
          <p:cNvSpPr/>
          <p:nvPr/>
        </p:nvSpPr>
        <p:spPr>
          <a:xfrm>
            <a:off x="8138160" y="3401568"/>
            <a:ext cx="91440" cy="91440"/>
          </a:xfrm>
          <a:prstGeom prst="ellipse">
            <a:avLst/>
          </a:prstGeom>
          <a:solidFill>
            <a:srgbClr val="2DB2A4"/>
          </a:solidFill>
          <a:ln w="12700">
            <a:solidFill>
              <a:srgbClr val="2DB2A4"/>
            </a:solidFill>
          </a:ln>
        </p:spPr>
      </p:sp>
      <p:sp>
        <p:nvSpPr>
          <p:cNvPr id="122" name="bullet text"/>
          <p:cNvSpPr/>
          <p:nvPr/>
        </p:nvSpPr>
        <p:spPr>
          <a:xfrm>
            <a:off x="8302752" y="3328416"/>
            <a:ext cx="3154680" cy="292608"/>
          </a:xfrm>
          <a:prstGeom prst="rect">
            <a:avLst/>
          </a:prstGeom>
          <a:noFill/>
          <a:ln>
            <a:noFill/>
          </a:ln>
        </p:spPr>
        <p:txBody>
          <a:bodyPr wrap="square" anchor="mid" lIns="45720" tIns="22860" rIns="45720" bIns="22860"/>
          <a:lstStyle/>
          <a:p>
            <a:pPr algn="l"/>
            <a:r>
              <a:rPr lang="zh-CN" sz="950" dirty="0">
                <a:solidFill>
                  <a:srgbClr val="3F3F3F"/>
                </a:solidFill>
              </a:rPr>
              <a:t>总延迟惩罚 C_final</a:t>
            </a:r>
          </a:p>
        </p:txBody>
      </p:sp>
      <p:sp>
        <p:nvSpPr>
          <p:cNvPr id="123" name="dot"/>
          <p:cNvSpPr/>
          <p:nvPr/>
        </p:nvSpPr>
        <p:spPr>
          <a:xfrm>
            <a:off x="8138160" y="3822192"/>
            <a:ext cx="91440" cy="91440"/>
          </a:xfrm>
          <a:prstGeom prst="ellipse">
            <a:avLst/>
          </a:prstGeom>
          <a:solidFill>
            <a:srgbClr val="2DB2A4"/>
          </a:solidFill>
          <a:ln w="12700">
            <a:solidFill>
              <a:srgbClr val="2DB2A4"/>
            </a:solidFill>
          </a:ln>
        </p:spPr>
      </p:sp>
      <p:sp>
        <p:nvSpPr>
          <p:cNvPr id="124" name="bullet text"/>
          <p:cNvSpPr/>
          <p:nvPr/>
        </p:nvSpPr>
        <p:spPr>
          <a:xfrm>
            <a:off x="8302752" y="3749040"/>
            <a:ext cx="3154680" cy="292608"/>
          </a:xfrm>
          <a:prstGeom prst="rect">
            <a:avLst/>
          </a:prstGeom>
          <a:noFill/>
          <a:ln>
            <a:noFill/>
          </a:ln>
        </p:spPr>
        <p:txBody>
          <a:bodyPr wrap="square" anchor="mid" lIns="45720" tIns="22860" rIns="45720" bIns="22860"/>
          <a:lstStyle/>
          <a:p>
            <a:pPr algn="l"/>
            <a:r>
              <a:rPr lang="zh-CN" sz="950" dirty="0">
                <a:solidFill>
                  <a:srgbClr val="3F3F3F"/>
                </a:solidFill>
              </a:rPr>
              <a:t>训练诊断：rollouts、max_q_diff、缓存命中等</a:t>
            </a:r>
          </a:p>
        </p:txBody>
      </p:sp>
      <p:sp>
        <p:nvSpPr>
          <p:cNvPr id="125" name="innovation title"/>
          <p:cNvSpPr/>
          <p:nvPr/>
        </p:nvSpPr>
        <p:spPr>
          <a:xfrm>
            <a:off x="8092440" y="4572000"/>
            <a:ext cx="2560320" cy="320040"/>
          </a:xfrm>
          <a:prstGeom prst="rect">
            <a:avLst/>
          </a:prstGeom>
          <a:noFill/>
          <a:ln>
            <a:noFill/>
          </a:ln>
        </p:spPr>
        <p:txBody>
          <a:bodyPr wrap="square" anchor="mid" lIns="45720" tIns="22860" rIns="45720" bIns="22860"/>
          <a:lstStyle/>
          <a:p>
            <a:pPr algn="l"/>
            <a:r>
              <a:rPr lang="zh-CN" sz="1200" b="1" dirty="0">
                <a:solidFill>
                  <a:srgbClr val="0E647C"/>
                </a:solidFill>
              </a:rPr>
              <a:t>方法特征</a:t>
            </a:r>
          </a:p>
        </p:txBody>
      </p:sp>
      <p:sp>
        <p:nvSpPr>
          <p:cNvPr id="126" name="innovation body"/>
          <p:cNvSpPr/>
          <p:nvPr/>
        </p:nvSpPr>
        <p:spPr>
          <a:xfrm>
            <a:off x="8138160" y="4983480"/>
            <a:ext cx="2971800" cy="749808"/>
          </a:xfrm>
          <a:prstGeom prst="roundRect">
            <a:avLst/>
          </a:prstGeom>
          <a:solidFill>
            <a:srgbClr val="EAF7F5"/>
          </a:solidFill>
          <a:ln w="12700">
            <a:solidFill>
              <a:srgbClr val="2DB2A4"/>
            </a:solidFill>
          </a:ln>
        </p:spPr>
        <p:txBody>
          <a:bodyPr wrap="square" anchor="mid" lIns="45720" tIns="22860" rIns="45720" bIns="22860"/>
          <a:lstStyle/>
          <a:p>
            <a:pPr algn="c"/>
            <a:r>
              <a:rPr lang="zh-CN" sz="900" dirty="0">
                <a:solidFill>
                  <a:srgbClr val="3F3F3F"/>
                </a:solidFill>
              </a:rPr>
              <a:t>将启发式 Rollout 的前瞻能力引入 Q-learning，使学习策略与最终调度目标保持一致。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childTnLst>
                                    <p:set>
                                      <p:cBhvr>
                                        <p:cTn id="13" dur="1" fill="hold">
                                          <p:stCondLst>
                                            <p:cond delay="0"/>
                                          </p:stCondLst>
                                        </p:cTn>
                                        <p:tgtEl>
                                          <p:spTgt spid="29"/>
                                        </p:tgtEl>
                                        <p:attrNameLst>
                                          <p:attrName>style.visibility</p:attrName>
                                        </p:attrNameLst>
                                      </p:cBhvr>
                                      <p:to>
                                        <p:strVal val="hidden"/>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33"/>
                                        </p:tgtEl>
                                        <p:attrNameLst>
                                          <p:attrName>style.visibility</p:attrName>
                                        </p:attrNameLst>
                                      </p:cBhvr>
                                      <p:to>
                                        <p:strVal val="hidden"/>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29" grpId="0"/>
      <p:bldP spid="29" grpId="1"/>
      <p:bldP spid="31" grpId="0"/>
      <p:bldP spid="33" grpId="0"/>
      <p:bldP spid="33"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514350" indent="-514350">
              <a:buFont typeface="+mj-lt"/>
              <a:buAutoNum type="arabicPeriod" startAt="3"/>
            </a:pPr>
            <a:r>
              <a:rPr lang="zh-CN" altLang="en-US" dirty="0"/>
              <a:t>研究结果与讨论</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10</a:t>
            </a:fld>
            <a:endParaRPr lang="zh-CN" altLang="en-US" dirty="0"/>
          </a:p>
        </p:txBody>
      </p:sp>
      <p:sp>
        <p:nvSpPr>
          <p:cNvPr id="4" name="文本占位符 3"/>
          <p:cNvSpPr>
            <a:spLocks noGrp="1"/>
          </p:cNvSpPr>
          <p:nvPr>
            <p:ph type="body" sz="quarter" idx="13"/>
          </p:nvPr>
        </p:nvSpPr>
        <p:spPr/>
        <p:txBody>
          <a:bodyPr/>
          <a:lstStyle/>
          <a:p>
            <a:r>
              <a:rPr lang="zh-CN" altLang="en-US" b="1" dirty="0">
                <a:solidFill>
                  <a:srgbClr val="0E647C"/>
                </a:solidFill>
              </a:rPr>
              <a:t>案例数据</a:t>
            </a:r>
          </a:p>
        </p:txBody>
      </p:sp>
      <p:sp>
        <p:nvSpPr>
          <p:cNvPr id="5" name="文本占位符 4"/>
          <p:cNvSpPr>
            <a:spLocks noGrp="1"/>
          </p:cNvSpPr>
          <p:nvPr>
            <p:ph type="body" sz="quarter" idx="14"/>
          </p:nvPr>
        </p:nvSpPr>
        <p:spPr>
          <a:xfrm>
            <a:off x="2402840" y="835025"/>
            <a:ext cx="1884680" cy="406400"/>
          </a:xfrm>
        </p:spPr>
        <p:txBody>
          <a:bodyPr/>
          <a:lstStyle/>
          <a:p>
            <a:r>
              <a:rPr lang="zh-CN" altLang="en-US" dirty="0"/>
              <a:t>案例规模对比</a:t>
            </a:r>
          </a:p>
        </p:txBody>
      </p:sp>
      <p:sp>
        <p:nvSpPr>
          <p:cNvPr id="6" name="文本占位符 5"/>
          <p:cNvSpPr>
            <a:spLocks noGrp="1"/>
          </p:cNvSpPr>
          <p:nvPr>
            <p:ph type="body" sz="quarter" idx="15"/>
          </p:nvPr>
        </p:nvSpPr>
        <p:spPr/>
        <p:txBody>
          <a:bodyPr/>
          <a:lstStyle/>
          <a:p>
            <a:r>
              <a:rPr lang="zh-CN" altLang="en-US" dirty="0"/>
              <a:t>规模配置对比</a:t>
            </a:r>
          </a:p>
        </p:txBody>
      </p:sp>
      <mc:AlternateContent xmlns:mc="http://schemas.openxmlformats.org/markup-compatibility/2006">
        <mc:Choice xmlns:a14="http://schemas.microsoft.com/office/drawing/2010/main" Requires="a14">
          <p:sp>
            <p:nvSpPr>
              <p:cNvPr id="7" name="Rectangle 57"/>
              <p:cNvSpPr/>
              <p:nvPr/>
            </p:nvSpPr>
            <p:spPr>
              <a:xfrm>
                <a:off x="1163320" y="1380490"/>
                <a:ext cx="10088880" cy="330644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1" algn="just" latinLnBrk="0">
                  <a:lnSpc>
                    <a:spcPct val="15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基于</a:t>
                </a:r>
                <a:r>
                  <a:rPr lang="zh-CN" altLang="en-US" b="1" dirty="0">
                    <a:solidFill>
                      <a:srgbClr val="2DB2A4"/>
                    </a:solidFill>
                    <a:latin typeface="微软雅黑" panose="020B0503020204020204" pitchFamily="34" charset="-122"/>
                    <a:ea typeface="微软雅黑" panose="020B0503020204020204" pitchFamily="34" charset="-122"/>
                  </a:rPr>
                  <a:t>开源案例库MRCPSPLIB</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的网络结构设计</a:t>
                </a:r>
              </a:p>
              <a:p>
                <a:pPr marL="742950" lvl="1" indent="-285750" algn="just" latinLnBrk="0">
                  <a:lnSpc>
                    <a:spcPct val="150000"/>
                  </a:lnSpc>
                  <a:spcBef>
                    <a:spcPts val="600"/>
                  </a:spcBef>
                  <a:buFont typeface="Wingdings" panose="05000000000000000000" pitchFamily="2" charset="2"/>
                  <a:buChar char="Ø"/>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选择</a:t>
                </a:r>
                <a:r>
                  <a:rPr lang="en-US" altLang="zh-CN" sz="1600" dirty="0">
                    <a:solidFill>
                      <a:srgbClr val="2DB2A4"/>
                    </a:solidFill>
                    <a:latin typeface="微软雅黑" panose="020B0503020204020204" pitchFamily="34" charset="-122"/>
                    <a:ea typeface="微软雅黑" panose="020B0503020204020204" pitchFamily="34" charset="-122"/>
                  </a:rPr>
                  <a:t>J10</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600" dirty="0">
                    <a:solidFill>
                      <a:srgbClr val="2DB2A4"/>
                    </a:solidFill>
                    <a:latin typeface="微软雅黑" panose="020B0503020204020204" pitchFamily="34" charset="-122"/>
                    <a:ea typeface="微软雅黑" panose="020B0503020204020204" pitchFamily="34" charset="-122"/>
                    <a:sym typeface="+mn-ea"/>
                  </a:rPr>
                  <a:t>J20</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600" dirty="0">
                    <a:solidFill>
                      <a:srgbClr val="2DB2A4"/>
                    </a:solidFill>
                    <a:latin typeface="微软雅黑" panose="020B0503020204020204" pitchFamily="34" charset="-122"/>
                    <a:ea typeface="微软雅黑" panose="020B0503020204020204" pitchFamily="34" charset="-122"/>
                    <a:sym typeface="+mn-ea"/>
                  </a:rPr>
                  <a:t>J30</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三种任务规模的案例集</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p>
              <a:p>
                <a:pPr marL="742950" lvl="1" indent="-285750" algn="just" latinLnBrk="0">
                  <a:lnSpc>
                    <a:spcPct val="150000"/>
                  </a:lnSpc>
                  <a:spcBef>
                    <a:spcPts val="600"/>
                  </a:spcBef>
                  <a:buFont typeface="Wingdings" panose="05000000000000000000" pitchFamily="2" charset="2"/>
                  <a:buChar char="Ø"/>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对服务人员数量</a:t>
                </a:r>
                <a14:m>
                  <m:oMath xmlns:m="http://schemas.openxmlformats.org/officeDocument/2006/math">
                    <m:r>
                      <a:rPr lang="en-US" altLang="zh-CN" sz="1600" b="0" i="1" smtClean="0">
                        <a:solidFill>
                          <a:schemeClr val="tx1">
                            <a:lumMod val="75000"/>
                            <a:lumOff val="25000"/>
                          </a:schemeClr>
                        </a:solidFill>
                        <a:latin typeface="Cambria Math" panose="02040503050406030204" pitchFamily="18" charset="0"/>
                        <a:ea typeface="微软雅黑" panose="020B0503020204020204" pitchFamily="34" charset="-122"/>
                      </a:rPr>
                      <m:t>𝑅</m:t>
                    </m:r>
                  </m:oMath>
                </a14:m>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及转移时间矩阵、任务执行工期表、里程碑事件数量</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600" b="0" i="1" dirty="0" smtClean="0">
                            <a:solidFill>
                              <a:schemeClr val="tx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rPr>
                          <m:t>𝑀</m:t>
                        </m:r>
                      </m:e>
                      <m:sub>
                        <m:r>
                          <a:rPr lang="en-US" altLang="zh-CN" sz="1600" i="1" dirty="0">
                            <a:solidFill>
                              <a:schemeClr val="tx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rPr>
                          <m:t>𝛼</m:t>
                        </m:r>
                      </m:sub>
                    </m:sSub>
                  </m:oMath>
                </a14:m>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及其发生时刻进行随机生成。</a:t>
                </a:r>
              </a:p>
              <a:p>
                <a:pPr marL="742950" lvl="1" indent="-285750" algn="just" latinLnBrk="0">
                  <a:lnSpc>
                    <a:spcPct val="150000"/>
                  </a:lnSpc>
                  <a:spcBef>
                    <a:spcPts val="600"/>
                  </a:spcBef>
                  <a:buFont typeface="Wingdings" panose="05000000000000000000" pitchFamily="2" charset="2"/>
                  <a:buChar char="Ø"/>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运用</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均取每个任务</a:t>
                </a:r>
                <a:r>
                  <a:rPr lang="zh-CN" altLang="en-US" sz="1600" dirty="0">
                    <a:solidFill>
                      <a:srgbClr val="2DB2A4"/>
                    </a:solidFill>
                    <a:latin typeface="微软雅黑" panose="020B0503020204020204" pitchFamily="34" charset="-122"/>
                    <a:ea typeface="微软雅黑" panose="020B0503020204020204" pitchFamily="34" charset="-122"/>
                    <a:sym typeface="+mn-ea"/>
                  </a:rPr>
                  <a:t>最短执行工期</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的</a:t>
                </a:r>
                <a:r>
                  <a:rPr lang="zh-CN" altLang="en-US" sz="1600" dirty="0">
                    <a:solidFill>
                      <a:srgbClr val="2DB2A4"/>
                    </a:solidFill>
                    <a:latin typeface="微软雅黑" panose="020B0503020204020204" pitchFamily="34" charset="-122"/>
                    <a:ea typeface="微软雅黑" panose="020B0503020204020204" pitchFamily="34" charset="-122"/>
                    <a:sym typeface="+mn-ea"/>
                  </a:rPr>
                  <a:t>关键路径法(CPM)</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计算得到关键路径，在关键路径的任务里随机选择里程碑事件，其中结束事件一定被选择。</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742950" lvl="1" indent="-285750" algn="just" latinLnBrk="0">
                  <a:lnSpc>
                    <a:spcPct val="150000"/>
                  </a:lnSpc>
                  <a:spcBef>
                    <a:spcPts val="600"/>
                  </a:spcBef>
                  <a:buFont typeface="Wingdings" panose="05000000000000000000" pitchFamily="2" charset="2"/>
                  <a:buChar char="Ø"/>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比较嵌套</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种任务优先规则的</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Rollout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算法</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(RA-MPV</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RA-SLK</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RA-MPV+SLK)</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和传统串行调度生成机制</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(BHA-MPV</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BHA-SLK</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BHA-MPV+SLK)</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的实验计算结果</a:t>
                </a:r>
              </a:p>
            </p:txBody>
          </p:sp>
        </mc:Choice>
        <mc:Fallback>
          <p:sp>
            <p:nvSpPr>
              <p:cNvPr id="7" name="Rectangle 57"/>
              <p:cNvSpPr>
                <a:spLocks noRot="1" noChangeAspect="1" noMove="1" noResize="1" noEditPoints="1" noAdjustHandles="1" noChangeArrowheads="1" noChangeShapeType="1" noTextEdit="1"/>
              </p:cNvSpPr>
              <p:nvPr/>
            </p:nvSpPr>
            <p:spPr>
              <a:xfrm>
                <a:off x="1163320" y="1380490"/>
                <a:ext cx="10088880" cy="3306445"/>
              </a:xfrm>
              <a:prstGeom prst="rect">
                <a:avLst/>
              </a:prstGeom>
              <a:blipFill>
                <a:blip r:embed="rId8"/>
                <a:stretch>
                  <a:fillRect r="-302"/>
                </a:stretch>
              </a:blipFill>
              <a:ln w="3175">
                <a:noFill/>
              </a:ln>
            </p:spPr>
            <p:txBody>
              <a:bodyPr/>
              <a:lstStyle/>
              <a:p>
                <a:r>
                  <a:rPr lang="zh-CN" altLang="en-US">
                    <a:noFill/>
                  </a:rPr>
                  <a:t> </a:t>
                </a:r>
              </a:p>
            </p:txBody>
          </p:sp>
        </mc:Fallback>
      </mc:AlternateContent>
      <p:sp>
        <p:nvSpPr>
          <p:cNvPr id="59" name="矩形 58"/>
          <p:cNvSpPr/>
          <p:nvPr>
            <p:custDataLst>
              <p:tags r:id="rId1"/>
            </p:custDataLst>
          </p:nvPr>
        </p:nvSpPr>
        <p:spPr>
          <a:xfrm>
            <a:off x="3195320" y="4764404"/>
            <a:ext cx="3180080" cy="508001"/>
          </a:xfrm>
          <a:prstGeom prst="rect">
            <a:avLst/>
          </a:prstGeom>
          <a:noFill/>
          <a:ln>
            <a:solidFill>
              <a:srgbClr val="0E647C"/>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zh-CN" altLang="en-US" b="1" dirty="0">
                <a:solidFill>
                  <a:srgbClr val="0E647C"/>
                </a:solidFill>
                <a:latin typeface="微软雅黑" panose="020B0503020204020204" pitchFamily="34" charset="-122"/>
                <a:ea typeface="微软雅黑" panose="020B0503020204020204" pitchFamily="34" charset="-122"/>
              </a:rPr>
              <a:t>不同案例规模的算法对比实验</a:t>
            </a:r>
            <a:endParaRPr lang="zh-CN" altLang="en-US" sz="1600" dirty="0">
              <a:solidFill>
                <a:srgbClr val="0E647C"/>
              </a:solidFill>
              <a:latin typeface="微软雅黑" panose="020B0503020204020204" pitchFamily="34" charset="-122"/>
              <a:ea typeface="微软雅黑" panose="020B0503020204020204" pitchFamily="34" charset="-122"/>
            </a:endParaRPr>
          </a:p>
        </p:txBody>
      </p:sp>
      <p:sp>
        <p:nvSpPr>
          <p:cNvPr id="60" name="矩形 59"/>
          <p:cNvSpPr/>
          <p:nvPr>
            <p:custDataLst>
              <p:tags r:id="rId2"/>
            </p:custDataLst>
          </p:nvPr>
        </p:nvSpPr>
        <p:spPr>
          <a:xfrm>
            <a:off x="3207384" y="5360352"/>
            <a:ext cx="3438635" cy="508000"/>
          </a:xfrm>
          <a:prstGeom prst="rect">
            <a:avLst/>
          </a:prstGeom>
          <a:noFill/>
          <a:ln>
            <a:solidFill>
              <a:srgbClr val="0E647C"/>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zh-CN" altLang="en-US" b="1" dirty="0">
                <a:solidFill>
                  <a:srgbClr val="0E647C"/>
                </a:solidFill>
                <a:latin typeface="微软雅黑" panose="020B0503020204020204" pitchFamily="34" charset="-122"/>
                <a:ea typeface="微软雅黑" panose="020B0503020204020204" pitchFamily="34" charset="-122"/>
              </a:rPr>
              <a:t>同规模不同配置的算法对比实验</a:t>
            </a:r>
            <a:endParaRPr lang="zh-CN" altLang="en-US" sz="1600" dirty="0">
              <a:solidFill>
                <a:srgbClr val="0E647C"/>
              </a:solidFill>
              <a:latin typeface="微软雅黑" panose="020B0503020204020204" pitchFamily="34" charset="-122"/>
              <a:ea typeface="微软雅黑" panose="020B0503020204020204" pitchFamily="34" charset="-122"/>
            </a:endParaRPr>
          </a:p>
        </p:txBody>
      </p:sp>
      <p:sp>
        <p:nvSpPr>
          <p:cNvPr id="61" name="矩形 60"/>
          <p:cNvSpPr/>
          <p:nvPr>
            <p:custDataLst>
              <p:tags r:id="rId3"/>
            </p:custDataLst>
          </p:nvPr>
        </p:nvSpPr>
        <p:spPr>
          <a:xfrm>
            <a:off x="1627995" y="4728210"/>
            <a:ext cx="1320835" cy="1127581"/>
          </a:xfrm>
          <a:prstGeom prst="rect">
            <a:avLst/>
          </a:prstGeom>
          <a:solidFill>
            <a:srgbClr val="2DB2A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b="1" dirty="0">
                <a:latin typeface="微软雅黑" panose="020B0503020204020204" pitchFamily="34" charset="-122"/>
                <a:ea typeface="微软雅黑" panose="020B0503020204020204" pitchFamily="34" charset="-122"/>
                <a:cs typeface="Calibri" panose="020F0502020204030204" pitchFamily="34" charset="0"/>
              </a:rPr>
              <a:t>计算实验</a:t>
            </a:r>
          </a:p>
        </p:txBody>
      </p:sp>
      <p:sp>
        <p:nvSpPr>
          <p:cNvPr id="12" name="文本框 11"/>
          <p:cNvSpPr txBox="1"/>
          <p:nvPr>
            <p:custDataLst>
              <p:tags r:id="rId4"/>
            </p:custDataLst>
          </p:nvPr>
        </p:nvSpPr>
        <p:spPr>
          <a:xfrm>
            <a:off x="6646020" y="5405256"/>
            <a:ext cx="5609590" cy="418191"/>
          </a:xfrm>
          <a:prstGeom prst="rect">
            <a:avLst/>
          </a:prstGeom>
          <a:noFill/>
        </p:spPr>
        <p:txBody>
          <a:bodyPr wrap="square" rtlCol="0" anchor="t">
            <a:spAutoFit/>
          </a:bodyPr>
          <a:lstStyle/>
          <a:p>
            <a:pPr>
              <a:lnSpc>
                <a:spcPct val="150000"/>
              </a:lnSpc>
            </a:pPr>
            <a:r>
              <a:rPr lang="zh-CN" altLang="en-US" sz="1600" dirty="0">
                <a:solidFill>
                  <a:srgbClr val="0E647C"/>
                </a:solidFill>
                <a:latin typeface="微软雅黑" panose="020B0503020204020204" pitchFamily="34" charset="-122"/>
                <a:ea typeface="微软雅黑" panose="020B0503020204020204" pitchFamily="34" charset="-122"/>
                <a:sym typeface="+mn-ea"/>
              </a:rPr>
              <a:t>在</a:t>
            </a:r>
            <a:r>
              <a:rPr lang="en-US" altLang="zh-CN" sz="1600" dirty="0">
                <a:solidFill>
                  <a:srgbClr val="0E647C"/>
                </a:solidFill>
                <a:latin typeface="微软雅黑" panose="020B0503020204020204" pitchFamily="34" charset="-122"/>
                <a:ea typeface="微软雅黑" panose="020B0503020204020204" pitchFamily="34" charset="-122"/>
                <a:sym typeface="+mn-ea"/>
              </a:rPr>
              <a:t>J20</a:t>
            </a:r>
            <a:r>
              <a:rPr lang="zh-CN" altLang="en-US" sz="1600" dirty="0">
                <a:solidFill>
                  <a:srgbClr val="0E647C"/>
                </a:solidFill>
                <a:latin typeface="微软雅黑" panose="020B0503020204020204" pitchFamily="34" charset="-122"/>
                <a:ea typeface="微软雅黑" panose="020B0503020204020204" pitchFamily="34" charset="-122"/>
                <a:sym typeface="+mn-ea"/>
              </a:rPr>
              <a:t>案例集上设置不同服务人员数量和里程碑事件数量</a:t>
            </a:r>
          </a:p>
        </p:txBody>
      </p:sp>
      <p:sp>
        <p:nvSpPr>
          <p:cNvPr id="14" name="文本框 13">
            <a:extLst>
              <a:ext uri="{FF2B5EF4-FFF2-40B4-BE49-F238E27FC236}">
                <a16:creationId xmlns:a16="http://schemas.microsoft.com/office/drawing/2014/main" id="{5A0AD926-9278-44CE-82B0-81A026827AE9}"/>
              </a:ext>
            </a:extLst>
          </p:cNvPr>
          <p:cNvSpPr txBox="1"/>
          <p:nvPr>
            <p:custDataLst>
              <p:tags r:id="rId5"/>
            </p:custDataLst>
          </p:nvPr>
        </p:nvSpPr>
        <p:spPr>
          <a:xfrm>
            <a:off x="6646020" y="4764404"/>
            <a:ext cx="5609590" cy="418191"/>
          </a:xfrm>
          <a:prstGeom prst="rect">
            <a:avLst/>
          </a:prstGeom>
          <a:noFill/>
        </p:spPr>
        <p:txBody>
          <a:bodyPr wrap="square" rtlCol="0" anchor="t">
            <a:spAutoFit/>
          </a:bodyPr>
          <a:lstStyle/>
          <a:p>
            <a:pPr>
              <a:lnSpc>
                <a:spcPct val="150000"/>
              </a:lnSpc>
            </a:pPr>
            <a:r>
              <a:rPr lang="zh-CN" altLang="en-US" sz="1600" dirty="0">
                <a:solidFill>
                  <a:srgbClr val="0E647C"/>
                </a:solidFill>
                <a:latin typeface="微软雅黑" panose="020B0503020204020204" pitchFamily="34" charset="-122"/>
                <a:ea typeface="微软雅黑" panose="020B0503020204020204" pitchFamily="34" charset="-122"/>
                <a:sym typeface="+mn-ea"/>
              </a:rPr>
              <a:t>比较各算法分别在</a:t>
            </a:r>
            <a:r>
              <a:rPr lang="en-US" altLang="zh-CN" sz="1600" dirty="0">
                <a:solidFill>
                  <a:srgbClr val="0E647C"/>
                </a:solidFill>
                <a:latin typeface="微软雅黑" panose="020B0503020204020204" pitchFamily="34" charset="-122"/>
                <a:ea typeface="微软雅黑" panose="020B0503020204020204" pitchFamily="34" charset="-122"/>
                <a:sym typeface="+mn-ea"/>
              </a:rPr>
              <a:t>J10</a:t>
            </a:r>
            <a:r>
              <a:rPr lang="zh-CN" altLang="en-US" sz="1600" dirty="0">
                <a:solidFill>
                  <a:srgbClr val="0E647C"/>
                </a:solidFill>
                <a:latin typeface="微软雅黑" panose="020B0503020204020204" pitchFamily="34" charset="-122"/>
                <a:ea typeface="微软雅黑" panose="020B0503020204020204" pitchFamily="34" charset="-122"/>
                <a:sym typeface="+mn-ea"/>
              </a:rPr>
              <a:t>、</a:t>
            </a:r>
            <a:r>
              <a:rPr lang="en-US" altLang="zh-CN" sz="1600" dirty="0">
                <a:solidFill>
                  <a:srgbClr val="0E647C"/>
                </a:solidFill>
                <a:latin typeface="微软雅黑" panose="020B0503020204020204" pitchFamily="34" charset="-122"/>
                <a:ea typeface="微软雅黑" panose="020B0503020204020204" pitchFamily="34" charset="-122"/>
                <a:sym typeface="+mn-ea"/>
              </a:rPr>
              <a:t>J20</a:t>
            </a:r>
            <a:r>
              <a:rPr lang="zh-CN" altLang="en-US" sz="1600" dirty="0">
                <a:solidFill>
                  <a:srgbClr val="0E647C"/>
                </a:solidFill>
                <a:latin typeface="微软雅黑" panose="020B0503020204020204" pitchFamily="34" charset="-122"/>
                <a:ea typeface="微软雅黑" panose="020B0503020204020204" pitchFamily="34" charset="-122"/>
                <a:sym typeface="+mn-ea"/>
              </a:rPr>
              <a:t>、</a:t>
            </a:r>
            <a:r>
              <a:rPr lang="en-US" altLang="zh-CN" sz="1600" dirty="0">
                <a:solidFill>
                  <a:srgbClr val="0E647C"/>
                </a:solidFill>
                <a:latin typeface="微软雅黑" panose="020B0503020204020204" pitchFamily="34" charset="-122"/>
                <a:ea typeface="微软雅黑" panose="020B0503020204020204" pitchFamily="34" charset="-122"/>
                <a:sym typeface="+mn-ea"/>
              </a:rPr>
              <a:t>J30</a:t>
            </a:r>
            <a:r>
              <a:rPr lang="zh-CN" altLang="en-US" sz="1600" dirty="0">
                <a:solidFill>
                  <a:srgbClr val="0E647C"/>
                </a:solidFill>
                <a:latin typeface="微软雅黑" panose="020B0503020204020204" pitchFamily="34" charset="-122"/>
                <a:ea typeface="微软雅黑" panose="020B0503020204020204" pitchFamily="34" charset="-122"/>
                <a:sym typeface="+mn-ea"/>
              </a:rPr>
              <a:t>案例集上的表现</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0" name="文本框 19"/>
              <p:cNvSpPr txBox="1"/>
              <p:nvPr/>
            </p:nvSpPr>
            <p:spPr>
              <a:xfrm>
                <a:off x="2629852" y="4680079"/>
                <a:ext cx="7198995" cy="1002519"/>
              </a:xfrm>
              <a:prstGeom prst="rect">
                <a:avLst/>
              </a:prstGeom>
              <a:noFill/>
            </p:spPr>
            <p:txBody>
              <a:bodyPr wrap="square" rtlCol="0" anchor="t">
                <a:spAutoFit/>
              </a:bodyPr>
              <a:lstStyle/>
              <a:p>
                <a:pPr>
                  <a:lnSpc>
                    <a:spcPct val="200000"/>
                  </a:lnSpc>
                </a:pPr>
                <a:r>
                  <a:rPr lang="zh-CN" altLang="en-US" sz="1600" dirty="0">
                    <a:solidFill>
                      <a:schemeClr val="accent2"/>
                    </a:solidFill>
                    <a:latin typeface="微软雅黑" panose="020B0503020204020204" pitchFamily="34" charset="-122"/>
                    <a:ea typeface="微软雅黑" panose="020B0503020204020204" pitchFamily="34" charset="-122"/>
                    <a:sym typeface="+mn-ea"/>
                  </a:rPr>
                  <a:t>𝑎𝑣𝑒</a:t>
                </a:r>
                <a:r>
                  <a:rPr lang="en-US" altLang="zh-CN" sz="1600" dirty="0">
                    <a:solidFill>
                      <a:schemeClr val="accent2"/>
                    </a:solidFill>
                    <a:latin typeface="微软雅黑" panose="020B0503020204020204" pitchFamily="34" charset="-122"/>
                    <a:ea typeface="微软雅黑" panose="020B0503020204020204" pitchFamily="34" charset="-122"/>
                    <a:sym typeface="+mn-ea"/>
                  </a:rPr>
                  <a:t>_</a:t>
                </a:r>
                <a:r>
                  <a:rPr lang="zh-CN" altLang="en-US" sz="1600" dirty="0">
                    <a:solidFill>
                      <a:schemeClr val="accent2"/>
                    </a:solidFill>
                    <a:latin typeface="微软雅黑" panose="020B0503020204020204" pitchFamily="34" charset="-122"/>
                    <a:ea typeface="微软雅黑" panose="020B0503020204020204" pitchFamily="34" charset="-122"/>
                    <a:sym typeface="+mn-ea"/>
                  </a:rPr>
                  <a:t>𝑑𝑒𝑣和𝑎𝑣𝑒</a:t>
                </a:r>
                <a:r>
                  <a:rPr lang="en-US" altLang="zh-CN" sz="1600" dirty="0">
                    <a:solidFill>
                      <a:schemeClr val="accent2"/>
                    </a:solidFill>
                    <a:latin typeface="微软雅黑" panose="020B0503020204020204" pitchFamily="34" charset="-122"/>
                    <a:ea typeface="微软雅黑" panose="020B0503020204020204" pitchFamily="34" charset="-122"/>
                    <a:sym typeface="+mn-ea"/>
                  </a:rPr>
                  <a:t>_</a:t>
                </a:r>
                <a:r>
                  <a:rPr lang="zh-CN" altLang="en-US" sz="1600" dirty="0">
                    <a:solidFill>
                      <a:schemeClr val="accent2"/>
                    </a:solidFill>
                    <a:latin typeface="微软雅黑" panose="020B0503020204020204" pitchFamily="34" charset="-122"/>
                    <a:ea typeface="微软雅黑" panose="020B0503020204020204" pitchFamily="34" charset="-122"/>
                    <a:sym typeface="+mn-ea"/>
                  </a:rPr>
                  <a:t>𝑜𝑝𝑡越小说明当前解</a:t>
                </a:r>
                <a14:m>
                  <m:oMath xmlns:m="http://schemas.openxmlformats.org/officeDocument/2006/math">
                    <m:sSub>
                      <m:sSubPr>
                        <m:ctrlPr>
                          <a:rPr lang="en-US" altLang="zh-CN" sz="1600" i="1"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600" i="1"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rPr>
                          <m:t>𝑍</m:t>
                        </m:r>
                      </m:e>
                      <m:sub>
                        <m:r>
                          <a:rPr lang="en-US" altLang="zh-CN" sz="1600" i="1"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rPr>
                          <m:t>𝑛</m:t>
                        </m:r>
                      </m:sub>
                    </m:sSub>
                  </m:oMath>
                </a14:m>
                <a:r>
                  <a:rPr lang="zh-CN" altLang="en-US" sz="1600"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sym typeface="+mn-ea"/>
                  </a:rPr>
                  <a:t>越接近全局最优解，即求解效果越好；</a:t>
                </a:r>
                <a:endParaRPr lang="en-US" altLang="zh-CN" sz="1600"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a:lnSpc>
                    <a:spcPct val="200000"/>
                  </a:lnSpc>
                </a:pPr>
                <a:r>
                  <a:rPr lang="zh-CN" altLang="en-US" sz="1600"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sym typeface="+mn-ea"/>
                  </a:rPr>
                  <a:t>𝑟</a:t>
                </a:r>
                <a:r>
                  <a:rPr lang="en-US" altLang="zh-CN" sz="1600"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sym typeface="+mn-ea"/>
                  </a:rPr>
                  <a:t>_</a:t>
                </a:r>
                <a:r>
                  <a:rPr lang="zh-CN" altLang="en-US" sz="1600"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sym typeface="+mn-ea"/>
                  </a:rPr>
                  <a:t>𝑜𝑝𝑡越大说明使用相同优先规则的</a:t>
                </a:r>
                <a:r>
                  <a:rPr lang="en-US" altLang="zh-CN" sz="1600"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sym typeface="+mn-ea"/>
                  </a:rPr>
                  <a:t>Rollout</a:t>
                </a:r>
                <a:r>
                  <a:rPr lang="zh-CN" altLang="en-US" sz="1600"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sym typeface="+mn-ea"/>
                  </a:rPr>
                  <a:t>算法相对于</a:t>
                </a:r>
                <a:r>
                  <a:rPr lang="en-US" altLang="zh-CN" sz="1600"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sym typeface="+mn-ea"/>
                  </a:rPr>
                  <a:t>BHA</a:t>
                </a:r>
                <a:r>
                  <a:rPr lang="zh-CN" altLang="en-US" sz="1600" dirty="0">
                    <a:solidFill>
                      <a:schemeClr val="accent2"/>
                    </a:solidFill>
                    <a:latin typeface="Cambria Math" panose="02040503050406030204" pitchFamily="18" charset="0"/>
                    <a:ea typeface="微软雅黑" panose="020B0503020204020204" pitchFamily="34" charset="-122"/>
                    <a:cs typeface="Cambria Math" panose="02040503050406030204" pitchFamily="18" charset="0"/>
                    <a:sym typeface="+mn-ea"/>
                  </a:rPr>
                  <a:t>的优化程度越高。</a:t>
                </a:r>
              </a:p>
            </p:txBody>
          </p:sp>
        </mc:Choice>
        <mc:Fallback>
          <p:sp>
            <p:nvSpPr>
              <p:cNvPr id="20" name="文本框 19"/>
              <p:cNvSpPr txBox="1">
                <a:spLocks noRot="1" noChangeAspect="1" noMove="1" noResize="1" noEditPoints="1" noAdjustHandles="1" noChangeArrowheads="1" noChangeShapeType="1" noTextEdit="1"/>
              </p:cNvSpPr>
              <p:nvPr/>
            </p:nvSpPr>
            <p:spPr>
              <a:xfrm>
                <a:off x="2629852" y="4680079"/>
                <a:ext cx="7198995" cy="1002519"/>
              </a:xfrm>
              <a:prstGeom prst="rect">
                <a:avLst/>
              </a:prstGeom>
              <a:blipFill>
                <a:blip r:embed="rId10"/>
                <a:stretch>
                  <a:fillRect l="-423" b="-7317"/>
                </a:stretch>
              </a:blipFill>
            </p:spPr>
            <p:txBody>
              <a:bodyPr/>
              <a:lstStyle/>
              <a:p>
                <a:r>
                  <a:rPr lang="zh-CN" altLang="en-US">
                    <a:noFill/>
                  </a:rPr>
                  <a:t> </a:t>
                </a:r>
              </a:p>
            </p:txBody>
          </p:sp>
        </mc:Fallback>
      </mc:AlternateContent>
      <p:sp>
        <p:nvSpPr>
          <p:cNvPr id="2" name="标题 1"/>
          <p:cNvSpPr>
            <a:spLocks noGrp="1"/>
          </p:cNvSpPr>
          <p:nvPr>
            <p:ph type="title"/>
          </p:nvPr>
        </p:nvSpPr>
        <p:spPr/>
        <p:txBody>
          <a:bodyPr>
            <a:normAutofit/>
          </a:bodyPr>
          <a:lstStyle/>
          <a:p>
            <a:pPr marL="514350" indent="-514350">
              <a:buFont typeface="+mj-lt"/>
              <a:buAutoNum type="arabicPeriod" startAt="3"/>
            </a:pPr>
            <a:r>
              <a:rPr lang="zh-CN" altLang="en-US" dirty="0"/>
              <a:t>研究结果与讨论</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11</a:t>
            </a:fld>
            <a:endParaRPr lang="zh-CN" altLang="en-US" dirty="0"/>
          </a:p>
        </p:txBody>
      </p:sp>
      <p:sp>
        <p:nvSpPr>
          <p:cNvPr id="4" name="文本占位符 3"/>
          <p:cNvSpPr>
            <a:spLocks noGrp="1"/>
          </p:cNvSpPr>
          <p:nvPr>
            <p:ph type="body" sz="quarter" idx="13"/>
          </p:nvPr>
        </p:nvSpPr>
        <p:spPr/>
        <p:txBody>
          <a:bodyPr/>
          <a:lstStyle/>
          <a:p>
            <a:r>
              <a:rPr lang="zh-CN" altLang="en-US" dirty="0"/>
              <a:t>案例数据</a:t>
            </a:r>
          </a:p>
        </p:txBody>
      </p:sp>
      <p:sp>
        <p:nvSpPr>
          <p:cNvPr id="5" name="文本占位符 4"/>
          <p:cNvSpPr>
            <a:spLocks noGrp="1"/>
          </p:cNvSpPr>
          <p:nvPr>
            <p:ph type="body" sz="quarter" idx="14"/>
          </p:nvPr>
        </p:nvSpPr>
        <p:spPr/>
        <p:txBody>
          <a:bodyPr/>
          <a:lstStyle/>
          <a:p>
            <a:r>
              <a:rPr lang="zh-CN" altLang="en-US" b="1" dirty="0">
                <a:solidFill>
                  <a:srgbClr val="0E647C"/>
                </a:solidFill>
              </a:rPr>
              <a:t>案例规模对比</a:t>
            </a:r>
          </a:p>
        </p:txBody>
      </p:sp>
      <p:sp>
        <p:nvSpPr>
          <p:cNvPr id="6" name="文本占位符 5"/>
          <p:cNvSpPr>
            <a:spLocks noGrp="1"/>
          </p:cNvSpPr>
          <p:nvPr>
            <p:ph type="body" sz="quarter" idx="15"/>
          </p:nvPr>
        </p:nvSpPr>
        <p:spPr/>
        <p:txBody>
          <a:bodyPr/>
          <a:lstStyle/>
          <a:p>
            <a:r>
              <a:rPr lang="zh-CN" altLang="en-US" dirty="0"/>
              <a:t>规模配置对比</a:t>
            </a:r>
          </a:p>
        </p:txBody>
      </p:sp>
      <p:grpSp>
        <p:nvGrpSpPr>
          <p:cNvPr id="11" name="组合 10"/>
          <p:cNvGrpSpPr/>
          <p:nvPr/>
        </p:nvGrpSpPr>
        <p:grpSpPr>
          <a:xfrm>
            <a:off x="2595882" y="1760590"/>
            <a:ext cx="2698086" cy="417332"/>
            <a:chOff x="5197927" y="1791733"/>
            <a:chExt cx="2698086" cy="417332"/>
          </a:xfrm>
        </p:grpSpPr>
        <p:sp>
          <p:nvSpPr>
            <p:cNvPr id="12" name="椭圆 11"/>
            <p:cNvSpPr/>
            <p:nvPr>
              <p:custDataLst>
                <p:tags r:id="rId6"/>
              </p:custDataLst>
            </p:nvPr>
          </p:nvSpPr>
          <p:spPr>
            <a:xfrm>
              <a:off x="5197927" y="1791733"/>
              <a:ext cx="417332" cy="417332"/>
            </a:xfrm>
            <a:prstGeom prst="ellipse">
              <a:avLst/>
            </a:prstGeom>
            <a:solidFill>
              <a:srgbClr val="2DB2A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A</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custDataLst>
                <p:tags r:id="rId7"/>
              </p:custDataLst>
            </p:nvPr>
          </p:nvSpPr>
          <p:spPr>
            <a:xfrm>
              <a:off x="5659503" y="1831122"/>
              <a:ext cx="2236510" cy="337185"/>
            </a:xfrm>
            <a:prstGeom prst="rect">
              <a:avLst/>
            </a:prstGeom>
            <a:noFill/>
          </p:spPr>
          <p:txBody>
            <a:bodyPr wrap="square" rtlCol="0">
              <a:spAutoFit/>
            </a:bodyPr>
            <a:lstStyle/>
            <a:p>
              <a:r>
                <a:rPr lang="zh-CN" altLang="en-US" sz="1600" dirty="0">
                  <a:solidFill>
                    <a:srgbClr val="2DB2A4"/>
                  </a:solidFill>
                  <a:latin typeface="微软雅黑" panose="020B0503020204020204" pitchFamily="34" charset="-122"/>
                  <a:ea typeface="微软雅黑" panose="020B0503020204020204" pitchFamily="34" charset="-122"/>
                </a:rPr>
                <a:t>平均偏差率</a:t>
              </a:r>
            </a:p>
          </p:txBody>
        </p:sp>
      </p:grpSp>
      <p:grpSp>
        <p:nvGrpSpPr>
          <p:cNvPr id="9" name="组合 8"/>
          <p:cNvGrpSpPr/>
          <p:nvPr/>
        </p:nvGrpSpPr>
        <p:grpSpPr>
          <a:xfrm>
            <a:off x="2595882" y="2868153"/>
            <a:ext cx="2698086" cy="417332"/>
            <a:chOff x="5197927" y="1791733"/>
            <a:chExt cx="2698086" cy="417332"/>
          </a:xfrm>
        </p:grpSpPr>
        <p:sp>
          <p:nvSpPr>
            <p:cNvPr id="10" name="椭圆 9"/>
            <p:cNvSpPr/>
            <p:nvPr>
              <p:custDataLst>
                <p:tags r:id="rId4"/>
              </p:custDataLst>
            </p:nvPr>
          </p:nvSpPr>
          <p:spPr>
            <a:xfrm>
              <a:off x="5197927" y="1791733"/>
              <a:ext cx="417332" cy="417332"/>
            </a:xfrm>
            <a:prstGeom prst="ellipse">
              <a:avLst/>
            </a:prstGeom>
            <a:solidFill>
              <a:srgbClr val="2DB2A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B</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9" name="文本框 18"/>
            <p:cNvSpPr txBox="1"/>
            <p:nvPr>
              <p:custDataLst>
                <p:tags r:id="rId5"/>
              </p:custDataLst>
            </p:nvPr>
          </p:nvSpPr>
          <p:spPr>
            <a:xfrm>
              <a:off x="5659503" y="1831122"/>
              <a:ext cx="2236510" cy="337185"/>
            </a:xfrm>
            <a:prstGeom prst="rect">
              <a:avLst/>
            </a:prstGeom>
            <a:noFill/>
          </p:spPr>
          <p:txBody>
            <a:bodyPr wrap="square" rtlCol="0">
              <a:spAutoFit/>
            </a:bodyPr>
            <a:lstStyle/>
            <a:p>
              <a:r>
                <a:rPr lang="zh-CN" altLang="en-US" sz="1600" dirty="0">
                  <a:solidFill>
                    <a:srgbClr val="2DB2A4"/>
                  </a:solidFill>
                  <a:latin typeface="微软雅黑" panose="020B0503020204020204" pitchFamily="34" charset="-122"/>
                  <a:ea typeface="微软雅黑" panose="020B0503020204020204" pitchFamily="34" charset="-122"/>
                </a:rPr>
                <a:t>平均优化值</a:t>
              </a:r>
            </a:p>
          </p:txBody>
        </p:sp>
      </p:gr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6089709-649E-401D-AF59-0314448FEBCC}"/>
                  </a:ext>
                </a:extLst>
              </p:cNvPr>
              <p:cNvSpPr txBox="1"/>
              <p:nvPr/>
            </p:nvSpPr>
            <p:spPr>
              <a:xfrm>
                <a:off x="4032250" y="1514838"/>
                <a:ext cx="6096000" cy="8049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𝑎𝑣𝑒</m:t>
                      </m:r>
                      <m:r>
                        <m:rPr>
                          <m:lit/>
                        </m:rPr>
                        <a:rPr lang="zh-CN" altLang="en-US" i="0">
                          <a:latin typeface="Cambria Math" panose="02040503050406030204" pitchFamily="18" charset="0"/>
                        </a:rPr>
                        <m:t>_</m:t>
                      </m:r>
                      <m:r>
                        <a:rPr lang="zh-CN" altLang="en-US" i="1">
                          <a:latin typeface="Cambria Math" panose="02040503050406030204" pitchFamily="18" charset="0"/>
                        </a:rPr>
                        <m:t>𝑑𝑒𝑣</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1">
                                  <a:latin typeface="Cambria Math" panose="02040503050406030204" pitchFamily="18" charset="0"/>
                                </a:rPr>
                                <m:t>𝑁</m:t>
                              </m:r>
                            </m:sup>
                            <m:e>
                              <m:f>
                                <m:fPr>
                                  <m:ctrlPr>
                                    <a:rPr lang="zh-CN" altLang="en-US" i="1">
                                      <a:solidFill>
                                        <a:srgbClr val="836967"/>
                                      </a:solidFill>
                                      <a:latin typeface="Cambria Math" panose="02040503050406030204" pitchFamily="18" charset="0"/>
                                    </a:rPr>
                                  </m:ctrlPr>
                                </m:fPr>
                                <m:num>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𝑍</m:t>
                                      </m:r>
                                    </m:e>
                                    <m:sup>
                                      <m:r>
                                        <a:rPr lang="zh-CN" altLang="en-US" i="1">
                                          <a:latin typeface="Cambria Math" panose="02040503050406030204" pitchFamily="18" charset="0"/>
                                        </a:rPr>
                                        <m:t>𝑛</m:t>
                                      </m:r>
                                    </m:sup>
                                  </m:sSup>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𝑀𝑖𝑛𝑖𝑚𝑢𝑚</m:t>
                                      </m:r>
                                    </m:e>
                                    <m:sup>
                                      <m:r>
                                        <a:rPr lang="zh-CN" altLang="en-US" i="1">
                                          <a:latin typeface="Cambria Math" panose="02040503050406030204" pitchFamily="18" charset="0"/>
                                        </a:rPr>
                                        <m:t>𝑛</m:t>
                                      </m:r>
                                    </m:sup>
                                  </m:sSup>
                                </m:num>
                                <m:den>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𝑀𝑖𝑛𝑖𝑚𝑢𝑚</m:t>
                                      </m:r>
                                    </m:e>
                                    <m:sup>
                                      <m:r>
                                        <a:rPr lang="zh-CN" altLang="en-US" i="1">
                                          <a:latin typeface="Cambria Math" panose="02040503050406030204" pitchFamily="18" charset="0"/>
                                        </a:rPr>
                                        <m:t>𝑛</m:t>
                                      </m:r>
                                    </m:sup>
                                  </m:sSup>
                                </m:den>
                              </m:f>
                            </m:e>
                          </m:nary>
                        </m:num>
                        <m:den>
                          <m:r>
                            <a:rPr lang="zh-CN" altLang="en-US" i="1">
                              <a:latin typeface="Cambria Math" panose="02040503050406030204" pitchFamily="18" charset="0"/>
                            </a:rPr>
                            <m:t>𝑁</m:t>
                          </m:r>
                        </m:den>
                      </m:f>
                      <m:r>
                        <a:rPr lang="zh-CN" altLang="en-US" i="0">
                          <a:latin typeface="Cambria Math" panose="02040503050406030204" pitchFamily="18" charset="0"/>
                        </a:rPr>
                        <m:t>∗100%</m:t>
                      </m:r>
                    </m:oMath>
                  </m:oMathPara>
                </a14:m>
                <a:endParaRPr lang="zh-CN" altLang="en-US" dirty="0"/>
              </a:p>
            </p:txBody>
          </p:sp>
        </mc:Choice>
        <mc:Fallback xmlns="">
          <p:sp>
            <p:nvSpPr>
              <p:cNvPr id="23" name="文本框 22">
                <a:extLst>
                  <a:ext uri="{FF2B5EF4-FFF2-40B4-BE49-F238E27FC236}">
                    <a16:creationId xmlns:a16="http://schemas.microsoft.com/office/drawing/2014/main" id="{B6089709-649E-401D-AF59-0314448FEBCC}"/>
                  </a:ext>
                </a:extLst>
              </p:cNvPr>
              <p:cNvSpPr txBox="1">
                <a:spLocks noRot="1" noChangeAspect="1" noMove="1" noResize="1" noEditPoints="1" noAdjustHandles="1" noChangeArrowheads="1" noChangeShapeType="1" noTextEdit="1"/>
              </p:cNvSpPr>
              <p:nvPr/>
            </p:nvSpPr>
            <p:spPr>
              <a:xfrm>
                <a:off x="4032250" y="1514838"/>
                <a:ext cx="6096000" cy="80490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8BF0C48F-1998-4875-9D92-D75D48707163}"/>
                  </a:ext>
                </a:extLst>
              </p:cNvPr>
              <p:cNvSpPr txBox="1"/>
              <p:nvPr/>
            </p:nvSpPr>
            <p:spPr>
              <a:xfrm>
                <a:off x="3582817" y="2706240"/>
                <a:ext cx="6096000" cy="6504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𝑎𝑣𝑒</m:t>
                      </m:r>
                      <m:r>
                        <m:rPr>
                          <m:lit/>
                        </m:rPr>
                        <a:rPr lang="zh-CN" altLang="en-US" i="0">
                          <a:latin typeface="Cambria Math" panose="02040503050406030204" pitchFamily="18" charset="0"/>
                        </a:rPr>
                        <m:t>_</m:t>
                      </m:r>
                      <m:r>
                        <a:rPr lang="zh-CN" altLang="en-US" i="1">
                          <a:latin typeface="Cambria Math" panose="02040503050406030204" pitchFamily="18" charset="0"/>
                        </a:rPr>
                        <m:t>𝑜𝑝𝑡</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1">
                                  <a:latin typeface="Cambria Math" panose="02040503050406030204" pitchFamily="18" charset="0"/>
                                </a:rPr>
                                <m:t>𝑁</m:t>
                              </m:r>
                            </m:sup>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𝑍</m:t>
                                  </m:r>
                                </m:e>
                                <m:sup>
                                  <m:r>
                                    <a:rPr lang="zh-CN" altLang="en-US" i="1">
                                      <a:latin typeface="Cambria Math" panose="02040503050406030204" pitchFamily="18" charset="0"/>
                                    </a:rPr>
                                    <m:t>𝑛</m:t>
                                  </m:r>
                                </m:sup>
                              </m:sSup>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𝑀𝑖𝑛𝑖𝑚𝑢𝑚</m:t>
                                  </m:r>
                                </m:e>
                                <m:sup>
                                  <m:r>
                                    <a:rPr lang="zh-CN" altLang="en-US" i="1">
                                      <a:latin typeface="Cambria Math" panose="02040503050406030204" pitchFamily="18" charset="0"/>
                                    </a:rPr>
                                    <m:t>𝑛</m:t>
                                  </m:r>
                                </m:sup>
                              </m:sSup>
                            </m:e>
                          </m:nary>
                        </m:num>
                        <m:den>
                          <m:r>
                            <a:rPr lang="zh-CN" altLang="en-US" i="1">
                              <a:latin typeface="Cambria Math" panose="02040503050406030204" pitchFamily="18" charset="0"/>
                            </a:rPr>
                            <m:t>𝑁</m:t>
                          </m:r>
                        </m:den>
                      </m:f>
                    </m:oMath>
                  </m:oMathPara>
                </a14:m>
                <a:endParaRPr lang="zh-CN" altLang="en-US" dirty="0"/>
              </a:p>
            </p:txBody>
          </p:sp>
        </mc:Choice>
        <mc:Fallback xmlns="">
          <p:sp>
            <p:nvSpPr>
              <p:cNvPr id="25" name="文本框 24">
                <a:extLst>
                  <a:ext uri="{FF2B5EF4-FFF2-40B4-BE49-F238E27FC236}">
                    <a16:creationId xmlns:a16="http://schemas.microsoft.com/office/drawing/2014/main" id="{8BF0C48F-1998-4875-9D92-D75D48707163}"/>
                  </a:ext>
                </a:extLst>
              </p:cNvPr>
              <p:cNvSpPr txBox="1">
                <a:spLocks noRot="1" noChangeAspect="1" noMove="1" noResize="1" noEditPoints="1" noAdjustHandles="1" noChangeArrowheads="1" noChangeShapeType="1" noTextEdit="1"/>
              </p:cNvSpPr>
              <p:nvPr/>
            </p:nvSpPr>
            <p:spPr>
              <a:xfrm>
                <a:off x="3582817" y="2706240"/>
                <a:ext cx="6096000" cy="650499"/>
              </a:xfrm>
              <a:prstGeom prst="rect">
                <a:avLst/>
              </a:prstGeom>
              <a:blipFill>
                <a:blip r:embed="rId12"/>
                <a:stretch>
                  <a:fillRect/>
                </a:stretch>
              </a:blipFill>
            </p:spPr>
            <p:txBody>
              <a:bodyPr/>
              <a:lstStyle/>
              <a:p>
                <a:r>
                  <a:rPr lang="zh-CN" altLang="en-US">
                    <a:noFill/>
                  </a:rPr>
                  <a:t> </a:t>
                </a:r>
              </a:p>
            </p:txBody>
          </p:sp>
        </mc:Fallback>
      </mc:AlternateContent>
      <p:grpSp>
        <p:nvGrpSpPr>
          <p:cNvPr id="26" name="组合 25">
            <a:extLst>
              <a:ext uri="{FF2B5EF4-FFF2-40B4-BE49-F238E27FC236}">
                <a16:creationId xmlns:a16="http://schemas.microsoft.com/office/drawing/2014/main" id="{FEB36ED8-7F7E-4033-801A-44CA17E7E2FE}"/>
              </a:ext>
            </a:extLst>
          </p:cNvPr>
          <p:cNvGrpSpPr/>
          <p:nvPr/>
        </p:nvGrpSpPr>
        <p:grpSpPr>
          <a:xfrm>
            <a:off x="2595882" y="3975716"/>
            <a:ext cx="2698086" cy="417332"/>
            <a:chOff x="5197927" y="1791733"/>
            <a:chExt cx="2698086" cy="417332"/>
          </a:xfrm>
        </p:grpSpPr>
        <p:sp>
          <p:nvSpPr>
            <p:cNvPr id="27" name="椭圆 26">
              <a:extLst>
                <a:ext uri="{FF2B5EF4-FFF2-40B4-BE49-F238E27FC236}">
                  <a16:creationId xmlns:a16="http://schemas.microsoft.com/office/drawing/2014/main" id="{5E701C64-F8DB-4D34-8AA5-490A2D0F7E57}"/>
                </a:ext>
              </a:extLst>
            </p:cNvPr>
            <p:cNvSpPr/>
            <p:nvPr>
              <p:custDataLst>
                <p:tags r:id="rId2"/>
              </p:custDataLst>
            </p:nvPr>
          </p:nvSpPr>
          <p:spPr>
            <a:xfrm>
              <a:off x="5197927" y="1791733"/>
              <a:ext cx="417332" cy="417332"/>
            </a:xfrm>
            <a:prstGeom prst="ellipse">
              <a:avLst/>
            </a:prstGeom>
            <a:solidFill>
              <a:srgbClr val="2DB2A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chemeClr val="bg1"/>
                  </a:solidFill>
                  <a:latin typeface="微软雅黑" panose="020B0503020204020204" pitchFamily="34" charset="-122"/>
                  <a:ea typeface="微软雅黑" panose="020B0503020204020204" pitchFamily="34" charset="-122"/>
                </a:rPr>
                <a:t>C</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022F0BD2-E15A-47EA-B2B1-2E2B7F5D4431}"/>
                </a:ext>
              </a:extLst>
            </p:cNvPr>
            <p:cNvSpPr txBox="1"/>
            <p:nvPr>
              <p:custDataLst>
                <p:tags r:id="rId3"/>
              </p:custDataLst>
            </p:nvPr>
          </p:nvSpPr>
          <p:spPr>
            <a:xfrm>
              <a:off x="5659503" y="1831122"/>
              <a:ext cx="2236510" cy="337185"/>
            </a:xfrm>
            <a:prstGeom prst="rect">
              <a:avLst/>
            </a:prstGeom>
            <a:noFill/>
          </p:spPr>
          <p:txBody>
            <a:bodyPr wrap="square" rtlCol="0">
              <a:spAutoFit/>
            </a:bodyPr>
            <a:lstStyle/>
            <a:p>
              <a:r>
                <a:rPr lang="zh-CN" altLang="en-US" sz="1600" dirty="0">
                  <a:solidFill>
                    <a:srgbClr val="2DB2A4"/>
                  </a:solidFill>
                  <a:latin typeface="微软雅黑" panose="020B0503020204020204" pitchFamily="34" charset="-122"/>
                  <a:ea typeface="微软雅黑" panose="020B0503020204020204" pitchFamily="34" charset="-122"/>
                </a:rPr>
                <a:t>相对优化率</a:t>
              </a:r>
            </a:p>
          </p:txBody>
        </p:sp>
      </p:gr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FABED2DA-46C6-46E1-9116-5842D75BCC25}"/>
                  </a:ext>
                </a:extLst>
              </p:cNvPr>
              <p:cNvSpPr txBox="1"/>
              <p:nvPr/>
            </p:nvSpPr>
            <p:spPr>
              <a:xfrm>
                <a:off x="4032250" y="3801343"/>
                <a:ext cx="6096000" cy="6504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𝑟</m:t>
                      </m:r>
                      <m:r>
                        <m:rPr>
                          <m:lit/>
                        </m:rPr>
                        <a:rPr lang="zh-CN" altLang="en-US" i="0">
                          <a:latin typeface="Cambria Math" panose="02040503050406030204" pitchFamily="18" charset="0"/>
                        </a:rPr>
                        <m:t>_</m:t>
                      </m:r>
                      <m:r>
                        <a:rPr lang="zh-CN" altLang="en-US" i="1">
                          <a:latin typeface="Cambria Math" panose="02040503050406030204" pitchFamily="18" charset="0"/>
                        </a:rPr>
                        <m:t>𝑜𝑝𝑡</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1">
                                  <a:latin typeface="Cambria Math" panose="02040503050406030204" pitchFamily="18" charset="0"/>
                                </a:rPr>
                                <m:t>𝑁</m:t>
                              </m:r>
                            </m:sup>
                            <m:e>
                              <m:d>
                                <m:dPr>
                                  <m:ctrlPr>
                                    <a:rPr lang="zh-CN" altLang="en-US" i="1">
                                      <a:latin typeface="Cambria Math" panose="02040503050406030204" pitchFamily="18" charset="0"/>
                                    </a:rPr>
                                  </m:ctrlPr>
                                </m:dPr>
                                <m:e>
                                  <m:f>
                                    <m:fPr>
                                      <m:type m:val="lin"/>
                                      <m:ctrlPr>
                                        <a:rPr lang="zh-CN" altLang="en-US" i="1">
                                          <a:latin typeface="Cambria Math" panose="02040503050406030204" pitchFamily="18" charset="0"/>
                                        </a:rPr>
                                      </m:ctrlPr>
                                    </m:fPr>
                                    <m:num>
                                      <m:d>
                                        <m:dPr>
                                          <m:ctrlPr>
                                            <a:rPr lang="zh-CN" altLang="en-US" i="1">
                                              <a:latin typeface="Cambria Math" panose="02040503050406030204" pitchFamily="18" charset="0"/>
                                            </a:rPr>
                                          </m:ctrlPr>
                                        </m:dPr>
                                        <m:e>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𝑍</m:t>
                                              </m:r>
                                            </m:e>
                                            <m:sub>
                                              <m:r>
                                                <a:rPr lang="zh-CN" altLang="en-US" i="1">
                                                  <a:latin typeface="Cambria Math" panose="02040503050406030204" pitchFamily="18" charset="0"/>
                                                </a:rPr>
                                                <m:t>𝐵𝐻𝐴</m:t>
                                              </m:r>
                                            </m:sub>
                                            <m:sup>
                                              <m:r>
                                                <a:rPr lang="zh-CN" altLang="en-US" i="1">
                                                  <a:latin typeface="Cambria Math" panose="02040503050406030204" pitchFamily="18" charset="0"/>
                                                </a:rPr>
                                                <m:t>𝑛</m:t>
                                              </m:r>
                                            </m:sup>
                                          </m:sSubSup>
                                          <m:r>
                                            <a:rPr lang="zh-CN" altLang="en-US" i="0">
                                              <a:latin typeface="Cambria Math" panose="02040503050406030204" pitchFamily="18" charset="0"/>
                                            </a:rPr>
                                            <m:t>−</m:t>
                                          </m:r>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𝑍</m:t>
                                              </m:r>
                                            </m:e>
                                            <m:sub>
                                              <m:r>
                                                <a:rPr lang="zh-CN" altLang="en-US" i="1">
                                                  <a:latin typeface="Cambria Math" panose="02040503050406030204" pitchFamily="18" charset="0"/>
                                                </a:rPr>
                                                <m:t>𝑅𝐴</m:t>
                                              </m:r>
                                            </m:sub>
                                            <m:sup>
                                              <m:r>
                                                <a:rPr lang="zh-CN" altLang="en-US" i="1">
                                                  <a:latin typeface="Cambria Math" panose="02040503050406030204" pitchFamily="18" charset="0"/>
                                                </a:rPr>
                                                <m:t>𝑛</m:t>
                                              </m:r>
                                            </m:sup>
                                          </m:sSubSup>
                                        </m:e>
                                      </m:d>
                                    </m:num>
                                    <m:den>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𝑍</m:t>
                                          </m:r>
                                        </m:e>
                                        <m:sub>
                                          <m:r>
                                            <a:rPr lang="zh-CN" altLang="en-US" i="1">
                                              <a:latin typeface="Cambria Math" panose="02040503050406030204" pitchFamily="18" charset="0"/>
                                            </a:rPr>
                                            <m:t>𝐵𝐻𝐴</m:t>
                                          </m:r>
                                        </m:sub>
                                        <m:sup>
                                          <m:r>
                                            <a:rPr lang="zh-CN" altLang="en-US" i="1">
                                              <a:latin typeface="Cambria Math" panose="02040503050406030204" pitchFamily="18" charset="0"/>
                                            </a:rPr>
                                            <m:t>𝑛</m:t>
                                          </m:r>
                                        </m:sup>
                                      </m:sSubSup>
                                    </m:den>
                                  </m:f>
                                </m:e>
                              </m:d>
                            </m:e>
                          </m:nary>
                        </m:num>
                        <m:den>
                          <m:r>
                            <a:rPr lang="zh-CN" altLang="en-US" i="1">
                              <a:latin typeface="Cambria Math" panose="02040503050406030204" pitchFamily="18" charset="0"/>
                            </a:rPr>
                            <m:t>𝑁</m:t>
                          </m:r>
                        </m:den>
                      </m:f>
                      <m:r>
                        <a:rPr lang="zh-CN" altLang="en-US" i="0">
                          <a:latin typeface="Cambria Math" panose="02040503050406030204" pitchFamily="18" charset="0"/>
                        </a:rPr>
                        <m:t>∗100%</m:t>
                      </m:r>
                    </m:oMath>
                  </m:oMathPara>
                </a14:m>
                <a:endParaRPr lang="zh-CN" altLang="en-US" dirty="0"/>
              </a:p>
            </p:txBody>
          </p:sp>
        </mc:Choice>
        <mc:Fallback xmlns="">
          <p:sp>
            <p:nvSpPr>
              <p:cNvPr id="30" name="文本框 29">
                <a:extLst>
                  <a:ext uri="{FF2B5EF4-FFF2-40B4-BE49-F238E27FC236}">
                    <a16:creationId xmlns:a16="http://schemas.microsoft.com/office/drawing/2014/main" id="{FABED2DA-46C6-46E1-9116-5842D75BCC25}"/>
                  </a:ext>
                </a:extLst>
              </p:cNvPr>
              <p:cNvSpPr txBox="1">
                <a:spLocks noRot="1" noChangeAspect="1" noMove="1" noResize="1" noEditPoints="1" noAdjustHandles="1" noChangeArrowheads="1" noChangeShapeType="1" noTextEdit="1"/>
              </p:cNvSpPr>
              <p:nvPr/>
            </p:nvSpPr>
            <p:spPr>
              <a:xfrm>
                <a:off x="4032250" y="3801343"/>
                <a:ext cx="6096000" cy="650499"/>
              </a:xfrm>
              <a:prstGeom prst="rect">
                <a:avLst/>
              </a:prstGeom>
              <a:blipFill>
                <a:blip r:embed="rId13"/>
                <a:stretch>
                  <a:fillRect/>
                </a:stretch>
              </a:blipFill>
            </p:spPr>
            <p:txBody>
              <a:bodyPr/>
              <a:lstStyle/>
              <a:p>
                <a:r>
                  <a:rPr lang="zh-CN" altLang="en-US">
                    <a:noFill/>
                  </a:rPr>
                  <a:t> </a:t>
                </a:r>
              </a:p>
            </p:txBody>
          </p:sp>
        </mc:Fallback>
      </mc:AlternateContent>
      <p:sp>
        <p:nvSpPr>
          <p:cNvPr id="31" name="矩形 30">
            <a:extLst>
              <a:ext uri="{FF2B5EF4-FFF2-40B4-BE49-F238E27FC236}">
                <a16:creationId xmlns:a16="http://schemas.microsoft.com/office/drawing/2014/main" id="{F80542DE-8F46-4CEB-9D79-5BC37D564334}"/>
              </a:ext>
            </a:extLst>
          </p:cNvPr>
          <p:cNvSpPr/>
          <p:nvPr>
            <p:custDataLst>
              <p:tags r:id="rId1"/>
            </p:custDataLst>
          </p:nvPr>
        </p:nvSpPr>
        <p:spPr>
          <a:xfrm>
            <a:off x="767995" y="1573373"/>
            <a:ext cx="1365605" cy="509427"/>
          </a:xfrm>
          <a:prstGeom prst="rect">
            <a:avLst/>
          </a:prstGeom>
          <a:solidFill>
            <a:srgbClr val="2DB2A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b="1" dirty="0">
                <a:latin typeface="微软雅黑" panose="020B0503020204020204" pitchFamily="34" charset="-122"/>
                <a:ea typeface="微软雅黑" panose="020B0503020204020204" pitchFamily="34" charset="-122"/>
                <a:cs typeface="Calibri" panose="020F0502020204030204" pitchFamily="34" charset="0"/>
              </a:rPr>
              <a:t>评价指标</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514350" indent="-514350">
              <a:buFont typeface="+mj-lt"/>
              <a:buAutoNum type="arabicPeriod" startAt="3"/>
            </a:pPr>
            <a:r>
              <a:rPr lang="zh-CN" altLang="en-US" dirty="0"/>
              <a:t>研究结果与讨论</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12</a:t>
            </a:fld>
            <a:endParaRPr lang="zh-CN" altLang="en-US" dirty="0"/>
          </a:p>
        </p:txBody>
      </p:sp>
      <p:sp>
        <p:nvSpPr>
          <p:cNvPr id="4" name="文本占位符 3"/>
          <p:cNvSpPr>
            <a:spLocks noGrp="1"/>
          </p:cNvSpPr>
          <p:nvPr>
            <p:ph type="body" sz="quarter" idx="13"/>
          </p:nvPr>
        </p:nvSpPr>
        <p:spPr/>
        <p:txBody>
          <a:bodyPr/>
          <a:lstStyle/>
          <a:p>
            <a:r>
              <a:rPr lang="zh-CN" altLang="en-US" dirty="0"/>
              <a:t>案例数据</a:t>
            </a:r>
          </a:p>
        </p:txBody>
      </p:sp>
      <p:sp>
        <p:nvSpPr>
          <p:cNvPr id="5" name="文本占位符 4"/>
          <p:cNvSpPr>
            <a:spLocks noGrp="1"/>
          </p:cNvSpPr>
          <p:nvPr>
            <p:ph type="body" sz="quarter" idx="14"/>
          </p:nvPr>
        </p:nvSpPr>
        <p:spPr/>
        <p:txBody>
          <a:bodyPr/>
          <a:lstStyle/>
          <a:p>
            <a:r>
              <a:rPr lang="zh-CN" altLang="en-US" b="1" dirty="0">
                <a:solidFill>
                  <a:srgbClr val="0E647C"/>
                </a:solidFill>
              </a:rPr>
              <a:t>案例规模对比</a:t>
            </a:r>
          </a:p>
        </p:txBody>
      </p:sp>
      <p:sp>
        <p:nvSpPr>
          <p:cNvPr id="6" name="文本占位符 5"/>
          <p:cNvSpPr>
            <a:spLocks noGrp="1"/>
          </p:cNvSpPr>
          <p:nvPr>
            <p:ph type="body" sz="quarter" idx="15"/>
          </p:nvPr>
        </p:nvSpPr>
        <p:spPr/>
        <p:txBody>
          <a:bodyPr/>
          <a:lstStyle/>
          <a:p>
            <a:r>
              <a:rPr lang="zh-CN" altLang="en-US" dirty="0"/>
              <a:t>规模配置对比</a:t>
            </a:r>
          </a:p>
        </p:txBody>
      </p:sp>
      <p:graphicFrame>
        <p:nvGraphicFramePr>
          <p:cNvPr id="21" name="图表 20">
            <a:extLst>
              <a:ext uri="{FF2B5EF4-FFF2-40B4-BE49-F238E27FC236}">
                <a16:creationId xmlns:a16="http://schemas.microsoft.com/office/drawing/2014/main" id="{CFC0C50B-A171-4DFC-8890-3EC005AAAFE9}"/>
              </a:ext>
            </a:extLst>
          </p:cNvPr>
          <p:cNvGraphicFramePr/>
          <p:nvPr>
            <p:extLst>
              <p:ext uri="{D42A27DB-BD31-4B8C-83A1-F6EECF244321}">
                <p14:modId xmlns:p14="http://schemas.microsoft.com/office/powerpoint/2010/main" val="1414316514"/>
              </p:ext>
            </p:extLst>
          </p:nvPr>
        </p:nvGraphicFramePr>
        <p:xfrm>
          <a:off x="869950" y="1790700"/>
          <a:ext cx="4826000" cy="27432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4" name="图表 23">
            <a:extLst>
              <a:ext uri="{FF2B5EF4-FFF2-40B4-BE49-F238E27FC236}">
                <a16:creationId xmlns:a16="http://schemas.microsoft.com/office/drawing/2014/main" id="{BB40AF56-38C9-4C55-AC52-83B1342E34A5}"/>
              </a:ext>
            </a:extLst>
          </p:cNvPr>
          <p:cNvGraphicFramePr/>
          <p:nvPr>
            <p:extLst>
              <p:ext uri="{D42A27DB-BD31-4B8C-83A1-F6EECF244321}">
                <p14:modId xmlns:p14="http://schemas.microsoft.com/office/powerpoint/2010/main" val="1929047880"/>
              </p:ext>
            </p:extLst>
          </p:nvPr>
        </p:nvGraphicFramePr>
        <p:xfrm>
          <a:off x="3943350" y="4248150"/>
          <a:ext cx="4000500" cy="2460768"/>
        </p:xfrm>
        <a:graphic>
          <a:graphicData uri="http://schemas.openxmlformats.org/drawingml/2006/chart">
            <c:chart xmlns:c="http://schemas.openxmlformats.org/drawingml/2006/chart" xmlns:r="http://schemas.openxmlformats.org/officeDocument/2006/relationships" r:id="rId6"/>
          </a:graphicData>
        </a:graphic>
      </p:graphicFrame>
      <p:sp>
        <p:nvSpPr>
          <p:cNvPr id="29" name="文本框 28">
            <a:extLst>
              <a:ext uri="{FF2B5EF4-FFF2-40B4-BE49-F238E27FC236}">
                <a16:creationId xmlns:a16="http://schemas.microsoft.com/office/drawing/2014/main" id="{46E6647C-1382-44B6-AC49-1FB4A36D269F}"/>
              </a:ext>
            </a:extLst>
          </p:cNvPr>
          <p:cNvSpPr txBox="1"/>
          <p:nvPr>
            <p:custDataLst>
              <p:tags r:id="rId1"/>
            </p:custDataLst>
          </p:nvPr>
        </p:nvSpPr>
        <p:spPr>
          <a:xfrm>
            <a:off x="869950" y="1263308"/>
            <a:ext cx="5609590" cy="458908"/>
          </a:xfrm>
          <a:prstGeom prst="rect">
            <a:avLst/>
          </a:prstGeom>
          <a:noFill/>
        </p:spPr>
        <p:txBody>
          <a:bodyPr wrap="square" rtlCol="0" anchor="t">
            <a:spAutoFit/>
          </a:bodyPr>
          <a:lstStyle/>
          <a:p>
            <a:pPr>
              <a:lnSpc>
                <a:spcPct val="150000"/>
              </a:lnSpc>
            </a:pPr>
            <a:r>
              <a:rPr lang="zh-CN" altLang="en-US"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sym typeface="+mn-ea"/>
              </a:rPr>
              <a:t>比较各算法分别在</a:t>
            </a:r>
            <a:r>
              <a:rPr lang="en-US" altLang="zh-CN"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sym typeface="+mn-ea"/>
              </a:rPr>
              <a:t>J10</a:t>
            </a:r>
            <a:r>
              <a:rPr lang="zh-CN" altLang="en-US"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sym typeface="+mn-ea"/>
              </a:rPr>
              <a:t>、</a:t>
            </a:r>
            <a:r>
              <a:rPr lang="en-US" altLang="zh-CN"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sym typeface="+mn-ea"/>
              </a:rPr>
              <a:t>J20</a:t>
            </a:r>
            <a:r>
              <a:rPr lang="zh-CN" altLang="en-US"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sym typeface="+mn-ea"/>
              </a:rPr>
              <a:t>、</a:t>
            </a:r>
            <a:r>
              <a:rPr lang="en-US" altLang="zh-CN"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sym typeface="+mn-ea"/>
              </a:rPr>
              <a:t>J30</a:t>
            </a:r>
            <a:r>
              <a:rPr lang="zh-CN" altLang="en-US"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sym typeface="+mn-ea"/>
              </a:rPr>
              <a:t>案例集上的表现</a:t>
            </a:r>
          </a:p>
        </p:txBody>
      </p:sp>
      <p:sp>
        <p:nvSpPr>
          <p:cNvPr id="32" name="矩形 31">
            <a:extLst>
              <a:ext uri="{FF2B5EF4-FFF2-40B4-BE49-F238E27FC236}">
                <a16:creationId xmlns:a16="http://schemas.microsoft.com/office/drawing/2014/main" id="{804BD5D9-A98E-444C-AD7A-3631763D600D}"/>
              </a:ext>
            </a:extLst>
          </p:cNvPr>
          <p:cNvSpPr/>
          <p:nvPr>
            <p:custDataLst>
              <p:tags r:id="rId2"/>
            </p:custDataLst>
          </p:nvPr>
        </p:nvSpPr>
        <p:spPr>
          <a:xfrm>
            <a:off x="784225" y="4800600"/>
            <a:ext cx="3244850" cy="11252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accent4"/>
                </a:solidFill>
                <a:latin typeface="微软雅黑" panose="020B0503020204020204" pitchFamily="34" charset="-122"/>
                <a:ea typeface="微软雅黑" panose="020B0503020204020204" pitchFamily="34" charset="-122"/>
              </a:rPr>
              <a:t>RA-MPV</a:t>
            </a:r>
            <a:r>
              <a:rPr lang="zh-CN" altLang="en-US" b="1" dirty="0">
                <a:solidFill>
                  <a:schemeClr val="accent4"/>
                </a:solidFill>
                <a:latin typeface="微软雅黑" panose="020B0503020204020204" pitchFamily="34" charset="-122"/>
                <a:ea typeface="微软雅黑" panose="020B0503020204020204" pitchFamily="34" charset="-122"/>
              </a:rPr>
              <a:t>和</a:t>
            </a:r>
            <a:r>
              <a:rPr lang="en-US" altLang="zh-CN" b="1" dirty="0">
                <a:solidFill>
                  <a:schemeClr val="accent4"/>
                </a:solidFill>
                <a:latin typeface="微软雅黑" panose="020B0503020204020204" pitchFamily="34" charset="-122"/>
                <a:ea typeface="微软雅黑" panose="020B0503020204020204" pitchFamily="34" charset="-122"/>
              </a:rPr>
              <a:t>RA-MPV+SLK</a:t>
            </a:r>
          </a:p>
          <a:p>
            <a:r>
              <a:rPr lang="zh-CN" altLang="en-US" b="1" dirty="0">
                <a:solidFill>
                  <a:schemeClr val="accent4"/>
                </a:solidFill>
                <a:latin typeface="微软雅黑" panose="020B0503020204020204" pitchFamily="34" charset="-122"/>
                <a:ea typeface="微软雅黑" panose="020B0503020204020204" pitchFamily="34" charset="-122"/>
              </a:rPr>
              <a:t>在小规模案例下都有较好表现</a:t>
            </a:r>
            <a:endParaRPr lang="en-US" altLang="zh-CN" b="1" dirty="0">
              <a:solidFill>
                <a:schemeClr val="accent4"/>
              </a:solidFill>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B08FEF79-6E7B-44FE-906E-3B230B0624C4}"/>
              </a:ext>
            </a:extLst>
          </p:cNvPr>
          <p:cNvSpPr txBox="1"/>
          <p:nvPr/>
        </p:nvSpPr>
        <p:spPr>
          <a:xfrm>
            <a:off x="8142117" y="5099753"/>
            <a:ext cx="3371850" cy="646331"/>
          </a:xfrm>
          <a:prstGeom prst="rect">
            <a:avLst/>
          </a:prstGeom>
          <a:noFill/>
        </p:spPr>
        <p:txBody>
          <a:bodyPr wrap="square">
            <a:spAutoFit/>
          </a:bodyPr>
          <a:lstStyle/>
          <a:p>
            <a:r>
              <a:rPr lang="en-US" altLang="zh-CN" sz="1800" b="1" dirty="0">
                <a:solidFill>
                  <a:srgbClr val="2DB2A4"/>
                </a:solidFill>
                <a:latin typeface="微软雅黑" panose="020B0503020204020204" pitchFamily="34" charset="-122"/>
                <a:ea typeface="微软雅黑" panose="020B0503020204020204" pitchFamily="34" charset="-122"/>
              </a:rPr>
              <a:t>RA-MPV+SLK</a:t>
            </a:r>
            <a:r>
              <a:rPr lang="zh-CN" altLang="en-US" b="1" dirty="0">
                <a:solidFill>
                  <a:srgbClr val="2DB2A4"/>
                </a:solidFill>
                <a:latin typeface="微软雅黑" panose="020B0503020204020204" pitchFamily="34" charset="-122"/>
                <a:ea typeface="微软雅黑" panose="020B0503020204020204" pitchFamily="34" charset="-122"/>
              </a:rPr>
              <a:t>在大规模案例下</a:t>
            </a:r>
            <a:r>
              <a:rPr lang="zh-CN" altLang="en-US" sz="1800" b="1" dirty="0">
                <a:solidFill>
                  <a:srgbClr val="2DB2A4"/>
                </a:solidFill>
                <a:latin typeface="微软雅黑" panose="020B0503020204020204" pitchFamily="34" charset="-122"/>
                <a:ea typeface="微软雅黑" panose="020B0503020204020204" pitchFamily="34" charset="-122"/>
              </a:rPr>
              <a:t>显示出</a:t>
            </a:r>
            <a:r>
              <a:rPr lang="zh-CN" altLang="en-US" b="1" dirty="0">
                <a:solidFill>
                  <a:srgbClr val="2DB2A4"/>
                </a:solidFill>
                <a:latin typeface="微软雅黑" panose="020B0503020204020204" pitchFamily="34" charset="-122"/>
                <a:ea typeface="微软雅黑" panose="020B0503020204020204" pitchFamily="34" charset="-122"/>
              </a:rPr>
              <a:t>了</a:t>
            </a:r>
            <a:r>
              <a:rPr lang="zh-CN" altLang="en-US" sz="1800" b="1" dirty="0">
                <a:solidFill>
                  <a:srgbClr val="2DB2A4"/>
                </a:solidFill>
                <a:latin typeface="微软雅黑" panose="020B0503020204020204" pitchFamily="34" charset="-122"/>
                <a:ea typeface="微软雅黑" panose="020B0503020204020204" pitchFamily="34" charset="-122"/>
              </a:rPr>
              <a:t>更大的</a:t>
            </a:r>
            <a:r>
              <a:rPr lang="zh-CN" altLang="en-US" b="1" dirty="0">
                <a:solidFill>
                  <a:srgbClr val="2DB2A4"/>
                </a:solidFill>
                <a:latin typeface="微软雅黑" panose="020B0503020204020204" pitchFamily="34" charset="-122"/>
                <a:ea typeface="微软雅黑" panose="020B0503020204020204" pitchFamily="34" charset="-122"/>
              </a:rPr>
              <a:t>优势</a:t>
            </a:r>
            <a:endParaRPr lang="zh-CN" altLang="en-US" sz="1800" b="1" dirty="0">
              <a:solidFill>
                <a:srgbClr val="2DB2A4"/>
              </a:solidFill>
              <a:latin typeface="微软雅黑" panose="020B0503020204020204" pitchFamily="34" charset="-122"/>
              <a:ea typeface="微软雅黑" panose="020B0503020204020204" pitchFamily="34" charset="-122"/>
            </a:endParaRPr>
          </a:p>
        </p:txBody>
      </p:sp>
      <p:graphicFrame>
        <p:nvGraphicFramePr>
          <p:cNvPr id="13" name="图表 12">
            <a:extLst>
              <a:ext uri="{FF2B5EF4-FFF2-40B4-BE49-F238E27FC236}">
                <a16:creationId xmlns:a16="http://schemas.microsoft.com/office/drawing/2014/main" id="{00000000-0008-0000-0000-000006000000}"/>
              </a:ext>
            </a:extLst>
          </p:cNvPr>
          <p:cNvGraphicFramePr>
            <a:graphicFrameLocks/>
          </p:cNvGraphicFramePr>
          <p:nvPr>
            <p:extLst>
              <p:ext uri="{D42A27DB-BD31-4B8C-83A1-F6EECF244321}">
                <p14:modId xmlns:p14="http://schemas.microsoft.com/office/powerpoint/2010/main" val="3200401618"/>
              </p:ext>
            </p:extLst>
          </p:nvPr>
        </p:nvGraphicFramePr>
        <p:xfrm>
          <a:off x="5972771" y="1647825"/>
          <a:ext cx="4792662" cy="2743200"/>
        </p:xfrm>
        <a:graphic>
          <a:graphicData uri="http://schemas.openxmlformats.org/drawingml/2006/chart">
            <c:chart xmlns:c="http://schemas.openxmlformats.org/drawingml/2006/chart" xmlns:r="http://schemas.openxmlformats.org/officeDocument/2006/relationships" r:id="rId7"/>
          </a:graphicData>
        </a:graphic>
      </p:graphicFrame>
      <p:sp>
        <p:nvSpPr>
          <p:cNvPr id="7" name="矩形 6">
            <a:extLst>
              <a:ext uri="{FF2B5EF4-FFF2-40B4-BE49-F238E27FC236}">
                <a16:creationId xmlns:a16="http://schemas.microsoft.com/office/drawing/2014/main" id="{1FD5CCA2-8EAB-4E70-9569-A51A72A98786}"/>
              </a:ext>
            </a:extLst>
          </p:cNvPr>
          <p:cNvSpPr/>
          <p:nvPr/>
        </p:nvSpPr>
        <p:spPr>
          <a:xfrm>
            <a:off x="7380514" y="2764971"/>
            <a:ext cx="563336" cy="24674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18D481A7-F0C3-4E31-998E-272FDA8715C5}"/>
              </a:ext>
            </a:extLst>
          </p:cNvPr>
          <p:cNvSpPr/>
          <p:nvPr/>
        </p:nvSpPr>
        <p:spPr>
          <a:xfrm>
            <a:off x="10007600" y="2764971"/>
            <a:ext cx="563336" cy="24674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D9B88165-B88F-49D0-B8C6-E15F8E3081CA}"/>
              </a:ext>
            </a:extLst>
          </p:cNvPr>
          <p:cNvSpPr/>
          <p:nvPr/>
        </p:nvSpPr>
        <p:spPr>
          <a:xfrm>
            <a:off x="5021701" y="2915557"/>
            <a:ext cx="563336" cy="24674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6747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514350" indent="-514350">
              <a:buFont typeface="+mj-lt"/>
              <a:buAutoNum type="arabicPeriod" startAt="3"/>
            </a:pPr>
            <a:r>
              <a:rPr lang="zh-CN" altLang="en-US" dirty="0"/>
              <a:t>研究结果与讨论</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13</a:t>
            </a:fld>
            <a:endParaRPr lang="zh-CN" altLang="en-US" dirty="0"/>
          </a:p>
        </p:txBody>
      </p:sp>
      <p:sp>
        <p:nvSpPr>
          <p:cNvPr id="4" name="文本占位符 3"/>
          <p:cNvSpPr>
            <a:spLocks noGrp="1"/>
          </p:cNvSpPr>
          <p:nvPr>
            <p:ph type="body" sz="quarter" idx="13"/>
          </p:nvPr>
        </p:nvSpPr>
        <p:spPr/>
        <p:txBody>
          <a:bodyPr/>
          <a:lstStyle/>
          <a:p>
            <a:r>
              <a:rPr lang="zh-CN" altLang="en-US" dirty="0"/>
              <a:t>案例数据</a:t>
            </a:r>
          </a:p>
        </p:txBody>
      </p:sp>
      <p:sp>
        <p:nvSpPr>
          <p:cNvPr id="5" name="文本占位符 4"/>
          <p:cNvSpPr>
            <a:spLocks noGrp="1"/>
          </p:cNvSpPr>
          <p:nvPr>
            <p:ph type="body" sz="quarter" idx="14"/>
          </p:nvPr>
        </p:nvSpPr>
        <p:spPr/>
        <p:txBody>
          <a:bodyPr/>
          <a:lstStyle/>
          <a:p>
            <a:pPr algn="ctr">
              <a:buClrTx/>
              <a:buSzTx/>
            </a:pPr>
            <a:r>
              <a:rPr lang="zh-CN" altLang="en-US" dirty="0"/>
              <a:t>案例规模对比</a:t>
            </a:r>
          </a:p>
        </p:txBody>
      </p:sp>
      <p:sp>
        <p:nvSpPr>
          <p:cNvPr id="6" name="文本占位符 5"/>
          <p:cNvSpPr>
            <a:spLocks noGrp="1"/>
          </p:cNvSpPr>
          <p:nvPr>
            <p:ph type="body" sz="quarter" idx="15"/>
          </p:nvPr>
        </p:nvSpPr>
        <p:spPr/>
        <p:txBody>
          <a:bodyPr/>
          <a:lstStyle/>
          <a:p>
            <a:r>
              <a:rPr lang="zh-CN" altLang="en-US" b="1" dirty="0">
                <a:solidFill>
                  <a:srgbClr val="0E647C"/>
                </a:solidFill>
              </a:rPr>
              <a:t>规模配置对比</a:t>
            </a:r>
            <a:endParaRPr lang="zh-CN" altLang="en-US" dirty="0"/>
          </a:p>
        </p:txBody>
      </p:sp>
      <p:sp>
        <p:nvSpPr>
          <p:cNvPr id="26" name="矩形 25"/>
          <p:cNvSpPr/>
          <p:nvPr>
            <p:custDataLst>
              <p:tags r:id="rId1"/>
            </p:custDataLst>
          </p:nvPr>
        </p:nvSpPr>
        <p:spPr>
          <a:xfrm>
            <a:off x="656305" y="1273087"/>
            <a:ext cx="5888150" cy="646331"/>
          </a:xfrm>
          <a:prstGeom prst="rect">
            <a:avLst/>
          </a:prstGeom>
        </p:spPr>
        <p:txBody>
          <a:bodyPr wrap="none">
            <a:spAutoFit/>
          </a:bodyPr>
          <a:lstStyle/>
          <a:p>
            <a:r>
              <a:rPr lang="zh-CN" altLang="en-US"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sym typeface="+mn-ea"/>
              </a:rPr>
              <a:t>在</a:t>
            </a:r>
            <a:r>
              <a:rPr lang="en-US" altLang="zh-CN"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sym typeface="+mn-ea"/>
              </a:rPr>
              <a:t>J20</a:t>
            </a:r>
            <a:r>
              <a:rPr lang="zh-CN" altLang="en-US"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sym typeface="+mn-ea"/>
              </a:rPr>
              <a:t>案例集上设置不同服务人员数量和里程碑事件数量</a:t>
            </a:r>
          </a:p>
          <a:p>
            <a:pPr algn="l"/>
            <a:endParaRPr lang="zh-CN" altLang="en-US" b="1" dirty="0">
              <a:solidFill>
                <a:srgbClr val="2DB2A4"/>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21" name="矩形 20"/>
          <p:cNvSpPr/>
          <p:nvPr>
            <p:custDataLst>
              <p:tags r:id="rId2"/>
            </p:custDataLst>
          </p:nvPr>
        </p:nvSpPr>
        <p:spPr>
          <a:xfrm>
            <a:off x="532765" y="5748411"/>
            <a:ext cx="6130290" cy="495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accent4"/>
                </a:solidFill>
                <a:latin typeface="微软雅黑" panose="020B0503020204020204" pitchFamily="34" charset="-122"/>
                <a:ea typeface="微软雅黑" panose="020B0503020204020204" pitchFamily="34" charset="-122"/>
              </a:rPr>
              <a:t>最优的求解结果都出现在</a:t>
            </a:r>
            <a:r>
              <a:rPr lang="en-US" altLang="zh-CN" sz="1600" b="1" dirty="0">
                <a:solidFill>
                  <a:schemeClr val="accent4"/>
                </a:solidFill>
                <a:latin typeface="微软雅黑" panose="020B0503020204020204" pitchFamily="34" charset="-122"/>
                <a:ea typeface="微软雅黑" panose="020B0503020204020204" pitchFamily="34" charset="-122"/>
              </a:rPr>
              <a:t>RA-MPV</a:t>
            </a:r>
            <a:r>
              <a:rPr lang="zh-CN" altLang="en-US" sz="1600" b="1" dirty="0">
                <a:solidFill>
                  <a:schemeClr val="accent4"/>
                </a:solidFill>
                <a:latin typeface="微软雅黑" panose="020B0503020204020204" pitchFamily="34" charset="-122"/>
                <a:ea typeface="微软雅黑" panose="020B0503020204020204" pitchFamily="34" charset="-122"/>
              </a:rPr>
              <a:t>算法或者</a:t>
            </a:r>
            <a:r>
              <a:rPr lang="en-US" altLang="zh-CN" sz="1600" b="1" dirty="0">
                <a:solidFill>
                  <a:schemeClr val="accent4"/>
                </a:solidFill>
                <a:latin typeface="微软雅黑" panose="020B0503020204020204" pitchFamily="34" charset="-122"/>
                <a:ea typeface="微软雅黑" panose="020B0503020204020204" pitchFamily="34" charset="-122"/>
              </a:rPr>
              <a:t>RA-MPV+SLK</a:t>
            </a:r>
            <a:r>
              <a:rPr lang="zh-CN" altLang="en-US" sz="1600" b="1" dirty="0">
                <a:solidFill>
                  <a:schemeClr val="accent4"/>
                </a:solidFill>
                <a:latin typeface="微软雅黑" panose="020B0503020204020204" pitchFamily="34" charset="-122"/>
                <a:ea typeface="微软雅黑" panose="020B0503020204020204" pitchFamily="34" charset="-122"/>
              </a:rPr>
              <a:t>算法中</a:t>
            </a:r>
            <a:endParaRPr lang="zh-CN" altLang="en-US" sz="1600" b="1" dirty="0">
              <a:solidFill>
                <a:srgbClr val="2DB2A4"/>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矩形 8"/>
              <p:cNvSpPr/>
              <p:nvPr>
                <p:custDataLst>
                  <p:tags r:id="rId3"/>
                </p:custDataLst>
              </p:nvPr>
            </p:nvSpPr>
            <p:spPr>
              <a:xfrm>
                <a:off x="532765" y="1673225"/>
                <a:ext cx="2844165" cy="376129"/>
              </a:xfrm>
              <a:prstGeom prst="rect">
                <a:avLst/>
              </a:prstGeom>
              <a:solidFill>
                <a:schemeClr val="accent4">
                  <a:lumMod val="40000"/>
                  <a:lumOff val="60000"/>
                </a:schemeClr>
              </a:solidFill>
            </p:spPr>
            <p:txBody>
              <a:bodyPr wrap="square">
                <a:spAutoFit/>
              </a:bodyPr>
              <a:lstStyle/>
              <a:p>
                <a:pPr algn="ctr">
                  <a:lnSpc>
                    <a:spcPct val="125000"/>
                  </a:lnSpc>
                </a:pPr>
                <a:r>
                  <a:rPr lang="zh-CN" altLang="en-US" sz="1600" dirty="0">
                    <a:latin typeface="Cambria Math" panose="02040503050406030204" pitchFamily="18" charset="0"/>
                    <a:ea typeface="微软雅黑" panose="020B0503020204020204" pitchFamily="34" charset="-122"/>
                    <a:cs typeface="Cambria Math" panose="02040503050406030204" pitchFamily="18" charset="0"/>
                  </a:rPr>
                  <a:t>服务人员数量</a:t>
                </a:r>
                <a14:m>
                  <m:oMath xmlns:m="http://schemas.openxmlformats.org/officeDocument/2006/math">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𝑆</m:t>
                    </m:r>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=2</m:t>
                    </m:r>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m:t>
                    </m:r>
                    <m:r>
                      <a:rPr lang="en-US" altLang="zh-CN" sz="1600" b="0" i="1" dirty="0" smtClean="0">
                        <a:latin typeface="Cambria Math" panose="02040503050406030204" pitchFamily="18" charset="0"/>
                        <a:ea typeface="微软雅黑" panose="020B0503020204020204" pitchFamily="34" charset="-122"/>
                        <a:cs typeface="Cambria Math" panose="02040503050406030204" pitchFamily="18" charset="0"/>
                      </a:rPr>
                      <m:t>3</m:t>
                    </m:r>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m:t>
                    </m:r>
                    <m:r>
                      <a:rPr lang="en-US" altLang="zh-CN" sz="1600" b="0" i="1" dirty="0" smtClean="0">
                        <a:latin typeface="Cambria Math" panose="02040503050406030204" pitchFamily="18" charset="0"/>
                        <a:ea typeface="微软雅黑" panose="020B0503020204020204" pitchFamily="34" charset="-122"/>
                        <a:cs typeface="Cambria Math" panose="02040503050406030204" pitchFamily="18" charset="0"/>
                      </a:rPr>
                      <m:t>4</m:t>
                    </m:r>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m:t>
                    </m:r>
                  </m:oMath>
                </a14:m>
                <a:endParaRPr lang="zh-CN" altLang="en-US" sz="2000" b="1" dirty="0">
                  <a:latin typeface="Calibri" panose="020F0502020204030204" pitchFamily="34" charset="0"/>
                  <a:cs typeface="Calibri" panose="020F0502020204030204" pitchFamily="34" charset="0"/>
                </a:endParaRPr>
              </a:p>
            </p:txBody>
          </p:sp>
        </mc:Choice>
        <mc:Fallback xmlns="">
          <p:sp>
            <p:nvSpPr>
              <p:cNvPr id="9" name="矩形 8"/>
              <p:cNvSpPr>
                <a:spLocks noRot="1" noChangeAspect="1" noMove="1" noResize="1" noEditPoints="1" noAdjustHandles="1" noChangeArrowheads="1" noChangeShapeType="1" noTextEdit="1"/>
              </p:cNvSpPr>
              <p:nvPr>
                <p:custDataLst>
                  <p:tags r:id="rId8"/>
                </p:custDataLst>
              </p:nvPr>
            </p:nvSpPr>
            <p:spPr>
              <a:xfrm>
                <a:off x="532765" y="1673225"/>
                <a:ext cx="2844165" cy="376129"/>
              </a:xfrm>
              <a:prstGeom prst="rect">
                <a:avLst/>
              </a:prstGeom>
              <a:blipFill>
                <a:blip r:embed="rId9"/>
                <a:stretch>
                  <a:fillRect b="-193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custDataLst>
                  <p:tags r:id="rId4"/>
                </p:custDataLst>
              </p:nvPr>
            </p:nvSpPr>
            <p:spPr>
              <a:xfrm>
                <a:off x="3351530" y="1676400"/>
                <a:ext cx="3101975" cy="398780"/>
              </a:xfrm>
              <a:prstGeom prst="rect">
                <a:avLst/>
              </a:prstGeom>
              <a:solidFill>
                <a:schemeClr val="accent4">
                  <a:lumMod val="40000"/>
                  <a:lumOff val="60000"/>
                </a:schemeClr>
              </a:solidFill>
            </p:spPr>
            <p:txBody>
              <a:bodyPr wrap="square">
                <a:noAutofit/>
              </a:bodyPr>
              <a:lstStyle/>
              <a:p>
                <a:pPr algn="ctr">
                  <a:lnSpc>
                    <a:spcPct val="125000"/>
                  </a:lnSpc>
                </a:pPr>
                <a:r>
                  <a:rPr lang="zh-CN" altLang="en-US" sz="1600" dirty="0">
                    <a:latin typeface="Cambria Math" panose="02040503050406030204" pitchFamily="18" charset="0"/>
                    <a:ea typeface="微软雅黑" panose="020B0503020204020204" pitchFamily="34" charset="-122"/>
                    <a:cs typeface="Cambria Math" panose="02040503050406030204" pitchFamily="18" charset="0"/>
                  </a:rPr>
                  <a:t>里程碑事件数量</a:t>
                </a:r>
                <a14:m>
                  <m:oMath xmlns:m="http://schemas.openxmlformats.org/officeDocument/2006/math">
                    <m:sSub>
                      <m:sSubPr>
                        <m:ctrlPr>
                          <a:rPr lang="zh-CN" altLang="en-US" sz="16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𝐾</m:t>
                        </m:r>
                      </m:e>
                      <m:sub>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𝛼</m:t>
                        </m:r>
                      </m:sub>
                    </m:sSub>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=3</m:t>
                    </m:r>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m:t>
                    </m:r>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4</m:t>
                    </m:r>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m:t>
                    </m:r>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5</m:t>
                    </m:r>
                    <m:r>
                      <a:rPr lang="en-US" altLang="zh-CN" sz="1600" i="1" dirty="0">
                        <a:latin typeface="Cambria Math" panose="02040503050406030204" pitchFamily="18" charset="0"/>
                        <a:ea typeface="微软雅黑" panose="020B0503020204020204" pitchFamily="34" charset="-122"/>
                        <a:cs typeface="Cambria Math" panose="02040503050406030204" pitchFamily="18" charset="0"/>
                      </a:rPr>
                      <m:t>；</m:t>
                    </m:r>
                  </m:oMath>
                </a14:m>
                <a:endParaRPr lang="zh-CN" altLang="en-US" sz="2000" b="1" dirty="0">
                  <a:latin typeface="Calibri" panose="020F0502020204030204" pitchFamily="34" charset="0"/>
                  <a:cs typeface="Calibri" panose="020F0502020204030204" pitchFamily="34" charset="0"/>
                </a:endParaRPr>
              </a:p>
            </p:txBody>
          </p:sp>
        </mc:Choice>
        <mc:Fallback xmlns="">
          <p:sp>
            <p:nvSpPr>
              <p:cNvPr id="10" name="矩形 9"/>
              <p:cNvSpPr>
                <a:spLocks noRot="1" noChangeAspect="1" noMove="1" noResize="1" noEditPoints="1" noAdjustHandles="1" noChangeArrowheads="1" noChangeShapeType="1" noTextEdit="1"/>
              </p:cNvSpPr>
              <p:nvPr>
                <p:custDataLst>
                  <p:tags r:id="rId15"/>
                </p:custDataLst>
              </p:nvPr>
            </p:nvSpPr>
            <p:spPr>
              <a:xfrm>
                <a:off x="3351530" y="1676400"/>
                <a:ext cx="3101975" cy="398780"/>
              </a:xfrm>
              <a:prstGeom prst="rect">
                <a:avLst/>
              </a:prstGeom>
              <a:blipFill rotWithShape="1">
                <a:blip r:embed="rId16"/>
                <a:stretch>
                  <a:fillRect/>
                </a:stretch>
              </a:blipFill>
            </p:spPr>
            <p:txBody>
              <a:bodyPr/>
              <a:lstStyle/>
              <a:p>
                <a:r>
                  <a:rPr lang="zh-CN" altLang="en-US">
                    <a:noFill/>
                  </a:rPr>
                  <a:t> </a:t>
                </a:r>
              </a:p>
            </p:txBody>
          </p:sp>
        </mc:Fallback>
      </mc:AlternateContent>
      <p:sp>
        <p:nvSpPr>
          <p:cNvPr id="11" name="乘号 10"/>
          <p:cNvSpPr/>
          <p:nvPr>
            <p:custDataLst>
              <p:tags r:id="rId5"/>
            </p:custDataLst>
          </p:nvPr>
        </p:nvSpPr>
        <p:spPr>
          <a:xfrm>
            <a:off x="3087370" y="1725930"/>
            <a:ext cx="386080" cy="322580"/>
          </a:xfrm>
          <a:prstGeom prst="mathMultiply">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graphicFrame>
        <p:nvGraphicFramePr>
          <p:cNvPr id="17" name="图表 16">
            <a:extLst>
              <a:ext uri="{FF2B5EF4-FFF2-40B4-BE49-F238E27FC236}">
                <a16:creationId xmlns:a16="http://schemas.microsoft.com/office/drawing/2014/main" id="{00000000-0008-0000-0000-000008000000}"/>
              </a:ext>
            </a:extLst>
          </p:cNvPr>
          <p:cNvGraphicFramePr/>
          <p:nvPr>
            <p:extLst>
              <p:ext uri="{D42A27DB-BD31-4B8C-83A1-F6EECF244321}">
                <p14:modId xmlns:p14="http://schemas.microsoft.com/office/powerpoint/2010/main" val="4218655446"/>
              </p:ext>
            </p:extLst>
          </p:nvPr>
        </p:nvGraphicFramePr>
        <p:xfrm>
          <a:off x="1085215" y="1970405"/>
          <a:ext cx="4792345" cy="3783965"/>
        </p:xfrm>
        <a:graphic>
          <a:graphicData uri="http://schemas.openxmlformats.org/drawingml/2006/chart">
            <c:chart xmlns:c="http://schemas.openxmlformats.org/drawingml/2006/chart" xmlns:r="http://schemas.openxmlformats.org/officeDocument/2006/relationships" r:id="rId17"/>
          </a:graphicData>
        </a:graphic>
      </p:graphicFrame>
      <p:graphicFrame>
        <p:nvGraphicFramePr>
          <p:cNvPr id="18" name="图表 17">
            <a:extLst>
              <a:ext uri="{FF2B5EF4-FFF2-40B4-BE49-F238E27FC236}">
                <a16:creationId xmlns:a16="http://schemas.microsoft.com/office/drawing/2014/main" id="{00000000-0008-0000-0000-000009000000}"/>
              </a:ext>
            </a:extLst>
          </p:cNvPr>
          <p:cNvGraphicFramePr/>
          <p:nvPr>
            <p:extLst>
              <p:ext uri="{D42A27DB-BD31-4B8C-83A1-F6EECF244321}">
                <p14:modId xmlns:p14="http://schemas.microsoft.com/office/powerpoint/2010/main" val="912837701"/>
              </p:ext>
            </p:extLst>
          </p:nvPr>
        </p:nvGraphicFramePr>
        <p:xfrm>
          <a:off x="6379674" y="706120"/>
          <a:ext cx="4782185" cy="3562350"/>
        </p:xfrm>
        <a:graphic>
          <a:graphicData uri="http://schemas.openxmlformats.org/drawingml/2006/chart">
            <c:chart xmlns:c="http://schemas.openxmlformats.org/drawingml/2006/chart" xmlns:r="http://schemas.openxmlformats.org/officeDocument/2006/relationships" r:id="rId18"/>
          </a:graphicData>
        </a:graphic>
      </p:graphicFrame>
      <p:graphicFrame>
        <p:nvGraphicFramePr>
          <p:cNvPr id="22" name="图表 21">
            <a:extLst>
              <a:ext uri="{FF2B5EF4-FFF2-40B4-BE49-F238E27FC236}">
                <a16:creationId xmlns:a16="http://schemas.microsoft.com/office/drawing/2014/main" id="{00000000-0008-0000-0000-00000A000000}"/>
              </a:ext>
            </a:extLst>
          </p:cNvPr>
          <p:cNvGraphicFramePr/>
          <p:nvPr>
            <p:extLst>
              <p:ext uri="{D42A27DB-BD31-4B8C-83A1-F6EECF244321}">
                <p14:modId xmlns:p14="http://schemas.microsoft.com/office/powerpoint/2010/main" val="710380496"/>
              </p:ext>
            </p:extLst>
          </p:nvPr>
        </p:nvGraphicFramePr>
        <p:xfrm>
          <a:off x="6491605" y="3899904"/>
          <a:ext cx="4802505" cy="2888246"/>
        </p:xfrm>
        <a:graphic>
          <a:graphicData uri="http://schemas.openxmlformats.org/drawingml/2006/chart">
            <c:chart xmlns:c="http://schemas.openxmlformats.org/drawingml/2006/chart" xmlns:r="http://schemas.openxmlformats.org/officeDocument/2006/relationships" r:id="rId19"/>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14350" indent="-514350">
              <a:buFont typeface="+mj-lt"/>
              <a:buAutoNum type="arabicPeriod" startAt="4"/>
            </a:pPr>
            <a:r>
              <a:rPr lang="zh-CN" altLang="en-US" dirty="0"/>
              <a:t>研究总结与展望</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14</a:t>
            </a:fld>
            <a:endParaRPr lang="zh-CN" altLang="en-US" dirty="0"/>
          </a:p>
        </p:txBody>
      </p:sp>
      <p:sp>
        <p:nvSpPr>
          <p:cNvPr id="4" name="文本占位符 3"/>
          <p:cNvSpPr>
            <a:spLocks noGrp="1"/>
          </p:cNvSpPr>
          <p:nvPr>
            <p:ph type="body" sz="quarter" idx="13"/>
          </p:nvPr>
        </p:nvSpPr>
        <p:spPr/>
        <p:txBody>
          <a:bodyPr/>
          <a:lstStyle/>
          <a:p>
            <a:r>
              <a:rPr lang="zh-CN" altLang="en-US" b="1" dirty="0">
                <a:solidFill>
                  <a:srgbClr val="0E647C"/>
                </a:solidFill>
              </a:rPr>
              <a:t>总结</a:t>
            </a:r>
          </a:p>
        </p:txBody>
      </p:sp>
      <p:sp>
        <p:nvSpPr>
          <p:cNvPr id="5" name="文本占位符 4"/>
          <p:cNvSpPr>
            <a:spLocks noGrp="1"/>
          </p:cNvSpPr>
          <p:nvPr>
            <p:ph type="body" sz="quarter" idx="14"/>
          </p:nvPr>
        </p:nvSpPr>
        <p:spPr/>
        <p:txBody>
          <a:bodyPr/>
          <a:lstStyle/>
          <a:p>
            <a:r>
              <a:rPr lang="zh-CN" altLang="en-US" dirty="0"/>
              <a:t>创新点</a:t>
            </a:r>
          </a:p>
        </p:txBody>
      </p:sp>
      <p:sp>
        <p:nvSpPr>
          <p:cNvPr id="6" name="文本占位符 5"/>
          <p:cNvSpPr>
            <a:spLocks noGrp="1"/>
          </p:cNvSpPr>
          <p:nvPr>
            <p:ph type="body" sz="quarter" idx="15"/>
          </p:nvPr>
        </p:nvSpPr>
        <p:spPr/>
        <p:txBody>
          <a:bodyPr/>
          <a:lstStyle/>
          <a:p>
            <a:r>
              <a:rPr lang="zh-CN" altLang="en-US" dirty="0"/>
              <a:t>展望</a:t>
            </a:r>
          </a:p>
        </p:txBody>
      </p:sp>
      <p:sp>
        <p:nvSpPr>
          <p:cNvPr id="7" name="矩形 14"/>
          <p:cNvSpPr/>
          <p:nvPr/>
        </p:nvSpPr>
        <p:spPr>
          <a:xfrm>
            <a:off x="1197460" y="1612623"/>
            <a:ext cx="9797080" cy="3816627"/>
          </a:xfrm>
          <a:custGeom>
            <a:avLst/>
            <a:gdLst>
              <a:gd name="connsiteX0" fmla="*/ 0 w 9359758"/>
              <a:gd name="connsiteY0" fmla="*/ 0 h 3747053"/>
              <a:gd name="connsiteX1" fmla="*/ 9359758 w 9359758"/>
              <a:gd name="connsiteY1" fmla="*/ 0 h 3747053"/>
              <a:gd name="connsiteX2" fmla="*/ 9359758 w 9359758"/>
              <a:gd name="connsiteY2" fmla="*/ 3747053 h 3747053"/>
              <a:gd name="connsiteX3" fmla="*/ 0 w 9359758"/>
              <a:gd name="connsiteY3" fmla="*/ 3747053 h 3747053"/>
              <a:gd name="connsiteX4" fmla="*/ 0 w 9359758"/>
              <a:gd name="connsiteY4" fmla="*/ 0 h 3747053"/>
              <a:gd name="connsiteX0-1" fmla="*/ 0 w 9588358"/>
              <a:gd name="connsiteY0-2" fmla="*/ 0 h 3806688"/>
              <a:gd name="connsiteX1-3" fmla="*/ 9588358 w 9588358"/>
              <a:gd name="connsiteY1-4" fmla="*/ 59635 h 3806688"/>
              <a:gd name="connsiteX2-5" fmla="*/ 9588358 w 9588358"/>
              <a:gd name="connsiteY2-6" fmla="*/ 3806688 h 3806688"/>
              <a:gd name="connsiteX3-7" fmla="*/ 228600 w 9588358"/>
              <a:gd name="connsiteY3-8" fmla="*/ 3806688 h 3806688"/>
              <a:gd name="connsiteX4-9" fmla="*/ 0 w 9588358"/>
              <a:gd name="connsiteY4-10" fmla="*/ 0 h 3806688"/>
              <a:gd name="connsiteX0-11" fmla="*/ 0 w 9797080"/>
              <a:gd name="connsiteY0-12" fmla="*/ 0 h 3806688"/>
              <a:gd name="connsiteX1-13" fmla="*/ 9797080 w 9797080"/>
              <a:gd name="connsiteY1-14" fmla="*/ 39756 h 3806688"/>
              <a:gd name="connsiteX2-15" fmla="*/ 9588358 w 9797080"/>
              <a:gd name="connsiteY2-16" fmla="*/ 3806688 h 3806688"/>
              <a:gd name="connsiteX3-17" fmla="*/ 228600 w 9797080"/>
              <a:gd name="connsiteY3-18" fmla="*/ 3806688 h 3806688"/>
              <a:gd name="connsiteX4-19" fmla="*/ 0 w 9797080"/>
              <a:gd name="connsiteY4-20" fmla="*/ 0 h 3806688"/>
              <a:gd name="connsiteX0-21" fmla="*/ 0 w 9797080"/>
              <a:gd name="connsiteY0-22" fmla="*/ 0 h 3806688"/>
              <a:gd name="connsiteX1-23" fmla="*/ 9797080 w 9797080"/>
              <a:gd name="connsiteY1-24" fmla="*/ 39756 h 3806688"/>
              <a:gd name="connsiteX2-25" fmla="*/ 9588358 w 9797080"/>
              <a:gd name="connsiteY2-26" fmla="*/ 3806688 h 3806688"/>
              <a:gd name="connsiteX3-27" fmla="*/ 347870 w 9797080"/>
              <a:gd name="connsiteY3-28" fmla="*/ 3806688 h 3806688"/>
              <a:gd name="connsiteX4-29" fmla="*/ 0 w 9797080"/>
              <a:gd name="connsiteY4-30" fmla="*/ 0 h 3806688"/>
              <a:gd name="connsiteX0-31" fmla="*/ 0 w 9797080"/>
              <a:gd name="connsiteY0-32" fmla="*/ 0 h 3816627"/>
              <a:gd name="connsiteX1-33" fmla="*/ 9797080 w 9797080"/>
              <a:gd name="connsiteY1-34" fmla="*/ 39756 h 3816627"/>
              <a:gd name="connsiteX2-35" fmla="*/ 9479028 w 9797080"/>
              <a:gd name="connsiteY2-36" fmla="*/ 3816627 h 3816627"/>
              <a:gd name="connsiteX3-37" fmla="*/ 347870 w 9797080"/>
              <a:gd name="connsiteY3-38" fmla="*/ 3806688 h 3816627"/>
              <a:gd name="connsiteX4-39" fmla="*/ 0 w 9797080"/>
              <a:gd name="connsiteY4-40" fmla="*/ 0 h 38166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97080" h="3816627">
                <a:moveTo>
                  <a:pt x="0" y="0"/>
                </a:moveTo>
                <a:lnTo>
                  <a:pt x="9797080" y="39756"/>
                </a:lnTo>
                <a:lnTo>
                  <a:pt x="9479028" y="3816627"/>
                </a:lnTo>
                <a:lnTo>
                  <a:pt x="347870" y="3806688"/>
                </a:lnTo>
                <a:lnTo>
                  <a:pt x="0" y="0"/>
                </a:lnTo>
                <a:close/>
              </a:path>
            </a:pathLst>
          </a:custGeom>
          <a:solidFill>
            <a:srgbClr val="2DB2A4">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952172" y="1671138"/>
            <a:ext cx="8287656" cy="3747052"/>
          </a:xfrm>
          <a:prstGeom prst="rect">
            <a:avLst/>
          </a:prstGeom>
          <a:noFill/>
        </p:spPr>
        <p:txBody>
          <a:bodyPr wrap="square" lIns="0" tIns="0" rIns="0" bIns="0" rtlCol="0" anchor="ctr">
            <a:normAutofit/>
          </a:bodyPr>
          <a:lstStyle/>
          <a:p>
            <a:pPr marL="342900" indent="-342900" algn="just" latinLnBrk="0">
              <a:lnSpc>
                <a:spcPct val="200000"/>
              </a:lnSpc>
              <a:buFont typeface="+mj-ea"/>
              <a:buAutoNum type="circleNumDbPlain"/>
            </a:pP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以</a:t>
            </a:r>
            <a:r>
              <a:rPr lang="zh-CN" altLang="en-US" b="1" dirty="0">
                <a:solidFill>
                  <a:srgbClr val="2DB2A4"/>
                </a:solidFill>
                <a:latin typeface="微软雅黑" panose="020B0503020204020204" pitchFamily="34" charset="-122"/>
                <a:ea typeface="微软雅黑" panose="020B0503020204020204" pitchFamily="34" charset="-122"/>
              </a:rPr>
              <a:t>最小化里程碑事件的加权总延迟时间</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为核心目标，对考虑里程碑节点与资源转移的多技能可中断资源受限项目调度问题构建了数学模型。</a:t>
            </a:r>
            <a:endParaRPr lang="en-US" altLang="zh-CN" dirty="0">
              <a:solidFill>
                <a:prstClr val="black">
                  <a:lumMod val="75000"/>
                  <a:lumOff val="25000"/>
                </a:prstClr>
              </a:solidFill>
              <a:latin typeface="微软雅黑" panose="020B0503020204020204" pitchFamily="34" charset="-122"/>
              <a:ea typeface="微软雅黑" panose="020B0503020204020204" pitchFamily="34" charset="-122"/>
            </a:endParaRPr>
          </a:p>
          <a:p>
            <a:pPr marL="342900" indent="-342900" algn="just" latinLnBrk="0">
              <a:lnSpc>
                <a:spcPct val="200000"/>
              </a:lnSpc>
              <a:spcBef>
                <a:spcPts val="600"/>
              </a:spcBef>
              <a:buFont typeface="+mj-ea"/>
              <a:buAutoNum type="circleNumDbPlain"/>
            </a:pP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设计了一种改进的</a:t>
            </a:r>
            <a:r>
              <a:rPr lang="zh-CN" altLang="en-US" b="1" dirty="0">
                <a:solidFill>
                  <a:srgbClr val="2DB2A4"/>
                </a:solidFill>
                <a:latin typeface="微软雅黑" panose="020B0503020204020204" pitchFamily="34" charset="-122"/>
                <a:ea typeface="微软雅黑" panose="020B0503020204020204" pitchFamily="34" charset="-122"/>
              </a:rPr>
              <a:t>基于任务优先规则和资源优先规则的</a:t>
            </a:r>
            <a:r>
              <a:rPr lang="en-US" altLang="zh-CN" dirty="0">
                <a:solidFill>
                  <a:prstClr val="black">
                    <a:lumMod val="75000"/>
                    <a:lumOff val="25000"/>
                  </a:prstClr>
                </a:solidFill>
                <a:latin typeface="微软雅黑" panose="020B0503020204020204" pitchFamily="34" charset="-122"/>
                <a:ea typeface="微软雅黑" panose="020B0503020204020204" pitchFamily="34" charset="-122"/>
              </a:rPr>
              <a:t>Rollout</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算法。</a:t>
            </a:r>
            <a:endParaRPr lang="en-US" altLang="zh-CN" dirty="0">
              <a:solidFill>
                <a:prstClr val="black">
                  <a:lumMod val="75000"/>
                  <a:lumOff val="25000"/>
                </a:prstClr>
              </a:solidFill>
              <a:latin typeface="微软雅黑" panose="020B0503020204020204" pitchFamily="34" charset="-122"/>
              <a:ea typeface="微软雅黑" panose="020B0503020204020204" pitchFamily="34" charset="-122"/>
            </a:endParaRPr>
          </a:p>
          <a:p>
            <a:pPr marL="342900" indent="-342900" algn="just" latinLnBrk="0">
              <a:lnSpc>
                <a:spcPct val="200000"/>
              </a:lnSpc>
              <a:spcBef>
                <a:spcPts val="600"/>
              </a:spcBef>
              <a:buFont typeface="+mj-ea"/>
              <a:buAutoNum type="circleNumDbPlain"/>
            </a:pP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对比了嵌套</a:t>
            </a:r>
            <a:r>
              <a:rPr lang="en-US" altLang="zh-CN" dirty="0">
                <a:solidFill>
                  <a:prstClr val="black">
                    <a:lumMod val="75000"/>
                    <a:lumOff val="25000"/>
                  </a:prstClr>
                </a:solidFill>
                <a:latin typeface="微软雅黑" panose="020B0503020204020204" pitchFamily="34" charset="-122"/>
                <a:ea typeface="微软雅黑" panose="020B0503020204020204" pitchFamily="34" charset="-122"/>
              </a:rPr>
              <a:t>3</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种任务优先规则的</a:t>
            </a:r>
            <a:r>
              <a:rPr lang="en-US" altLang="zh-CN" dirty="0">
                <a:solidFill>
                  <a:prstClr val="black">
                    <a:lumMod val="75000"/>
                    <a:lumOff val="25000"/>
                  </a:prstClr>
                </a:solidFill>
                <a:latin typeface="微软雅黑" panose="020B0503020204020204" pitchFamily="34" charset="-122"/>
                <a:ea typeface="微软雅黑" panose="020B0503020204020204" pitchFamily="34" charset="-122"/>
              </a:rPr>
              <a:t>Rollout</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算法和</a:t>
            </a:r>
            <a:r>
              <a:rPr lang="en-US" altLang="zh-CN" dirty="0">
                <a:solidFill>
                  <a:prstClr val="black">
                    <a:lumMod val="75000"/>
                    <a:lumOff val="25000"/>
                  </a:prstClr>
                </a:solidFill>
                <a:latin typeface="微软雅黑" panose="020B0503020204020204" pitchFamily="34" charset="-122"/>
                <a:ea typeface="微软雅黑" panose="020B0503020204020204" pitchFamily="34" charset="-122"/>
              </a:rPr>
              <a:t>BHA</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算法的有效性和改变案例规模和配置的影响。</a:t>
            </a:r>
            <a:endParaRPr lang="en-US" altLang="zh-CN"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9" name="矩形 8"/>
          <p:cNvSpPr/>
          <p:nvPr/>
        </p:nvSpPr>
        <p:spPr>
          <a:xfrm>
            <a:off x="1568521" y="1428750"/>
            <a:ext cx="877163" cy="923330"/>
          </a:xfrm>
          <a:prstGeom prst="rect">
            <a:avLst/>
          </a:prstGeom>
          <a:noFill/>
        </p:spPr>
        <p:txBody>
          <a:bodyPr wrap="none" lIns="91440" tIns="45720" rIns="91440" bIns="45720">
            <a:spAutoFit/>
          </a:bodyPr>
          <a:lstStyle/>
          <a:p>
            <a:pPr algn="ctr"/>
            <a:r>
              <a:rPr lang="zh-CN" altLang="en-US" sz="5400" b="1" cap="none" spc="0" dirty="0">
                <a:ln w="10160">
                  <a:noFill/>
                  <a:prstDash val="solid"/>
                </a:ln>
                <a:solidFill>
                  <a:schemeClr val="tx2"/>
                </a:solidFill>
                <a:effectLst>
                  <a:outerShdw blurRad="38100" dist="22860" dir="5400000" algn="tl" rotWithShape="0">
                    <a:srgbClr val="000000">
                      <a:alpha val="30000"/>
                    </a:srgbClr>
                  </a:outerShdw>
                </a:effectLst>
              </a:rPr>
              <a:t>“</a:t>
            </a:r>
          </a:p>
        </p:txBody>
      </p:sp>
      <p:sp>
        <p:nvSpPr>
          <p:cNvPr id="10" name="矩形 14"/>
          <p:cNvSpPr/>
          <p:nvPr/>
        </p:nvSpPr>
        <p:spPr>
          <a:xfrm>
            <a:off x="1051687" y="1663146"/>
            <a:ext cx="10154889" cy="4055166"/>
          </a:xfrm>
          <a:custGeom>
            <a:avLst/>
            <a:gdLst>
              <a:gd name="connsiteX0" fmla="*/ 0 w 9359758"/>
              <a:gd name="connsiteY0" fmla="*/ 0 h 3747053"/>
              <a:gd name="connsiteX1" fmla="*/ 9359758 w 9359758"/>
              <a:gd name="connsiteY1" fmla="*/ 0 h 3747053"/>
              <a:gd name="connsiteX2" fmla="*/ 9359758 w 9359758"/>
              <a:gd name="connsiteY2" fmla="*/ 3747053 h 3747053"/>
              <a:gd name="connsiteX3" fmla="*/ 0 w 9359758"/>
              <a:gd name="connsiteY3" fmla="*/ 3747053 h 3747053"/>
              <a:gd name="connsiteX4" fmla="*/ 0 w 9359758"/>
              <a:gd name="connsiteY4" fmla="*/ 0 h 3747053"/>
              <a:gd name="connsiteX0-1" fmla="*/ 0 w 9588358"/>
              <a:gd name="connsiteY0-2" fmla="*/ 0 h 3806688"/>
              <a:gd name="connsiteX1-3" fmla="*/ 9588358 w 9588358"/>
              <a:gd name="connsiteY1-4" fmla="*/ 59635 h 3806688"/>
              <a:gd name="connsiteX2-5" fmla="*/ 9588358 w 9588358"/>
              <a:gd name="connsiteY2-6" fmla="*/ 3806688 h 3806688"/>
              <a:gd name="connsiteX3-7" fmla="*/ 228600 w 9588358"/>
              <a:gd name="connsiteY3-8" fmla="*/ 3806688 h 3806688"/>
              <a:gd name="connsiteX4-9" fmla="*/ 0 w 9588358"/>
              <a:gd name="connsiteY4-10" fmla="*/ 0 h 3806688"/>
              <a:gd name="connsiteX0-11" fmla="*/ 0 w 9797080"/>
              <a:gd name="connsiteY0-12" fmla="*/ 0 h 3806688"/>
              <a:gd name="connsiteX1-13" fmla="*/ 9797080 w 9797080"/>
              <a:gd name="connsiteY1-14" fmla="*/ 39756 h 3806688"/>
              <a:gd name="connsiteX2-15" fmla="*/ 9588358 w 9797080"/>
              <a:gd name="connsiteY2-16" fmla="*/ 3806688 h 3806688"/>
              <a:gd name="connsiteX3-17" fmla="*/ 228600 w 9797080"/>
              <a:gd name="connsiteY3-18" fmla="*/ 3806688 h 3806688"/>
              <a:gd name="connsiteX4-19" fmla="*/ 0 w 9797080"/>
              <a:gd name="connsiteY4-20" fmla="*/ 0 h 3806688"/>
              <a:gd name="connsiteX0-21" fmla="*/ 0 w 9797080"/>
              <a:gd name="connsiteY0-22" fmla="*/ 0 h 3806688"/>
              <a:gd name="connsiteX1-23" fmla="*/ 9797080 w 9797080"/>
              <a:gd name="connsiteY1-24" fmla="*/ 39756 h 3806688"/>
              <a:gd name="connsiteX2-25" fmla="*/ 9588358 w 9797080"/>
              <a:gd name="connsiteY2-26" fmla="*/ 3806688 h 3806688"/>
              <a:gd name="connsiteX3-27" fmla="*/ 347870 w 9797080"/>
              <a:gd name="connsiteY3-28" fmla="*/ 3806688 h 3806688"/>
              <a:gd name="connsiteX4-29" fmla="*/ 0 w 9797080"/>
              <a:gd name="connsiteY4-30" fmla="*/ 0 h 3806688"/>
              <a:gd name="connsiteX0-31" fmla="*/ 0 w 9797080"/>
              <a:gd name="connsiteY0-32" fmla="*/ 0 h 3816627"/>
              <a:gd name="connsiteX1-33" fmla="*/ 9797080 w 9797080"/>
              <a:gd name="connsiteY1-34" fmla="*/ 39756 h 3816627"/>
              <a:gd name="connsiteX2-35" fmla="*/ 9479028 w 9797080"/>
              <a:gd name="connsiteY2-36" fmla="*/ 3816627 h 3816627"/>
              <a:gd name="connsiteX3-37" fmla="*/ 347870 w 9797080"/>
              <a:gd name="connsiteY3-38" fmla="*/ 3806688 h 3816627"/>
              <a:gd name="connsiteX4-39" fmla="*/ 0 w 9797080"/>
              <a:gd name="connsiteY4-40" fmla="*/ 0 h 3816627"/>
              <a:gd name="connsiteX0-41" fmla="*/ 0 w 9797080"/>
              <a:gd name="connsiteY0-42" fmla="*/ 0 h 3816627"/>
              <a:gd name="connsiteX1-43" fmla="*/ 9797080 w 9797080"/>
              <a:gd name="connsiteY1-44" fmla="*/ 39756 h 3816627"/>
              <a:gd name="connsiteX2-45" fmla="*/ 9479028 w 9797080"/>
              <a:gd name="connsiteY2-46" fmla="*/ 3816627 h 3816627"/>
              <a:gd name="connsiteX3-47" fmla="*/ 616227 w 9797080"/>
              <a:gd name="connsiteY3-48" fmla="*/ 3806688 h 3816627"/>
              <a:gd name="connsiteX4-49" fmla="*/ 0 w 9797080"/>
              <a:gd name="connsiteY4-50" fmla="*/ 0 h 3816627"/>
              <a:gd name="connsiteX0-51" fmla="*/ 0 w 10154889"/>
              <a:gd name="connsiteY0-52" fmla="*/ 0 h 3816627"/>
              <a:gd name="connsiteX1-53" fmla="*/ 10154889 w 10154889"/>
              <a:gd name="connsiteY1-54" fmla="*/ 377687 h 3816627"/>
              <a:gd name="connsiteX2-55" fmla="*/ 9479028 w 10154889"/>
              <a:gd name="connsiteY2-56" fmla="*/ 3816627 h 3816627"/>
              <a:gd name="connsiteX3-57" fmla="*/ 616227 w 10154889"/>
              <a:gd name="connsiteY3-58" fmla="*/ 3806688 h 3816627"/>
              <a:gd name="connsiteX4-59" fmla="*/ 0 w 10154889"/>
              <a:gd name="connsiteY4-60" fmla="*/ 0 h 3816627"/>
              <a:gd name="connsiteX0-61" fmla="*/ 0 w 10154889"/>
              <a:gd name="connsiteY0-62" fmla="*/ 0 h 4055166"/>
              <a:gd name="connsiteX1-63" fmla="*/ 10154889 w 10154889"/>
              <a:gd name="connsiteY1-64" fmla="*/ 377687 h 4055166"/>
              <a:gd name="connsiteX2-65" fmla="*/ 9359758 w 10154889"/>
              <a:gd name="connsiteY2-66" fmla="*/ 4055166 h 4055166"/>
              <a:gd name="connsiteX3-67" fmla="*/ 616227 w 10154889"/>
              <a:gd name="connsiteY3-68" fmla="*/ 3806688 h 4055166"/>
              <a:gd name="connsiteX4-69" fmla="*/ 0 w 10154889"/>
              <a:gd name="connsiteY4-70" fmla="*/ 0 h 405516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154889" h="4055166">
                <a:moveTo>
                  <a:pt x="0" y="0"/>
                </a:moveTo>
                <a:lnTo>
                  <a:pt x="10154889" y="377687"/>
                </a:lnTo>
                <a:lnTo>
                  <a:pt x="9359758" y="4055166"/>
                </a:lnTo>
                <a:lnTo>
                  <a:pt x="616227" y="3806688"/>
                </a:lnTo>
                <a:lnTo>
                  <a:pt x="0" y="0"/>
                </a:lnTo>
                <a:close/>
              </a:path>
            </a:pathLst>
          </a:custGeom>
          <a:noFill/>
          <a:ln w="38100">
            <a:solidFill>
              <a:srgbClr val="3A963A">
                <a:alpha val="1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14350" indent="-514350">
              <a:buFont typeface="+mj-lt"/>
              <a:buAutoNum type="arabicPeriod" startAt="4"/>
            </a:pPr>
            <a:r>
              <a:rPr lang="zh-CN" altLang="en-US" dirty="0"/>
              <a:t>研究总结与展望</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15</a:t>
            </a:fld>
            <a:endParaRPr lang="zh-CN" altLang="en-US" dirty="0"/>
          </a:p>
        </p:txBody>
      </p:sp>
      <p:sp>
        <p:nvSpPr>
          <p:cNvPr id="4" name="文本占位符 3"/>
          <p:cNvSpPr>
            <a:spLocks noGrp="1"/>
          </p:cNvSpPr>
          <p:nvPr>
            <p:ph type="body" sz="quarter" idx="13"/>
          </p:nvPr>
        </p:nvSpPr>
        <p:spPr/>
        <p:txBody>
          <a:bodyPr/>
          <a:lstStyle/>
          <a:p>
            <a:r>
              <a:rPr lang="zh-CN" altLang="en-US" dirty="0"/>
              <a:t>总结</a:t>
            </a:r>
          </a:p>
        </p:txBody>
      </p:sp>
      <p:sp>
        <p:nvSpPr>
          <p:cNvPr id="5" name="文本占位符 4"/>
          <p:cNvSpPr>
            <a:spLocks noGrp="1"/>
          </p:cNvSpPr>
          <p:nvPr>
            <p:ph type="body" sz="quarter" idx="14"/>
          </p:nvPr>
        </p:nvSpPr>
        <p:spPr/>
        <p:txBody>
          <a:bodyPr/>
          <a:lstStyle/>
          <a:p>
            <a:pPr algn="ctr">
              <a:buClrTx/>
              <a:buSzTx/>
            </a:pPr>
            <a:r>
              <a:rPr lang="zh-CN" altLang="en-US" b="1" dirty="0">
                <a:solidFill>
                  <a:srgbClr val="0E647C"/>
                </a:solidFill>
              </a:rPr>
              <a:t>创新点</a:t>
            </a:r>
          </a:p>
        </p:txBody>
      </p:sp>
      <p:sp>
        <p:nvSpPr>
          <p:cNvPr id="6" name="文本占位符 5"/>
          <p:cNvSpPr>
            <a:spLocks noGrp="1"/>
          </p:cNvSpPr>
          <p:nvPr>
            <p:ph type="body" sz="quarter" idx="15"/>
          </p:nvPr>
        </p:nvSpPr>
        <p:spPr/>
        <p:txBody>
          <a:bodyPr/>
          <a:lstStyle/>
          <a:p>
            <a:pPr algn="ctr">
              <a:buClrTx/>
              <a:buSzTx/>
            </a:pPr>
            <a:r>
              <a:rPr lang="zh-CN" altLang="en-US" dirty="0"/>
              <a:t>展望</a:t>
            </a:r>
          </a:p>
        </p:txBody>
      </p:sp>
      <p:sp>
        <p:nvSpPr>
          <p:cNvPr id="7" name="矩形 6"/>
          <p:cNvSpPr/>
          <p:nvPr/>
        </p:nvSpPr>
        <p:spPr>
          <a:xfrm>
            <a:off x="2025953" y="1638666"/>
            <a:ext cx="7954516" cy="3332772"/>
          </a:xfrm>
          <a:prstGeom prst="rect">
            <a:avLst/>
          </a:prstGeom>
        </p:spPr>
        <p:txBody>
          <a:bodyPr wrap="square">
            <a:spAutoFit/>
          </a:bodyPr>
          <a:lstStyle/>
          <a:p>
            <a:pPr marL="342900" indent="-342900" algn="just" latinLnBrk="0">
              <a:lnSpc>
                <a:spcPct val="200000"/>
              </a:lnSpc>
              <a:buFont typeface="+mj-ea"/>
              <a:buAutoNum type="circleNumDbPlain"/>
            </a:pP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在研究经典的</a:t>
            </a:r>
            <a:r>
              <a:rPr lang="zh-CN" altLang="en-US" dirty="0">
                <a:solidFill>
                  <a:srgbClr val="2DB2A4"/>
                </a:solidFill>
                <a:latin typeface="微软雅黑" panose="020B0503020204020204" pitchFamily="34" charset="-122"/>
                <a:ea typeface="微软雅黑" panose="020B0503020204020204" pitchFamily="34" charset="-122"/>
              </a:rPr>
              <a:t>多技能资源受限项目调度问题</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的基础上，引入了</a:t>
            </a:r>
            <a:r>
              <a:rPr lang="zh-CN" altLang="en-US" dirty="0">
                <a:solidFill>
                  <a:srgbClr val="2DB2A4"/>
                </a:solidFill>
                <a:latin typeface="微软雅黑" panose="020B0503020204020204" pitchFamily="34" charset="-122"/>
                <a:ea typeface="微软雅黑" panose="020B0503020204020204" pitchFamily="34" charset="-122"/>
              </a:rPr>
              <a:t>里程碑节点</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dirty="0">
                <a:solidFill>
                  <a:srgbClr val="2DB2A4"/>
                </a:solidFill>
                <a:latin typeface="微软雅黑" panose="020B0503020204020204" pitchFamily="34" charset="-122"/>
                <a:ea typeface="微软雅黑" panose="020B0503020204020204" pitchFamily="34" charset="-122"/>
              </a:rPr>
              <a:t>可中断</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dirty="0">
                <a:solidFill>
                  <a:srgbClr val="2DB2A4"/>
                </a:solidFill>
                <a:latin typeface="微软雅黑" panose="020B0503020204020204" pitchFamily="34" charset="-122"/>
                <a:ea typeface="微软雅黑" panose="020B0503020204020204" pitchFamily="34" charset="-122"/>
              </a:rPr>
              <a:t>资源转移</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，并针对问题特性添加约束，建立了模型。</a:t>
            </a:r>
          </a:p>
          <a:p>
            <a:pPr marL="342900" indent="-342900" algn="just" latinLnBrk="0">
              <a:lnSpc>
                <a:spcPct val="200000"/>
              </a:lnSpc>
              <a:buFont typeface="+mj-ea"/>
              <a:buAutoNum type="circleNumDbPlain"/>
            </a:pP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对</a:t>
            </a:r>
            <a:r>
              <a:rPr lang="en-US" altLang="zh-CN" dirty="0">
                <a:solidFill>
                  <a:prstClr val="black">
                    <a:lumMod val="75000"/>
                    <a:lumOff val="25000"/>
                  </a:prstClr>
                </a:solidFill>
                <a:latin typeface="微软雅黑" panose="020B0503020204020204" pitchFamily="34" charset="-122"/>
                <a:ea typeface="微软雅黑" panose="020B0503020204020204" pitchFamily="34" charset="-122"/>
              </a:rPr>
              <a:t>Rollout</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算法进行改进，增加</a:t>
            </a:r>
            <a:r>
              <a:rPr lang="zh-CN" altLang="en-US" dirty="0">
                <a:solidFill>
                  <a:srgbClr val="2DB2A4"/>
                </a:solidFill>
                <a:latin typeface="微软雅黑" panose="020B0503020204020204" pitchFamily="34" charset="-122"/>
                <a:ea typeface="微软雅黑" panose="020B0503020204020204" pitchFamily="34" charset="-122"/>
              </a:rPr>
              <a:t>资源优先规则</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的设置来为优先任务选择适宜的服务人员，使算法能够适用于此问题。还设计了一种特殊的</a:t>
            </a:r>
            <a:r>
              <a:rPr lang="zh-CN" altLang="en-US" dirty="0">
                <a:solidFill>
                  <a:srgbClr val="2DB2A4"/>
                </a:solidFill>
                <a:latin typeface="微软雅黑" panose="020B0503020204020204" pitchFamily="34" charset="-122"/>
                <a:ea typeface="微软雅黑" panose="020B0503020204020204" pitchFamily="34" charset="-122"/>
              </a:rPr>
              <a:t>任务优先规则</a:t>
            </a:r>
            <a:r>
              <a:rPr lang="zh-CN" altLang="en-US" dirty="0">
                <a:solidFill>
                  <a:prstClr val="black">
                    <a:lumMod val="75000"/>
                    <a:lumOff val="25000"/>
                  </a:prstClr>
                </a:solidFill>
                <a:latin typeface="微软雅黑" panose="020B0503020204020204" pitchFamily="34" charset="-122"/>
                <a:ea typeface="微软雅黑" panose="020B0503020204020204" pitchFamily="34" charset="-122"/>
              </a:rPr>
              <a:t>，即最大优先值规则，能使里程碑事件的前序任务优先安排来优化结果，并结合最小总时差规则来压短项目总工期。</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514350" indent="-514350">
              <a:buFont typeface="+mj-lt"/>
              <a:buAutoNum type="arabicPeriod" startAt="4"/>
            </a:pPr>
            <a:r>
              <a:rPr lang="zh-CN" altLang="en-US" dirty="0"/>
              <a:t>研究总结与展望</a:t>
            </a:r>
          </a:p>
        </p:txBody>
      </p:sp>
      <p:sp>
        <p:nvSpPr>
          <p:cNvPr id="3" name="灯片编号占位符 2"/>
          <p:cNvSpPr>
            <a:spLocks noGrp="1"/>
          </p:cNvSpPr>
          <p:nvPr>
            <p:ph type="sldNum" sz="quarter" idx="12"/>
          </p:nvPr>
        </p:nvSpPr>
        <p:spPr/>
        <p:txBody>
          <a:bodyPr/>
          <a:lstStyle/>
          <a:p>
            <a:fld id="{1AAC388E-FA9E-4A2C-95EA-1F6B3A07935A}" type="slidenum">
              <a:rPr lang="zh-CN" altLang="en-US" smtClean="0"/>
              <a:t>16</a:t>
            </a:fld>
            <a:endParaRPr lang="zh-CN" altLang="en-US" dirty="0"/>
          </a:p>
        </p:txBody>
      </p:sp>
      <p:sp>
        <p:nvSpPr>
          <p:cNvPr id="4" name="文本占位符 3"/>
          <p:cNvSpPr>
            <a:spLocks noGrp="1"/>
          </p:cNvSpPr>
          <p:nvPr>
            <p:ph type="body" sz="quarter" idx="13"/>
          </p:nvPr>
        </p:nvSpPr>
        <p:spPr/>
        <p:txBody>
          <a:bodyPr/>
          <a:lstStyle/>
          <a:p>
            <a:r>
              <a:rPr lang="zh-CN" altLang="en-US" dirty="0"/>
              <a:t>总结</a:t>
            </a:r>
          </a:p>
        </p:txBody>
      </p:sp>
      <p:sp>
        <p:nvSpPr>
          <p:cNvPr id="5" name="文本占位符 4"/>
          <p:cNvSpPr>
            <a:spLocks noGrp="1"/>
          </p:cNvSpPr>
          <p:nvPr>
            <p:ph type="body" sz="quarter" idx="14"/>
          </p:nvPr>
        </p:nvSpPr>
        <p:spPr/>
        <p:txBody>
          <a:bodyPr/>
          <a:lstStyle/>
          <a:p>
            <a:pPr algn="ctr">
              <a:buClrTx/>
              <a:buSzTx/>
            </a:pPr>
            <a:r>
              <a:rPr lang="zh-CN" altLang="en-US" dirty="0"/>
              <a:t>创新点</a:t>
            </a:r>
          </a:p>
        </p:txBody>
      </p:sp>
      <p:sp>
        <p:nvSpPr>
          <p:cNvPr id="6" name="文本占位符 5"/>
          <p:cNvSpPr>
            <a:spLocks noGrp="1"/>
          </p:cNvSpPr>
          <p:nvPr>
            <p:ph type="body" sz="quarter" idx="15"/>
          </p:nvPr>
        </p:nvSpPr>
        <p:spPr/>
        <p:txBody>
          <a:bodyPr/>
          <a:lstStyle/>
          <a:p>
            <a:pPr algn="ctr">
              <a:buClrTx/>
              <a:buSzTx/>
            </a:pPr>
            <a:r>
              <a:rPr lang="zh-CN" altLang="en-US" b="1" dirty="0">
                <a:solidFill>
                  <a:srgbClr val="0E647C"/>
                </a:solidFill>
              </a:rPr>
              <a:t>展望</a:t>
            </a:r>
          </a:p>
        </p:txBody>
      </p:sp>
      <p:grpSp>
        <p:nvGrpSpPr>
          <p:cNvPr id="54" name="组合 53"/>
          <p:cNvGrpSpPr/>
          <p:nvPr/>
        </p:nvGrpSpPr>
        <p:grpSpPr>
          <a:xfrm>
            <a:off x="2079666" y="2147566"/>
            <a:ext cx="7908061" cy="847119"/>
            <a:chOff x="2045563" y="1808132"/>
            <a:chExt cx="7908061" cy="847119"/>
          </a:xfrm>
        </p:grpSpPr>
        <p:sp>
          <p:nvSpPr>
            <p:cNvPr id="34" name="矩形 14"/>
            <p:cNvSpPr/>
            <p:nvPr/>
          </p:nvSpPr>
          <p:spPr>
            <a:xfrm>
              <a:off x="2452227" y="1808132"/>
              <a:ext cx="7501397" cy="8471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lnSpc>
                  <a:spcPct val="150000"/>
                </a:lnSpc>
              </a:pPr>
              <a:r>
                <a:rPr lang="zh-CN" altLang="en-US" sz="2000" dirty="0">
                  <a:solidFill>
                    <a:prstClr val="black">
                      <a:lumMod val="75000"/>
                      <a:lumOff val="25000"/>
                    </a:prstClr>
                  </a:solidFill>
                  <a:latin typeface="微软雅黑" panose="020B0503020204020204" pitchFamily="34" charset="-122"/>
                  <a:ea typeface="微软雅黑" panose="020B0503020204020204" pitchFamily="34" charset="-122"/>
                </a:rPr>
                <a:t>扩大计算实验案例集的规模与复杂度</a:t>
              </a:r>
            </a:p>
          </p:txBody>
        </p:sp>
        <p:sp>
          <p:nvSpPr>
            <p:cNvPr id="51" name="dartboard-and-dart_69717"/>
            <p:cNvSpPr>
              <a:spLocks noChangeAspect="1"/>
            </p:cNvSpPr>
            <p:nvPr/>
          </p:nvSpPr>
          <p:spPr bwMode="auto">
            <a:xfrm flipH="1">
              <a:off x="2045563" y="1808132"/>
              <a:ext cx="406664" cy="406060"/>
            </a:xfrm>
            <a:custGeom>
              <a:avLst/>
              <a:gdLst>
                <a:gd name="connsiteX0" fmla="*/ 230361 w 580770"/>
                <a:gd name="connsiteY0" fmla="*/ 287695 h 579907"/>
                <a:gd name="connsiteX1" fmla="*/ 243264 w 580770"/>
                <a:gd name="connsiteY1" fmla="*/ 289117 h 579907"/>
                <a:gd name="connsiteX2" fmla="*/ 242997 w 580770"/>
                <a:gd name="connsiteY2" fmla="*/ 291783 h 579907"/>
                <a:gd name="connsiteX3" fmla="*/ 210872 w 580770"/>
                <a:gd name="connsiteY3" fmla="*/ 323867 h 579907"/>
                <a:gd name="connsiteX4" fmla="*/ 210872 w 580770"/>
                <a:gd name="connsiteY4" fmla="*/ 369371 h 579907"/>
                <a:gd name="connsiteX5" fmla="*/ 233653 w 580770"/>
                <a:gd name="connsiteY5" fmla="*/ 378792 h 579907"/>
                <a:gd name="connsiteX6" fmla="*/ 256346 w 580770"/>
                <a:gd name="connsiteY6" fmla="*/ 369371 h 579907"/>
                <a:gd name="connsiteX7" fmla="*/ 288560 w 580770"/>
                <a:gd name="connsiteY7" fmla="*/ 337287 h 579907"/>
                <a:gd name="connsiteX8" fmla="*/ 291229 w 580770"/>
                <a:gd name="connsiteY8" fmla="*/ 336932 h 579907"/>
                <a:gd name="connsiteX9" fmla="*/ 292564 w 580770"/>
                <a:gd name="connsiteY9" fmla="*/ 349907 h 579907"/>
                <a:gd name="connsiteX10" fmla="*/ 230361 w 580770"/>
                <a:gd name="connsiteY10" fmla="*/ 412031 h 579907"/>
                <a:gd name="connsiteX11" fmla="*/ 168157 w 580770"/>
                <a:gd name="connsiteY11" fmla="*/ 349907 h 579907"/>
                <a:gd name="connsiteX12" fmla="*/ 230361 w 580770"/>
                <a:gd name="connsiteY12" fmla="*/ 287695 h 579907"/>
                <a:gd name="connsiteX13" fmla="*/ 230396 w 580770"/>
                <a:gd name="connsiteY13" fmla="*/ 207110 h 579907"/>
                <a:gd name="connsiteX14" fmla="*/ 295016 w 580770"/>
                <a:gd name="connsiteY14" fmla="*/ 222661 h 579907"/>
                <a:gd name="connsiteX15" fmla="*/ 264397 w 580770"/>
                <a:gd name="connsiteY15" fmla="*/ 253228 h 579907"/>
                <a:gd name="connsiteX16" fmla="*/ 230396 w 580770"/>
                <a:gd name="connsiteY16" fmla="*/ 247008 h 579907"/>
                <a:gd name="connsiteX17" fmla="*/ 127413 w 580770"/>
                <a:gd name="connsiteY17" fmla="*/ 349908 h 579907"/>
                <a:gd name="connsiteX18" fmla="*/ 230396 w 580770"/>
                <a:gd name="connsiteY18" fmla="*/ 452720 h 579907"/>
                <a:gd name="connsiteX19" fmla="*/ 333468 w 580770"/>
                <a:gd name="connsiteY19" fmla="*/ 349908 h 579907"/>
                <a:gd name="connsiteX20" fmla="*/ 327148 w 580770"/>
                <a:gd name="connsiteY20" fmla="*/ 315875 h 579907"/>
                <a:gd name="connsiteX21" fmla="*/ 357856 w 580770"/>
                <a:gd name="connsiteY21" fmla="*/ 285307 h 579907"/>
                <a:gd name="connsiteX22" fmla="*/ 373432 w 580770"/>
                <a:gd name="connsiteY22" fmla="*/ 349908 h 579907"/>
                <a:gd name="connsiteX23" fmla="*/ 230396 w 580770"/>
                <a:gd name="connsiteY23" fmla="*/ 492618 h 579907"/>
                <a:gd name="connsiteX24" fmla="*/ 87360 w 580770"/>
                <a:gd name="connsiteY24" fmla="*/ 349908 h 579907"/>
                <a:gd name="connsiteX25" fmla="*/ 230396 w 580770"/>
                <a:gd name="connsiteY25" fmla="*/ 207110 h 579907"/>
                <a:gd name="connsiteX26" fmla="*/ 230361 w 580770"/>
                <a:gd name="connsiteY26" fmla="*/ 119820 h 579907"/>
                <a:gd name="connsiteX27" fmla="*/ 358804 w 580770"/>
                <a:gd name="connsiteY27" fmla="*/ 159012 h 579907"/>
                <a:gd name="connsiteX28" fmla="*/ 329698 w 580770"/>
                <a:gd name="connsiteY28" fmla="*/ 187984 h 579907"/>
                <a:gd name="connsiteX29" fmla="*/ 230361 w 580770"/>
                <a:gd name="connsiteY29" fmla="*/ 159812 h 579907"/>
                <a:gd name="connsiteX30" fmla="*/ 39966 w 580770"/>
                <a:gd name="connsiteY30" fmla="*/ 349908 h 579907"/>
                <a:gd name="connsiteX31" fmla="*/ 230361 w 580770"/>
                <a:gd name="connsiteY31" fmla="*/ 539915 h 579907"/>
                <a:gd name="connsiteX32" fmla="*/ 420756 w 580770"/>
                <a:gd name="connsiteY32" fmla="*/ 349908 h 579907"/>
                <a:gd name="connsiteX33" fmla="*/ 392451 w 580770"/>
                <a:gd name="connsiteY33" fmla="*/ 250728 h 579907"/>
                <a:gd name="connsiteX34" fmla="*/ 421557 w 580770"/>
                <a:gd name="connsiteY34" fmla="*/ 221667 h 579907"/>
                <a:gd name="connsiteX35" fmla="*/ 460722 w 580770"/>
                <a:gd name="connsiteY35" fmla="*/ 349908 h 579907"/>
                <a:gd name="connsiteX36" fmla="*/ 230361 w 580770"/>
                <a:gd name="connsiteY36" fmla="*/ 579907 h 579907"/>
                <a:gd name="connsiteX37" fmla="*/ 0 w 580770"/>
                <a:gd name="connsiteY37" fmla="*/ 349908 h 579907"/>
                <a:gd name="connsiteX38" fmla="*/ 230361 w 580770"/>
                <a:gd name="connsiteY38" fmla="*/ 119820 h 579907"/>
                <a:gd name="connsiteX39" fmla="*/ 491248 w 580770"/>
                <a:gd name="connsiteY39" fmla="*/ 0 h 579907"/>
                <a:gd name="connsiteX40" fmla="*/ 493651 w 580770"/>
                <a:gd name="connsiteY40" fmla="*/ 356 h 579907"/>
                <a:gd name="connsiteX41" fmla="*/ 498813 w 580770"/>
                <a:gd name="connsiteY41" fmla="*/ 6489 h 579907"/>
                <a:gd name="connsiteX42" fmla="*/ 508781 w 580770"/>
                <a:gd name="connsiteY42" fmla="*/ 72707 h 579907"/>
                <a:gd name="connsiteX43" fmla="*/ 574198 w 580770"/>
                <a:gd name="connsiteY43" fmla="*/ 81773 h 579907"/>
                <a:gd name="connsiteX44" fmla="*/ 580339 w 580770"/>
                <a:gd name="connsiteY44" fmla="*/ 87018 h 579907"/>
                <a:gd name="connsiteX45" fmla="*/ 578470 w 580770"/>
                <a:gd name="connsiteY45" fmla="*/ 94750 h 579907"/>
                <a:gd name="connsiteX46" fmla="*/ 507980 w 580770"/>
                <a:gd name="connsiteY46" fmla="*/ 165235 h 579907"/>
                <a:gd name="connsiteX47" fmla="*/ 502551 w 580770"/>
                <a:gd name="connsiteY47" fmla="*/ 167458 h 579907"/>
                <a:gd name="connsiteX48" fmla="*/ 501394 w 580770"/>
                <a:gd name="connsiteY48" fmla="*/ 167458 h 579907"/>
                <a:gd name="connsiteX49" fmla="*/ 454490 w 580770"/>
                <a:gd name="connsiteY49" fmla="*/ 160525 h 579907"/>
                <a:gd name="connsiteX50" fmla="*/ 304343 w 580770"/>
                <a:gd name="connsiteY50" fmla="*/ 310561 h 579907"/>
                <a:gd name="connsiteX51" fmla="*/ 287610 w 580770"/>
                <a:gd name="connsiteY51" fmla="*/ 317316 h 579907"/>
                <a:gd name="connsiteX52" fmla="*/ 281113 w 580770"/>
                <a:gd name="connsiteY52" fmla="*/ 316516 h 579907"/>
                <a:gd name="connsiteX53" fmla="*/ 242308 w 580770"/>
                <a:gd name="connsiteY53" fmla="*/ 355270 h 579907"/>
                <a:gd name="connsiteX54" fmla="*/ 233675 w 580770"/>
                <a:gd name="connsiteY54" fmla="*/ 358825 h 579907"/>
                <a:gd name="connsiteX55" fmla="*/ 225041 w 580770"/>
                <a:gd name="connsiteY55" fmla="*/ 355270 h 579907"/>
                <a:gd name="connsiteX56" fmla="*/ 225041 w 580770"/>
                <a:gd name="connsiteY56" fmla="*/ 338026 h 579907"/>
                <a:gd name="connsiteX57" fmla="*/ 263846 w 580770"/>
                <a:gd name="connsiteY57" fmla="*/ 299273 h 579907"/>
                <a:gd name="connsiteX58" fmla="*/ 269810 w 580770"/>
                <a:gd name="connsiteY58" fmla="*/ 276074 h 579907"/>
                <a:gd name="connsiteX59" fmla="*/ 420046 w 580770"/>
                <a:gd name="connsiteY59" fmla="*/ 126127 h 579907"/>
                <a:gd name="connsiteX60" fmla="*/ 413104 w 580770"/>
                <a:gd name="connsiteY60" fmla="*/ 79196 h 579907"/>
                <a:gd name="connsiteX61" fmla="*/ 415240 w 580770"/>
                <a:gd name="connsiteY61" fmla="*/ 72707 h 579907"/>
                <a:gd name="connsiteX62" fmla="*/ 485819 w 580770"/>
                <a:gd name="connsiteY62" fmla="*/ 2222 h 579907"/>
                <a:gd name="connsiteX63" fmla="*/ 491248 w 580770"/>
                <a:gd name="connsiteY63" fmla="*/ 0 h 579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0770" h="579907">
                  <a:moveTo>
                    <a:pt x="230361" y="287695"/>
                  </a:moveTo>
                  <a:cubicBezTo>
                    <a:pt x="234810" y="287695"/>
                    <a:pt x="239082" y="288228"/>
                    <a:pt x="243264" y="289117"/>
                  </a:cubicBezTo>
                  <a:cubicBezTo>
                    <a:pt x="243175" y="290006"/>
                    <a:pt x="242997" y="290894"/>
                    <a:pt x="242997" y="291783"/>
                  </a:cubicBezTo>
                  <a:lnTo>
                    <a:pt x="210872" y="323867"/>
                  </a:lnTo>
                  <a:cubicBezTo>
                    <a:pt x="198324" y="336398"/>
                    <a:pt x="198324" y="356840"/>
                    <a:pt x="210872" y="369371"/>
                  </a:cubicBezTo>
                  <a:cubicBezTo>
                    <a:pt x="217012" y="375415"/>
                    <a:pt x="225110" y="378792"/>
                    <a:pt x="233653" y="378792"/>
                  </a:cubicBezTo>
                  <a:cubicBezTo>
                    <a:pt x="242196" y="378792"/>
                    <a:pt x="250294" y="375415"/>
                    <a:pt x="256346" y="369371"/>
                  </a:cubicBezTo>
                  <a:lnTo>
                    <a:pt x="288560" y="337287"/>
                  </a:lnTo>
                  <a:cubicBezTo>
                    <a:pt x="289450" y="337198"/>
                    <a:pt x="290340" y="337021"/>
                    <a:pt x="291229" y="336932"/>
                  </a:cubicBezTo>
                  <a:cubicBezTo>
                    <a:pt x="292119" y="341109"/>
                    <a:pt x="292564" y="345464"/>
                    <a:pt x="292564" y="349907"/>
                  </a:cubicBezTo>
                  <a:cubicBezTo>
                    <a:pt x="292564" y="384213"/>
                    <a:pt x="264711" y="412031"/>
                    <a:pt x="230361" y="412031"/>
                  </a:cubicBezTo>
                  <a:cubicBezTo>
                    <a:pt x="196010" y="412031"/>
                    <a:pt x="168157" y="384213"/>
                    <a:pt x="168157" y="349907"/>
                  </a:cubicBezTo>
                  <a:cubicBezTo>
                    <a:pt x="168157" y="315602"/>
                    <a:pt x="196010" y="287695"/>
                    <a:pt x="230361" y="287695"/>
                  </a:cubicBezTo>
                  <a:close/>
                  <a:moveTo>
                    <a:pt x="230396" y="207110"/>
                  </a:moveTo>
                  <a:cubicBezTo>
                    <a:pt x="253716" y="207110"/>
                    <a:pt x="275612" y="212797"/>
                    <a:pt x="295016" y="222661"/>
                  </a:cubicBezTo>
                  <a:lnTo>
                    <a:pt x="264397" y="253228"/>
                  </a:lnTo>
                  <a:cubicBezTo>
                    <a:pt x="253716" y="249496"/>
                    <a:pt x="242412" y="247008"/>
                    <a:pt x="230396" y="247008"/>
                  </a:cubicBezTo>
                  <a:cubicBezTo>
                    <a:pt x="173609" y="247008"/>
                    <a:pt x="127413" y="293127"/>
                    <a:pt x="127413" y="349908"/>
                  </a:cubicBezTo>
                  <a:cubicBezTo>
                    <a:pt x="127413" y="406601"/>
                    <a:pt x="173609" y="452720"/>
                    <a:pt x="230396" y="452720"/>
                  </a:cubicBezTo>
                  <a:cubicBezTo>
                    <a:pt x="287183" y="452720"/>
                    <a:pt x="333468" y="406601"/>
                    <a:pt x="333468" y="349908"/>
                  </a:cubicBezTo>
                  <a:cubicBezTo>
                    <a:pt x="333468" y="337912"/>
                    <a:pt x="330975" y="326627"/>
                    <a:pt x="327148" y="315875"/>
                  </a:cubicBezTo>
                  <a:lnTo>
                    <a:pt x="357856" y="285307"/>
                  </a:lnTo>
                  <a:cubicBezTo>
                    <a:pt x="367736" y="304767"/>
                    <a:pt x="373432" y="326627"/>
                    <a:pt x="373432" y="349908"/>
                  </a:cubicBezTo>
                  <a:cubicBezTo>
                    <a:pt x="373432" y="428639"/>
                    <a:pt x="309257" y="492618"/>
                    <a:pt x="230396" y="492618"/>
                  </a:cubicBezTo>
                  <a:cubicBezTo>
                    <a:pt x="151535" y="492618"/>
                    <a:pt x="87360" y="428639"/>
                    <a:pt x="87360" y="349908"/>
                  </a:cubicBezTo>
                  <a:cubicBezTo>
                    <a:pt x="87360" y="271089"/>
                    <a:pt x="151535" y="207110"/>
                    <a:pt x="230396" y="207110"/>
                  </a:cubicBezTo>
                  <a:close/>
                  <a:moveTo>
                    <a:pt x="230361" y="119820"/>
                  </a:moveTo>
                  <a:cubicBezTo>
                    <a:pt x="277893" y="119820"/>
                    <a:pt x="322043" y="134306"/>
                    <a:pt x="358804" y="159012"/>
                  </a:cubicBezTo>
                  <a:lnTo>
                    <a:pt x="329698" y="187984"/>
                  </a:lnTo>
                  <a:cubicBezTo>
                    <a:pt x="300769" y="170210"/>
                    <a:pt x="266767" y="159812"/>
                    <a:pt x="230361" y="159812"/>
                  </a:cubicBezTo>
                  <a:cubicBezTo>
                    <a:pt x="125417" y="159812"/>
                    <a:pt x="39966" y="245040"/>
                    <a:pt x="39966" y="349908"/>
                  </a:cubicBezTo>
                  <a:cubicBezTo>
                    <a:pt x="39966" y="454687"/>
                    <a:pt x="125417" y="539915"/>
                    <a:pt x="230361" y="539915"/>
                  </a:cubicBezTo>
                  <a:cubicBezTo>
                    <a:pt x="335394" y="539915"/>
                    <a:pt x="420756" y="454687"/>
                    <a:pt x="420756" y="349908"/>
                  </a:cubicBezTo>
                  <a:cubicBezTo>
                    <a:pt x="420756" y="313560"/>
                    <a:pt x="410253" y="279611"/>
                    <a:pt x="392451" y="250728"/>
                  </a:cubicBezTo>
                  <a:lnTo>
                    <a:pt x="421557" y="221667"/>
                  </a:lnTo>
                  <a:cubicBezTo>
                    <a:pt x="446302" y="258370"/>
                    <a:pt x="460722" y="302451"/>
                    <a:pt x="460722" y="349908"/>
                  </a:cubicBezTo>
                  <a:cubicBezTo>
                    <a:pt x="460722" y="476727"/>
                    <a:pt x="357380" y="579907"/>
                    <a:pt x="230361" y="579907"/>
                  </a:cubicBezTo>
                  <a:cubicBezTo>
                    <a:pt x="103342" y="579907"/>
                    <a:pt x="0" y="476727"/>
                    <a:pt x="0" y="349908"/>
                  </a:cubicBezTo>
                  <a:cubicBezTo>
                    <a:pt x="0" y="223000"/>
                    <a:pt x="103342" y="119820"/>
                    <a:pt x="230361" y="119820"/>
                  </a:cubicBezTo>
                  <a:close/>
                  <a:moveTo>
                    <a:pt x="491248" y="0"/>
                  </a:moveTo>
                  <a:cubicBezTo>
                    <a:pt x="492049" y="0"/>
                    <a:pt x="492850" y="89"/>
                    <a:pt x="493651" y="356"/>
                  </a:cubicBezTo>
                  <a:cubicBezTo>
                    <a:pt x="496410" y="1244"/>
                    <a:pt x="498368" y="3644"/>
                    <a:pt x="498813" y="6489"/>
                  </a:cubicBezTo>
                  <a:lnTo>
                    <a:pt x="508781" y="72707"/>
                  </a:lnTo>
                  <a:lnTo>
                    <a:pt x="574198" y="81773"/>
                  </a:lnTo>
                  <a:cubicBezTo>
                    <a:pt x="577046" y="82218"/>
                    <a:pt x="579449" y="84262"/>
                    <a:pt x="580339" y="87018"/>
                  </a:cubicBezTo>
                  <a:cubicBezTo>
                    <a:pt x="581318" y="89684"/>
                    <a:pt x="580606" y="92706"/>
                    <a:pt x="578470" y="94750"/>
                  </a:cubicBezTo>
                  <a:lnTo>
                    <a:pt x="507980" y="165235"/>
                  </a:lnTo>
                  <a:cubicBezTo>
                    <a:pt x="506556" y="166658"/>
                    <a:pt x="504598" y="167458"/>
                    <a:pt x="502551" y="167458"/>
                  </a:cubicBezTo>
                  <a:cubicBezTo>
                    <a:pt x="502195" y="167458"/>
                    <a:pt x="501750" y="167458"/>
                    <a:pt x="501394" y="167458"/>
                  </a:cubicBezTo>
                  <a:lnTo>
                    <a:pt x="454490" y="160525"/>
                  </a:lnTo>
                  <a:lnTo>
                    <a:pt x="304343" y="310561"/>
                  </a:lnTo>
                  <a:cubicBezTo>
                    <a:pt x="299714" y="315183"/>
                    <a:pt x="293662" y="317316"/>
                    <a:pt x="287610" y="317316"/>
                  </a:cubicBezTo>
                  <a:cubicBezTo>
                    <a:pt x="285385" y="317316"/>
                    <a:pt x="283249" y="317049"/>
                    <a:pt x="281113" y="316516"/>
                  </a:cubicBezTo>
                  <a:lnTo>
                    <a:pt x="242308" y="355270"/>
                  </a:lnTo>
                  <a:cubicBezTo>
                    <a:pt x="239905" y="357581"/>
                    <a:pt x="236790" y="358825"/>
                    <a:pt x="233675" y="358825"/>
                  </a:cubicBezTo>
                  <a:cubicBezTo>
                    <a:pt x="230560" y="358825"/>
                    <a:pt x="227444" y="357581"/>
                    <a:pt x="225041" y="355270"/>
                  </a:cubicBezTo>
                  <a:cubicBezTo>
                    <a:pt x="220235" y="350470"/>
                    <a:pt x="220235" y="342826"/>
                    <a:pt x="225041" y="338026"/>
                  </a:cubicBezTo>
                  <a:lnTo>
                    <a:pt x="263846" y="299273"/>
                  </a:lnTo>
                  <a:cubicBezTo>
                    <a:pt x="261799" y="291184"/>
                    <a:pt x="263490" y="282385"/>
                    <a:pt x="269810" y="276074"/>
                  </a:cubicBezTo>
                  <a:lnTo>
                    <a:pt x="420046" y="126127"/>
                  </a:lnTo>
                  <a:lnTo>
                    <a:pt x="413104" y="79196"/>
                  </a:lnTo>
                  <a:cubicBezTo>
                    <a:pt x="412748" y="76796"/>
                    <a:pt x="413549" y="74396"/>
                    <a:pt x="415240" y="72707"/>
                  </a:cubicBezTo>
                  <a:lnTo>
                    <a:pt x="485819" y="2222"/>
                  </a:lnTo>
                  <a:cubicBezTo>
                    <a:pt x="487332" y="800"/>
                    <a:pt x="489290" y="0"/>
                    <a:pt x="491248" y="0"/>
                  </a:cubicBezTo>
                  <a:close/>
                </a:path>
              </a:pathLst>
            </a:custGeom>
            <a:solidFill>
              <a:srgbClr val="2DB2A4"/>
            </a:solidFill>
            <a:ln>
              <a:noFill/>
            </a:ln>
          </p:spPr>
        </p:sp>
      </p:grpSp>
      <p:grpSp>
        <p:nvGrpSpPr>
          <p:cNvPr id="56" name="组合 55"/>
          <p:cNvGrpSpPr/>
          <p:nvPr/>
        </p:nvGrpSpPr>
        <p:grpSpPr>
          <a:xfrm>
            <a:off x="2079666" y="3459495"/>
            <a:ext cx="7908060" cy="1289916"/>
            <a:chOff x="2045563" y="3732054"/>
            <a:chExt cx="7908060" cy="1289916"/>
          </a:xfrm>
        </p:grpSpPr>
        <p:sp>
          <p:nvSpPr>
            <p:cNvPr id="47" name="矩形 14"/>
            <p:cNvSpPr/>
            <p:nvPr/>
          </p:nvSpPr>
          <p:spPr>
            <a:xfrm>
              <a:off x="2452226" y="3732054"/>
              <a:ext cx="7501397" cy="1289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lnSpc>
                  <a:spcPct val="150000"/>
                </a:lnSpc>
              </a:pPr>
              <a:r>
                <a:rPr lang="zh-CN" altLang="en-US" sz="2000" dirty="0">
                  <a:solidFill>
                    <a:prstClr val="black">
                      <a:lumMod val="75000"/>
                      <a:lumOff val="25000"/>
                    </a:prstClr>
                  </a:solidFill>
                  <a:latin typeface="微软雅黑" panose="020B0503020204020204" pitchFamily="34" charset="-122"/>
                  <a:ea typeface="微软雅黑" panose="020B0503020204020204" pitchFamily="34" charset="-122"/>
                  <a:sym typeface="+mn-ea"/>
                </a:rPr>
                <a:t>可以考虑加入多目标、多项目等的特性</a:t>
              </a:r>
              <a:endParaRPr lang="zh-CN" altLang="en-US" sz="20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53" name="dartboard-and-dart_69717"/>
            <p:cNvSpPr>
              <a:spLocks noChangeAspect="1"/>
            </p:cNvSpPr>
            <p:nvPr/>
          </p:nvSpPr>
          <p:spPr bwMode="auto">
            <a:xfrm flipH="1">
              <a:off x="2045563" y="3820512"/>
              <a:ext cx="406664" cy="406060"/>
            </a:xfrm>
            <a:custGeom>
              <a:avLst/>
              <a:gdLst>
                <a:gd name="connsiteX0" fmla="*/ 230361 w 580770"/>
                <a:gd name="connsiteY0" fmla="*/ 287695 h 579907"/>
                <a:gd name="connsiteX1" fmla="*/ 243264 w 580770"/>
                <a:gd name="connsiteY1" fmla="*/ 289117 h 579907"/>
                <a:gd name="connsiteX2" fmla="*/ 242997 w 580770"/>
                <a:gd name="connsiteY2" fmla="*/ 291783 h 579907"/>
                <a:gd name="connsiteX3" fmla="*/ 210872 w 580770"/>
                <a:gd name="connsiteY3" fmla="*/ 323867 h 579907"/>
                <a:gd name="connsiteX4" fmla="*/ 210872 w 580770"/>
                <a:gd name="connsiteY4" fmla="*/ 369371 h 579907"/>
                <a:gd name="connsiteX5" fmla="*/ 233653 w 580770"/>
                <a:gd name="connsiteY5" fmla="*/ 378792 h 579907"/>
                <a:gd name="connsiteX6" fmla="*/ 256346 w 580770"/>
                <a:gd name="connsiteY6" fmla="*/ 369371 h 579907"/>
                <a:gd name="connsiteX7" fmla="*/ 288560 w 580770"/>
                <a:gd name="connsiteY7" fmla="*/ 337287 h 579907"/>
                <a:gd name="connsiteX8" fmla="*/ 291229 w 580770"/>
                <a:gd name="connsiteY8" fmla="*/ 336932 h 579907"/>
                <a:gd name="connsiteX9" fmla="*/ 292564 w 580770"/>
                <a:gd name="connsiteY9" fmla="*/ 349907 h 579907"/>
                <a:gd name="connsiteX10" fmla="*/ 230361 w 580770"/>
                <a:gd name="connsiteY10" fmla="*/ 412031 h 579907"/>
                <a:gd name="connsiteX11" fmla="*/ 168157 w 580770"/>
                <a:gd name="connsiteY11" fmla="*/ 349907 h 579907"/>
                <a:gd name="connsiteX12" fmla="*/ 230361 w 580770"/>
                <a:gd name="connsiteY12" fmla="*/ 287695 h 579907"/>
                <a:gd name="connsiteX13" fmla="*/ 230396 w 580770"/>
                <a:gd name="connsiteY13" fmla="*/ 207110 h 579907"/>
                <a:gd name="connsiteX14" fmla="*/ 295016 w 580770"/>
                <a:gd name="connsiteY14" fmla="*/ 222661 h 579907"/>
                <a:gd name="connsiteX15" fmla="*/ 264397 w 580770"/>
                <a:gd name="connsiteY15" fmla="*/ 253228 h 579907"/>
                <a:gd name="connsiteX16" fmla="*/ 230396 w 580770"/>
                <a:gd name="connsiteY16" fmla="*/ 247008 h 579907"/>
                <a:gd name="connsiteX17" fmla="*/ 127413 w 580770"/>
                <a:gd name="connsiteY17" fmla="*/ 349908 h 579907"/>
                <a:gd name="connsiteX18" fmla="*/ 230396 w 580770"/>
                <a:gd name="connsiteY18" fmla="*/ 452720 h 579907"/>
                <a:gd name="connsiteX19" fmla="*/ 333468 w 580770"/>
                <a:gd name="connsiteY19" fmla="*/ 349908 h 579907"/>
                <a:gd name="connsiteX20" fmla="*/ 327148 w 580770"/>
                <a:gd name="connsiteY20" fmla="*/ 315875 h 579907"/>
                <a:gd name="connsiteX21" fmla="*/ 357856 w 580770"/>
                <a:gd name="connsiteY21" fmla="*/ 285307 h 579907"/>
                <a:gd name="connsiteX22" fmla="*/ 373432 w 580770"/>
                <a:gd name="connsiteY22" fmla="*/ 349908 h 579907"/>
                <a:gd name="connsiteX23" fmla="*/ 230396 w 580770"/>
                <a:gd name="connsiteY23" fmla="*/ 492618 h 579907"/>
                <a:gd name="connsiteX24" fmla="*/ 87360 w 580770"/>
                <a:gd name="connsiteY24" fmla="*/ 349908 h 579907"/>
                <a:gd name="connsiteX25" fmla="*/ 230396 w 580770"/>
                <a:gd name="connsiteY25" fmla="*/ 207110 h 579907"/>
                <a:gd name="connsiteX26" fmla="*/ 230361 w 580770"/>
                <a:gd name="connsiteY26" fmla="*/ 119820 h 579907"/>
                <a:gd name="connsiteX27" fmla="*/ 358804 w 580770"/>
                <a:gd name="connsiteY27" fmla="*/ 159012 h 579907"/>
                <a:gd name="connsiteX28" fmla="*/ 329698 w 580770"/>
                <a:gd name="connsiteY28" fmla="*/ 187984 h 579907"/>
                <a:gd name="connsiteX29" fmla="*/ 230361 w 580770"/>
                <a:gd name="connsiteY29" fmla="*/ 159812 h 579907"/>
                <a:gd name="connsiteX30" fmla="*/ 39966 w 580770"/>
                <a:gd name="connsiteY30" fmla="*/ 349908 h 579907"/>
                <a:gd name="connsiteX31" fmla="*/ 230361 w 580770"/>
                <a:gd name="connsiteY31" fmla="*/ 539915 h 579907"/>
                <a:gd name="connsiteX32" fmla="*/ 420756 w 580770"/>
                <a:gd name="connsiteY32" fmla="*/ 349908 h 579907"/>
                <a:gd name="connsiteX33" fmla="*/ 392451 w 580770"/>
                <a:gd name="connsiteY33" fmla="*/ 250728 h 579907"/>
                <a:gd name="connsiteX34" fmla="*/ 421557 w 580770"/>
                <a:gd name="connsiteY34" fmla="*/ 221667 h 579907"/>
                <a:gd name="connsiteX35" fmla="*/ 460722 w 580770"/>
                <a:gd name="connsiteY35" fmla="*/ 349908 h 579907"/>
                <a:gd name="connsiteX36" fmla="*/ 230361 w 580770"/>
                <a:gd name="connsiteY36" fmla="*/ 579907 h 579907"/>
                <a:gd name="connsiteX37" fmla="*/ 0 w 580770"/>
                <a:gd name="connsiteY37" fmla="*/ 349908 h 579907"/>
                <a:gd name="connsiteX38" fmla="*/ 230361 w 580770"/>
                <a:gd name="connsiteY38" fmla="*/ 119820 h 579907"/>
                <a:gd name="connsiteX39" fmla="*/ 491248 w 580770"/>
                <a:gd name="connsiteY39" fmla="*/ 0 h 579907"/>
                <a:gd name="connsiteX40" fmla="*/ 493651 w 580770"/>
                <a:gd name="connsiteY40" fmla="*/ 356 h 579907"/>
                <a:gd name="connsiteX41" fmla="*/ 498813 w 580770"/>
                <a:gd name="connsiteY41" fmla="*/ 6489 h 579907"/>
                <a:gd name="connsiteX42" fmla="*/ 508781 w 580770"/>
                <a:gd name="connsiteY42" fmla="*/ 72707 h 579907"/>
                <a:gd name="connsiteX43" fmla="*/ 574198 w 580770"/>
                <a:gd name="connsiteY43" fmla="*/ 81773 h 579907"/>
                <a:gd name="connsiteX44" fmla="*/ 580339 w 580770"/>
                <a:gd name="connsiteY44" fmla="*/ 87018 h 579907"/>
                <a:gd name="connsiteX45" fmla="*/ 578470 w 580770"/>
                <a:gd name="connsiteY45" fmla="*/ 94750 h 579907"/>
                <a:gd name="connsiteX46" fmla="*/ 507980 w 580770"/>
                <a:gd name="connsiteY46" fmla="*/ 165235 h 579907"/>
                <a:gd name="connsiteX47" fmla="*/ 502551 w 580770"/>
                <a:gd name="connsiteY47" fmla="*/ 167458 h 579907"/>
                <a:gd name="connsiteX48" fmla="*/ 501394 w 580770"/>
                <a:gd name="connsiteY48" fmla="*/ 167458 h 579907"/>
                <a:gd name="connsiteX49" fmla="*/ 454490 w 580770"/>
                <a:gd name="connsiteY49" fmla="*/ 160525 h 579907"/>
                <a:gd name="connsiteX50" fmla="*/ 304343 w 580770"/>
                <a:gd name="connsiteY50" fmla="*/ 310561 h 579907"/>
                <a:gd name="connsiteX51" fmla="*/ 287610 w 580770"/>
                <a:gd name="connsiteY51" fmla="*/ 317316 h 579907"/>
                <a:gd name="connsiteX52" fmla="*/ 281113 w 580770"/>
                <a:gd name="connsiteY52" fmla="*/ 316516 h 579907"/>
                <a:gd name="connsiteX53" fmla="*/ 242308 w 580770"/>
                <a:gd name="connsiteY53" fmla="*/ 355270 h 579907"/>
                <a:gd name="connsiteX54" fmla="*/ 233675 w 580770"/>
                <a:gd name="connsiteY54" fmla="*/ 358825 h 579907"/>
                <a:gd name="connsiteX55" fmla="*/ 225041 w 580770"/>
                <a:gd name="connsiteY55" fmla="*/ 355270 h 579907"/>
                <a:gd name="connsiteX56" fmla="*/ 225041 w 580770"/>
                <a:gd name="connsiteY56" fmla="*/ 338026 h 579907"/>
                <a:gd name="connsiteX57" fmla="*/ 263846 w 580770"/>
                <a:gd name="connsiteY57" fmla="*/ 299273 h 579907"/>
                <a:gd name="connsiteX58" fmla="*/ 269810 w 580770"/>
                <a:gd name="connsiteY58" fmla="*/ 276074 h 579907"/>
                <a:gd name="connsiteX59" fmla="*/ 420046 w 580770"/>
                <a:gd name="connsiteY59" fmla="*/ 126127 h 579907"/>
                <a:gd name="connsiteX60" fmla="*/ 413104 w 580770"/>
                <a:gd name="connsiteY60" fmla="*/ 79196 h 579907"/>
                <a:gd name="connsiteX61" fmla="*/ 415240 w 580770"/>
                <a:gd name="connsiteY61" fmla="*/ 72707 h 579907"/>
                <a:gd name="connsiteX62" fmla="*/ 485819 w 580770"/>
                <a:gd name="connsiteY62" fmla="*/ 2222 h 579907"/>
                <a:gd name="connsiteX63" fmla="*/ 491248 w 580770"/>
                <a:gd name="connsiteY63" fmla="*/ 0 h 579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0770" h="579907">
                  <a:moveTo>
                    <a:pt x="230361" y="287695"/>
                  </a:moveTo>
                  <a:cubicBezTo>
                    <a:pt x="234810" y="287695"/>
                    <a:pt x="239082" y="288228"/>
                    <a:pt x="243264" y="289117"/>
                  </a:cubicBezTo>
                  <a:cubicBezTo>
                    <a:pt x="243175" y="290006"/>
                    <a:pt x="242997" y="290894"/>
                    <a:pt x="242997" y="291783"/>
                  </a:cubicBezTo>
                  <a:lnTo>
                    <a:pt x="210872" y="323867"/>
                  </a:lnTo>
                  <a:cubicBezTo>
                    <a:pt x="198324" y="336398"/>
                    <a:pt x="198324" y="356840"/>
                    <a:pt x="210872" y="369371"/>
                  </a:cubicBezTo>
                  <a:cubicBezTo>
                    <a:pt x="217012" y="375415"/>
                    <a:pt x="225110" y="378792"/>
                    <a:pt x="233653" y="378792"/>
                  </a:cubicBezTo>
                  <a:cubicBezTo>
                    <a:pt x="242196" y="378792"/>
                    <a:pt x="250294" y="375415"/>
                    <a:pt x="256346" y="369371"/>
                  </a:cubicBezTo>
                  <a:lnTo>
                    <a:pt x="288560" y="337287"/>
                  </a:lnTo>
                  <a:cubicBezTo>
                    <a:pt x="289450" y="337198"/>
                    <a:pt x="290340" y="337021"/>
                    <a:pt x="291229" y="336932"/>
                  </a:cubicBezTo>
                  <a:cubicBezTo>
                    <a:pt x="292119" y="341109"/>
                    <a:pt x="292564" y="345464"/>
                    <a:pt x="292564" y="349907"/>
                  </a:cubicBezTo>
                  <a:cubicBezTo>
                    <a:pt x="292564" y="384213"/>
                    <a:pt x="264711" y="412031"/>
                    <a:pt x="230361" y="412031"/>
                  </a:cubicBezTo>
                  <a:cubicBezTo>
                    <a:pt x="196010" y="412031"/>
                    <a:pt x="168157" y="384213"/>
                    <a:pt x="168157" y="349907"/>
                  </a:cubicBezTo>
                  <a:cubicBezTo>
                    <a:pt x="168157" y="315602"/>
                    <a:pt x="196010" y="287695"/>
                    <a:pt x="230361" y="287695"/>
                  </a:cubicBezTo>
                  <a:close/>
                  <a:moveTo>
                    <a:pt x="230396" y="207110"/>
                  </a:moveTo>
                  <a:cubicBezTo>
                    <a:pt x="253716" y="207110"/>
                    <a:pt x="275612" y="212797"/>
                    <a:pt x="295016" y="222661"/>
                  </a:cubicBezTo>
                  <a:lnTo>
                    <a:pt x="264397" y="253228"/>
                  </a:lnTo>
                  <a:cubicBezTo>
                    <a:pt x="253716" y="249496"/>
                    <a:pt x="242412" y="247008"/>
                    <a:pt x="230396" y="247008"/>
                  </a:cubicBezTo>
                  <a:cubicBezTo>
                    <a:pt x="173609" y="247008"/>
                    <a:pt x="127413" y="293127"/>
                    <a:pt x="127413" y="349908"/>
                  </a:cubicBezTo>
                  <a:cubicBezTo>
                    <a:pt x="127413" y="406601"/>
                    <a:pt x="173609" y="452720"/>
                    <a:pt x="230396" y="452720"/>
                  </a:cubicBezTo>
                  <a:cubicBezTo>
                    <a:pt x="287183" y="452720"/>
                    <a:pt x="333468" y="406601"/>
                    <a:pt x="333468" y="349908"/>
                  </a:cubicBezTo>
                  <a:cubicBezTo>
                    <a:pt x="333468" y="337912"/>
                    <a:pt x="330975" y="326627"/>
                    <a:pt x="327148" y="315875"/>
                  </a:cubicBezTo>
                  <a:lnTo>
                    <a:pt x="357856" y="285307"/>
                  </a:lnTo>
                  <a:cubicBezTo>
                    <a:pt x="367736" y="304767"/>
                    <a:pt x="373432" y="326627"/>
                    <a:pt x="373432" y="349908"/>
                  </a:cubicBezTo>
                  <a:cubicBezTo>
                    <a:pt x="373432" y="428639"/>
                    <a:pt x="309257" y="492618"/>
                    <a:pt x="230396" y="492618"/>
                  </a:cubicBezTo>
                  <a:cubicBezTo>
                    <a:pt x="151535" y="492618"/>
                    <a:pt x="87360" y="428639"/>
                    <a:pt x="87360" y="349908"/>
                  </a:cubicBezTo>
                  <a:cubicBezTo>
                    <a:pt x="87360" y="271089"/>
                    <a:pt x="151535" y="207110"/>
                    <a:pt x="230396" y="207110"/>
                  </a:cubicBezTo>
                  <a:close/>
                  <a:moveTo>
                    <a:pt x="230361" y="119820"/>
                  </a:moveTo>
                  <a:cubicBezTo>
                    <a:pt x="277893" y="119820"/>
                    <a:pt x="322043" y="134306"/>
                    <a:pt x="358804" y="159012"/>
                  </a:cubicBezTo>
                  <a:lnTo>
                    <a:pt x="329698" y="187984"/>
                  </a:lnTo>
                  <a:cubicBezTo>
                    <a:pt x="300769" y="170210"/>
                    <a:pt x="266767" y="159812"/>
                    <a:pt x="230361" y="159812"/>
                  </a:cubicBezTo>
                  <a:cubicBezTo>
                    <a:pt x="125417" y="159812"/>
                    <a:pt x="39966" y="245040"/>
                    <a:pt x="39966" y="349908"/>
                  </a:cubicBezTo>
                  <a:cubicBezTo>
                    <a:pt x="39966" y="454687"/>
                    <a:pt x="125417" y="539915"/>
                    <a:pt x="230361" y="539915"/>
                  </a:cubicBezTo>
                  <a:cubicBezTo>
                    <a:pt x="335394" y="539915"/>
                    <a:pt x="420756" y="454687"/>
                    <a:pt x="420756" y="349908"/>
                  </a:cubicBezTo>
                  <a:cubicBezTo>
                    <a:pt x="420756" y="313560"/>
                    <a:pt x="410253" y="279611"/>
                    <a:pt x="392451" y="250728"/>
                  </a:cubicBezTo>
                  <a:lnTo>
                    <a:pt x="421557" y="221667"/>
                  </a:lnTo>
                  <a:cubicBezTo>
                    <a:pt x="446302" y="258370"/>
                    <a:pt x="460722" y="302451"/>
                    <a:pt x="460722" y="349908"/>
                  </a:cubicBezTo>
                  <a:cubicBezTo>
                    <a:pt x="460722" y="476727"/>
                    <a:pt x="357380" y="579907"/>
                    <a:pt x="230361" y="579907"/>
                  </a:cubicBezTo>
                  <a:cubicBezTo>
                    <a:pt x="103342" y="579907"/>
                    <a:pt x="0" y="476727"/>
                    <a:pt x="0" y="349908"/>
                  </a:cubicBezTo>
                  <a:cubicBezTo>
                    <a:pt x="0" y="223000"/>
                    <a:pt x="103342" y="119820"/>
                    <a:pt x="230361" y="119820"/>
                  </a:cubicBezTo>
                  <a:close/>
                  <a:moveTo>
                    <a:pt x="491248" y="0"/>
                  </a:moveTo>
                  <a:cubicBezTo>
                    <a:pt x="492049" y="0"/>
                    <a:pt x="492850" y="89"/>
                    <a:pt x="493651" y="356"/>
                  </a:cubicBezTo>
                  <a:cubicBezTo>
                    <a:pt x="496410" y="1244"/>
                    <a:pt x="498368" y="3644"/>
                    <a:pt x="498813" y="6489"/>
                  </a:cubicBezTo>
                  <a:lnTo>
                    <a:pt x="508781" y="72707"/>
                  </a:lnTo>
                  <a:lnTo>
                    <a:pt x="574198" y="81773"/>
                  </a:lnTo>
                  <a:cubicBezTo>
                    <a:pt x="577046" y="82218"/>
                    <a:pt x="579449" y="84262"/>
                    <a:pt x="580339" y="87018"/>
                  </a:cubicBezTo>
                  <a:cubicBezTo>
                    <a:pt x="581318" y="89684"/>
                    <a:pt x="580606" y="92706"/>
                    <a:pt x="578470" y="94750"/>
                  </a:cubicBezTo>
                  <a:lnTo>
                    <a:pt x="507980" y="165235"/>
                  </a:lnTo>
                  <a:cubicBezTo>
                    <a:pt x="506556" y="166658"/>
                    <a:pt x="504598" y="167458"/>
                    <a:pt x="502551" y="167458"/>
                  </a:cubicBezTo>
                  <a:cubicBezTo>
                    <a:pt x="502195" y="167458"/>
                    <a:pt x="501750" y="167458"/>
                    <a:pt x="501394" y="167458"/>
                  </a:cubicBezTo>
                  <a:lnTo>
                    <a:pt x="454490" y="160525"/>
                  </a:lnTo>
                  <a:lnTo>
                    <a:pt x="304343" y="310561"/>
                  </a:lnTo>
                  <a:cubicBezTo>
                    <a:pt x="299714" y="315183"/>
                    <a:pt x="293662" y="317316"/>
                    <a:pt x="287610" y="317316"/>
                  </a:cubicBezTo>
                  <a:cubicBezTo>
                    <a:pt x="285385" y="317316"/>
                    <a:pt x="283249" y="317049"/>
                    <a:pt x="281113" y="316516"/>
                  </a:cubicBezTo>
                  <a:lnTo>
                    <a:pt x="242308" y="355270"/>
                  </a:lnTo>
                  <a:cubicBezTo>
                    <a:pt x="239905" y="357581"/>
                    <a:pt x="236790" y="358825"/>
                    <a:pt x="233675" y="358825"/>
                  </a:cubicBezTo>
                  <a:cubicBezTo>
                    <a:pt x="230560" y="358825"/>
                    <a:pt x="227444" y="357581"/>
                    <a:pt x="225041" y="355270"/>
                  </a:cubicBezTo>
                  <a:cubicBezTo>
                    <a:pt x="220235" y="350470"/>
                    <a:pt x="220235" y="342826"/>
                    <a:pt x="225041" y="338026"/>
                  </a:cubicBezTo>
                  <a:lnTo>
                    <a:pt x="263846" y="299273"/>
                  </a:lnTo>
                  <a:cubicBezTo>
                    <a:pt x="261799" y="291184"/>
                    <a:pt x="263490" y="282385"/>
                    <a:pt x="269810" y="276074"/>
                  </a:cubicBezTo>
                  <a:lnTo>
                    <a:pt x="420046" y="126127"/>
                  </a:lnTo>
                  <a:lnTo>
                    <a:pt x="413104" y="79196"/>
                  </a:lnTo>
                  <a:cubicBezTo>
                    <a:pt x="412748" y="76796"/>
                    <a:pt x="413549" y="74396"/>
                    <a:pt x="415240" y="72707"/>
                  </a:cubicBezTo>
                  <a:lnTo>
                    <a:pt x="485819" y="2222"/>
                  </a:lnTo>
                  <a:cubicBezTo>
                    <a:pt x="487332" y="800"/>
                    <a:pt x="489290" y="0"/>
                    <a:pt x="491248" y="0"/>
                  </a:cubicBezTo>
                  <a:close/>
                </a:path>
              </a:pathLst>
            </a:custGeom>
            <a:solidFill>
              <a:srgbClr val="2DB2A4"/>
            </a:solidFill>
            <a:ln>
              <a:noFill/>
            </a:ln>
          </p:spPr>
          <p:txBody>
            <a:bodyPr/>
            <a:lstStyle/>
            <a:p>
              <a:endParaRPr lang="zh-CN" altLang="en-US" dirty="0"/>
            </a:p>
          </p:txBody>
        </p:sp>
      </p:grpSp>
      <p:sp>
        <p:nvSpPr>
          <p:cNvPr id="16" name="矩形 14">
            <a:extLst>
              <a:ext uri="{FF2B5EF4-FFF2-40B4-BE49-F238E27FC236}">
                <a16:creationId xmlns:a16="http://schemas.microsoft.com/office/drawing/2014/main" id="{CF9675A0-805C-4E5E-B3F7-8C611F8CDC49}"/>
              </a:ext>
            </a:extLst>
          </p:cNvPr>
          <p:cNvSpPr/>
          <p:nvPr/>
        </p:nvSpPr>
        <p:spPr>
          <a:xfrm>
            <a:off x="850754" y="1385911"/>
            <a:ext cx="9797080" cy="3816627"/>
          </a:xfrm>
          <a:custGeom>
            <a:avLst/>
            <a:gdLst>
              <a:gd name="connsiteX0" fmla="*/ 0 w 9359758"/>
              <a:gd name="connsiteY0" fmla="*/ 0 h 3747053"/>
              <a:gd name="connsiteX1" fmla="*/ 9359758 w 9359758"/>
              <a:gd name="connsiteY1" fmla="*/ 0 h 3747053"/>
              <a:gd name="connsiteX2" fmla="*/ 9359758 w 9359758"/>
              <a:gd name="connsiteY2" fmla="*/ 3747053 h 3747053"/>
              <a:gd name="connsiteX3" fmla="*/ 0 w 9359758"/>
              <a:gd name="connsiteY3" fmla="*/ 3747053 h 3747053"/>
              <a:gd name="connsiteX4" fmla="*/ 0 w 9359758"/>
              <a:gd name="connsiteY4" fmla="*/ 0 h 3747053"/>
              <a:gd name="connsiteX0-1" fmla="*/ 0 w 9588358"/>
              <a:gd name="connsiteY0-2" fmla="*/ 0 h 3806688"/>
              <a:gd name="connsiteX1-3" fmla="*/ 9588358 w 9588358"/>
              <a:gd name="connsiteY1-4" fmla="*/ 59635 h 3806688"/>
              <a:gd name="connsiteX2-5" fmla="*/ 9588358 w 9588358"/>
              <a:gd name="connsiteY2-6" fmla="*/ 3806688 h 3806688"/>
              <a:gd name="connsiteX3-7" fmla="*/ 228600 w 9588358"/>
              <a:gd name="connsiteY3-8" fmla="*/ 3806688 h 3806688"/>
              <a:gd name="connsiteX4-9" fmla="*/ 0 w 9588358"/>
              <a:gd name="connsiteY4-10" fmla="*/ 0 h 3806688"/>
              <a:gd name="connsiteX0-11" fmla="*/ 0 w 9797080"/>
              <a:gd name="connsiteY0-12" fmla="*/ 0 h 3806688"/>
              <a:gd name="connsiteX1-13" fmla="*/ 9797080 w 9797080"/>
              <a:gd name="connsiteY1-14" fmla="*/ 39756 h 3806688"/>
              <a:gd name="connsiteX2-15" fmla="*/ 9588358 w 9797080"/>
              <a:gd name="connsiteY2-16" fmla="*/ 3806688 h 3806688"/>
              <a:gd name="connsiteX3-17" fmla="*/ 228600 w 9797080"/>
              <a:gd name="connsiteY3-18" fmla="*/ 3806688 h 3806688"/>
              <a:gd name="connsiteX4-19" fmla="*/ 0 w 9797080"/>
              <a:gd name="connsiteY4-20" fmla="*/ 0 h 3806688"/>
              <a:gd name="connsiteX0-21" fmla="*/ 0 w 9797080"/>
              <a:gd name="connsiteY0-22" fmla="*/ 0 h 3806688"/>
              <a:gd name="connsiteX1-23" fmla="*/ 9797080 w 9797080"/>
              <a:gd name="connsiteY1-24" fmla="*/ 39756 h 3806688"/>
              <a:gd name="connsiteX2-25" fmla="*/ 9588358 w 9797080"/>
              <a:gd name="connsiteY2-26" fmla="*/ 3806688 h 3806688"/>
              <a:gd name="connsiteX3-27" fmla="*/ 347870 w 9797080"/>
              <a:gd name="connsiteY3-28" fmla="*/ 3806688 h 3806688"/>
              <a:gd name="connsiteX4-29" fmla="*/ 0 w 9797080"/>
              <a:gd name="connsiteY4-30" fmla="*/ 0 h 3806688"/>
              <a:gd name="connsiteX0-31" fmla="*/ 0 w 9797080"/>
              <a:gd name="connsiteY0-32" fmla="*/ 0 h 3816627"/>
              <a:gd name="connsiteX1-33" fmla="*/ 9797080 w 9797080"/>
              <a:gd name="connsiteY1-34" fmla="*/ 39756 h 3816627"/>
              <a:gd name="connsiteX2-35" fmla="*/ 9479028 w 9797080"/>
              <a:gd name="connsiteY2-36" fmla="*/ 3816627 h 3816627"/>
              <a:gd name="connsiteX3-37" fmla="*/ 347870 w 9797080"/>
              <a:gd name="connsiteY3-38" fmla="*/ 3806688 h 3816627"/>
              <a:gd name="connsiteX4-39" fmla="*/ 0 w 9797080"/>
              <a:gd name="connsiteY4-40" fmla="*/ 0 h 38166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97080" h="3816627">
                <a:moveTo>
                  <a:pt x="0" y="0"/>
                </a:moveTo>
                <a:lnTo>
                  <a:pt x="9797080" y="39756"/>
                </a:lnTo>
                <a:lnTo>
                  <a:pt x="9479028" y="3816627"/>
                </a:lnTo>
                <a:lnTo>
                  <a:pt x="347870" y="3806688"/>
                </a:lnTo>
                <a:lnTo>
                  <a:pt x="0" y="0"/>
                </a:lnTo>
                <a:close/>
              </a:path>
            </a:pathLst>
          </a:custGeom>
          <a:solidFill>
            <a:srgbClr val="2DB2A4">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5175" cy="6915805"/>
            <a:chOff x="-4102305" y="6405984"/>
            <a:chExt cx="12195175" cy="6915805"/>
          </a:xfrm>
        </p:grpSpPr>
        <p:sp>
          <p:nvSpPr>
            <p:cNvPr id="69" name="矩形 68"/>
            <p:cNvSpPr/>
            <p:nvPr/>
          </p:nvSpPr>
          <p:spPr>
            <a:xfrm>
              <a:off x="-4099130" y="6405984"/>
              <a:ext cx="12192000" cy="6915150"/>
            </a:xfrm>
            <a:prstGeom prst="rect">
              <a:avLst/>
            </a:prstGeom>
            <a:blipFill>
              <a:blip r:embed="rId4"/>
              <a:srcRect/>
              <a:stretch>
                <a:fillRect l="117" t="-1757" r="-117" b="491"/>
              </a:stretch>
            </a:blipFill>
            <a:ln>
              <a:noFill/>
            </a:ln>
            <a:effectLst>
              <a:innerShdw blurRad="50800" dist="381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02305" y="6406639"/>
              <a:ext cx="12195175" cy="6915150"/>
            </a:xfrm>
            <a:prstGeom prst="rect">
              <a:avLst/>
            </a:prstGeom>
            <a:solidFill>
              <a:srgbClr val="0E647C">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10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grpSp>
      <p:sp>
        <p:nvSpPr>
          <p:cNvPr id="68" name="矩形 67"/>
          <p:cNvSpPr/>
          <p:nvPr/>
        </p:nvSpPr>
        <p:spPr>
          <a:xfrm>
            <a:off x="3598480" y="4001070"/>
            <a:ext cx="4995038" cy="535531"/>
          </a:xfrm>
          <a:prstGeom prst="rect">
            <a:avLst/>
          </a:prstGeom>
        </p:spPr>
        <p:txBody>
          <a:bodyPr wrap="square" lIns="0" rIns="0">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lang="zh-CN" altLang="en-US" sz="2400" spc="400" dirty="0">
                <a:solidFill>
                  <a:schemeClr val="bg1"/>
                </a:solidFill>
                <a:latin typeface="方正姚体" panose="02010601030101010101" pitchFamily="2" charset="-122"/>
                <a:ea typeface="方正姚体" panose="02010601030101010101" pitchFamily="2" charset="-122"/>
              </a:rPr>
              <a:t>人工智能与自动化学院</a:t>
            </a:r>
            <a:endParaRPr lang="en-US" altLang="zh-CN" sz="2400" spc="400" dirty="0">
              <a:solidFill>
                <a:schemeClr val="bg1"/>
              </a:solidFill>
              <a:latin typeface="方正姚体" panose="02010601030101010101" pitchFamily="2" charset="-122"/>
              <a:ea typeface="方正姚体" panose="02010601030101010101" pitchFamily="2" charset="-122"/>
            </a:endParaRPr>
          </a:p>
        </p:txBody>
      </p:sp>
      <p:sp>
        <p:nvSpPr>
          <p:cNvPr id="11" name="文本占位符 10"/>
          <p:cNvSpPr>
            <a:spLocks noGrp="1"/>
          </p:cNvSpPr>
          <p:nvPr>
            <p:ph type="body" sz="quarter" idx="11"/>
          </p:nvPr>
        </p:nvSpPr>
        <p:spPr>
          <a:xfrm>
            <a:off x="2391661" y="2778029"/>
            <a:ext cx="7408676" cy="940824"/>
          </a:xfrm>
        </p:spPr>
        <p:txBody>
          <a:bodyPr/>
          <a:lstStyle/>
          <a:p>
            <a:r>
              <a:rPr lang="zh-CN" altLang="en-US" dirty="0"/>
              <a:t>请评委老师批评指正</a:t>
            </a:r>
          </a:p>
        </p:txBody>
      </p:sp>
      <p:pic>
        <p:nvPicPr>
          <p:cNvPr id="392" name="图片 391" descr="图片包含 游戏机&#10;&#10;描述已自动生成"/>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522280" y="874767"/>
            <a:ext cx="5147439" cy="1189099"/>
          </a:xfrm>
          <a:prstGeom prst="rect">
            <a:avLst/>
          </a:prstGeom>
        </p:spPr>
      </p:pic>
      <p:grpSp>
        <p:nvGrpSpPr>
          <p:cNvPr id="415" name="组合 414"/>
          <p:cNvGrpSpPr/>
          <p:nvPr/>
        </p:nvGrpSpPr>
        <p:grpSpPr>
          <a:xfrm>
            <a:off x="4454130" y="4983618"/>
            <a:ext cx="3426407" cy="1365494"/>
            <a:chOff x="4633287" y="4793118"/>
            <a:chExt cx="3426407" cy="1365494"/>
          </a:xfrm>
        </p:grpSpPr>
        <p:grpSp>
          <p:nvGrpSpPr>
            <p:cNvPr id="413" name="组合 412"/>
            <p:cNvGrpSpPr/>
            <p:nvPr/>
          </p:nvGrpSpPr>
          <p:grpSpPr>
            <a:xfrm>
              <a:off x="4634781" y="5291211"/>
              <a:ext cx="2380546" cy="369308"/>
              <a:chOff x="4634781" y="5357886"/>
              <a:chExt cx="2380546" cy="369308"/>
            </a:xfrm>
          </p:grpSpPr>
          <p:sp>
            <p:nvSpPr>
              <p:cNvPr id="402" name="Freeform 7"/>
              <p:cNvSpPr>
                <a:spLocks noChangeAspect="1" noEditPoints="1"/>
              </p:cNvSpPr>
              <p:nvPr/>
            </p:nvSpPr>
            <p:spPr bwMode="auto">
              <a:xfrm>
                <a:off x="4634781" y="5362540"/>
                <a:ext cx="357418" cy="360000"/>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2DB2A4"/>
              </a:solidFill>
              <a:ln>
                <a:noFill/>
              </a:ln>
            </p:spPr>
            <p:txBody>
              <a:bodyPr vert="horz" wrap="square" lIns="91416" tIns="45708" rIns="91416" bIns="45708" numCol="1" anchor="t" anchorCtr="0" compatLnSpc="1"/>
              <a:lstStyle/>
              <a:p>
                <a:endParaRPr lang="zh-CN" altLang="en-US" sz="1865" b="1">
                  <a:solidFill>
                    <a:srgbClr val="1D6295"/>
                  </a:solidFill>
                  <a:latin typeface="微软雅黑" panose="020B0503020204020204" pitchFamily="34" charset="-122"/>
                  <a:ea typeface="微软雅黑" panose="020B0503020204020204" pitchFamily="34" charset="-122"/>
                </a:endParaRPr>
              </a:p>
            </p:txBody>
          </p:sp>
          <p:sp>
            <p:nvSpPr>
              <p:cNvPr id="403" name="TextBox 6"/>
              <p:cNvSpPr txBox="1"/>
              <p:nvPr/>
            </p:nvSpPr>
            <p:spPr>
              <a:xfrm>
                <a:off x="5008095" y="5357886"/>
                <a:ext cx="2007232" cy="369308"/>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l"/>
                <a:r>
                  <a:rPr lang="zh-CN" altLang="en-US" sz="1800" b="1" dirty="0">
                    <a:solidFill>
                      <a:schemeClr val="bg1"/>
                    </a:solidFill>
                    <a:latin typeface="微软雅黑" panose="020B0503020204020204" pitchFamily="34" charset="-122"/>
                    <a:ea typeface="微软雅黑" panose="020B0503020204020204" pitchFamily="34" charset="-122"/>
                  </a:rPr>
                  <a:t>答 辩 人 ：肖雨琪</a:t>
                </a:r>
              </a:p>
            </p:txBody>
          </p:sp>
        </p:grpSp>
        <p:grpSp>
          <p:nvGrpSpPr>
            <p:cNvPr id="412" name="组合 411"/>
            <p:cNvGrpSpPr/>
            <p:nvPr/>
          </p:nvGrpSpPr>
          <p:grpSpPr>
            <a:xfrm>
              <a:off x="4634246" y="4793118"/>
              <a:ext cx="2931055" cy="367030"/>
              <a:chOff x="4634246" y="4793118"/>
              <a:chExt cx="2931055" cy="367030"/>
            </a:xfrm>
          </p:grpSpPr>
          <p:sp>
            <p:nvSpPr>
              <p:cNvPr id="405" name="TextBox 7"/>
              <p:cNvSpPr txBox="1"/>
              <p:nvPr/>
            </p:nvSpPr>
            <p:spPr>
              <a:xfrm>
                <a:off x="5029746" y="4793118"/>
                <a:ext cx="2535555" cy="367030"/>
              </a:xfrm>
              <a:prstGeom prst="rect">
                <a:avLst/>
              </a:prstGeom>
              <a:noFill/>
            </p:spPr>
            <p:txBody>
              <a:bodyPr wrap="none" lIns="91416" tIns="45708" rIns="91416" bIns="45708"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指导老师：刘振元教授 </a:t>
                </a:r>
              </a:p>
            </p:txBody>
          </p:sp>
          <p:sp>
            <p:nvSpPr>
              <p:cNvPr id="406" name="Freeform 8"/>
              <p:cNvSpPr>
                <a:spLocks noChangeAspect="1" noEditPoints="1"/>
              </p:cNvSpPr>
              <p:nvPr/>
            </p:nvSpPr>
            <p:spPr bwMode="auto">
              <a:xfrm>
                <a:off x="4634246" y="4797772"/>
                <a:ext cx="358488" cy="360000"/>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2DB2A4"/>
              </a:solidFill>
              <a:ln>
                <a:noFill/>
              </a:ln>
            </p:spPr>
            <p:txBody>
              <a:bodyPr vert="horz" wrap="square" lIns="91416" tIns="45708" rIns="91416" bIns="45708" numCol="1" anchor="t" anchorCtr="0" compatLnSpc="1"/>
              <a:lstStyle/>
              <a:p>
                <a:endParaRPr lang="zh-CN" altLang="en-US" sz="3200" b="1">
                  <a:solidFill>
                    <a:srgbClr val="1D6295"/>
                  </a:solidFill>
                  <a:latin typeface="微软雅黑" panose="020B0503020204020204" pitchFamily="34" charset="-122"/>
                  <a:ea typeface="微软雅黑" panose="020B0503020204020204" pitchFamily="34" charset="-122"/>
                </a:endParaRPr>
              </a:p>
            </p:txBody>
          </p:sp>
        </p:grpSp>
        <p:grpSp>
          <p:nvGrpSpPr>
            <p:cNvPr id="414" name="组合 413"/>
            <p:cNvGrpSpPr/>
            <p:nvPr/>
          </p:nvGrpSpPr>
          <p:grpSpPr>
            <a:xfrm>
              <a:off x="4633287" y="5789304"/>
              <a:ext cx="3426407" cy="369308"/>
              <a:chOff x="4633287" y="5922654"/>
              <a:chExt cx="3426407" cy="369308"/>
            </a:xfrm>
          </p:grpSpPr>
          <p:sp>
            <p:nvSpPr>
              <p:cNvPr id="407" name="may-circular-black-calendar-page-interface-symbol_42471"/>
              <p:cNvSpPr>
                <a:spLocks noChangeAspect="1"/>
              </p:cNvSpPr>
              <p:nvPr/>
            </p:nvSpPr>
            <p:spPr bwMode="auto">
              <a:xfrm>
                <a:off x="4633287" y="5927308"/>
                <a:ext cx="360406" cy="360000"/>
              </a:xfrm>
              <a:custGeom>
                <a:avLst/>
                <a:gdLst>
                  <a:gd name="connsiteX0" fmla="*/ 297181 w 551492"/>
                  <a:gd name="connsiteY0" fmla="*/ 247685 h 550871"/>
                  <a:gd name="connsiteX1" fmla="*/ 311263 w 551492"/>
                  <a:gd name="connsiteY1" fmla="*/ 290346 h 550871"/>
                  <a:gd name="connsiteX2" fmla="*/ 282891 w 551492"/>
                  <a:gd name="connsiteY2" fmla="*/ 290346 h 550871"/>
                  <a:gd name="connsiteX3" fmla="*/ 340969 w 551492"/>
                  <a:gd name="connsiteY3" fmla="*/ 214156 h 550871"/>
                  <a:gd name="connsiteX4" fmla="*/ 386174 w 551492"/>
                  <a:gd name="connsiteY4" fmla="*/ 290272 h 550871"/>
                  <a:gd name="connsiteX5" fmla="*/ 386174 w 551492"/>
                  <a:gd name="connsiteY5" fmla="*/ 336715 h 550871"/>
                  <a:gd name="connsiteX6" fmla="*/ 418462 w 551492"/>
                  <a:gd name="connsiteY6" fmla="*/ 336715 h 550871"/>
                  <a:gd name="connsiteX7" fmla="*/ 418462 w 551492"/>
                  <a:gd name="connsiteY7" fmla="*/ 290272 h 550871"/>
                  <a:gd name="connsiteX8" fmla="*/ 463667 w 551492"/>
                  <a:gd name="connsiteY8" fmla="*/ 214156 h 550871"/>
                  <a:gd name="connsiteX9" fmla="*/ 426212 w 551492"/>
                  <a:gd name="connsiteY9" fmla="*/ 214156 h 550871"/>
                  <a:gd name="connsiteX10" fmla="*/ 401672 w 551492"/>
                  <a:gd name="connsiteY10" fmla="*/ 263180 h 550871"/>
                  <a:gd name="connsiteX11" fmla="*/ 378424 w 551492"/>
                  <a:gd name="connsiteY11" fmla="*/ 214156 h 550871"/>
                  <a:gd name="connsiteX12" fmla="*/ 280267 w 551492"/>
                  <a:gd name="connsiteY12" fmla="*/ 214156 h 550871"/>
                  <a:gd name="connsiteX13" fmla="*/ 235062 w 551492"/>
                  <a:gd name="connsiteY13" fmla="*/ 336715 h 550871"/>
                  <a:gd name="connsiteX14" fmla="*/ 267351 w 551492"/>
                  <a:gd name="connsiteY14" fmla="*/ 336715 h 550871"/>
                  <a:gd name="connsiteX15" fmla="*/ 275100 w 551492"/>
                  <a:gd name="connsiteY15" fmla="*/ 314783 h 550871"/>
                  <a:gd name="connsiteX16" fmla="*/ 317721 w 551492"/>
                  <a:gd name="connsiteY16" fmla="*/ 314783 h 550871"/>
                  <a:gd name="connsiteX17" fmla="*/ 325471 w 551492"/>
                  <a:gd name="connsiteY17" fmla="*/ 336715 h 550871"/>
                  <a:gd name="connsiteX18" fmla="*/ 359051 w 551492"/>
                  <a:gd name="connsiteY18" fmla="*/ 336715 h 550871"/>
                  <a:gd name="connsiteX19" fmla="*/ 313847 w 551492"/>
                  <a:gd name="connsiteY19" fmla="*/ 214156 h 550871"/>
                  <a:gd name="connsiteX20" fmla="*/ 87825 w 551492"/>
                  <a:gd name="connsiteY20" fmla="*/ 214156 h 550871"/>
                  <a:gd name="connsiteX21" fmla="*/ 87825 w 551492"/>
                  <a:gd name="connsiteY21" fmla="*/ 336715 h 550871"/>
                  <a:gd name="connsiteX22" fmla="*/ 117531 w 551492"/>
                  <a:gd name="connsiteY22" fmla="*/ 336715 h 550871"/>
                  <a:gd name="connsiteX23" fmla="*/ 117531 w 551492"/>
                  <a:gd name="connsiteY23" fmla="*/ 243828 h 550871"/>
                  <a:gd name="connsiteX24" fmla="*/ 118823 w 551492"/>
                  <a:gd name="connsiteY24" fmla="*/ 243828 h 550871"/>
                  <a:gd name="connsiteX25" fmla="*/ 144654 w 551492"/>
                  <a:gd name="connsiteY25" fmla="*/ 336715 h 550871"/>
                  <a:gd name="connsiteX26" fmla="*/ 169193 w 551492"/>
                  <a:gd name="connsiteY26" fmla="*/ 336715 h 550871"/>
                  <a:gd name="connsiteX27" fmla="*/ 195024 w 551492"/>
                  <a:gd name="connsiteY27" fmla="*/ 243828 h 550871"/>
                  <a:gd name="connsiteX28" fmla="*/ 195024 w 551492"/>
                  <a:gd name="connsiteY28" fmla="*/ 336715 h 550871"/>
                  <a:gd name="connsiteX29" fmla="*/ 224730 w 551492"/>
                  <a:gd name="connsiteY29" fmla="*/ 336715 h 550871"/>
                  <a:gd name="connsiteX30" fmla="*/ 224730 w 551492"/>
                  <a:gd name="connsiteY30" fmla="*/ 214156 h 550871"/>
                  <a:gd name="connsiteX31" fmla="*/ 178234 w 551492"/>
                  <a:gd name="connsiteY31" fmla="*/ 214156 h 550871"/>
                  <a:gd name="connsiteX32" fmla="*/ 156278 w 551492"/>
                  <a:gd name="connsiteY32" fmla="*/ 295432 h 550871"/>
                  <a:gd name="connsiteX33" fmla="*/ 135613 w 551492"/>
                  <a:gd name="connsiteY33" fmla="*/ 214156 h 550871"/>
                  <a:gd name="connsiteX34" fmla="*/ 275100 w 551492"/>
                  <a:gd name="connsiteY34" fmla="*/ 16771 h 550871"/>
                  <a:gd name="connsiteX35" fmla="*/ 251852 w 551492"/>
                  <a:gd name="connsiteY35" fmla="*/ 39993 h 550871"/>
                  <a:gd name="connsiteX36" fmla="*/ 275100 w 551492"/>
                  <a:gd name="connsiteY36" fmla="*/ 63215 h 550871"/>
                  <a:gd name="connsiteX37" fmla="*/ 298348 w 551492"/>
                  <a:gd name="connsiteY37" fmla="*/ 39993 h 550871"/>
                  <a:gd name="connsiteX38" fmla="*/ 275100 w 551492"/>
                  <a:gd name="connsiteY38" fmla="*/ 16771 h 550871"/>
                  <a:gd name="connsiteX39" fmla="*/ 275100 w 551492"/>
                  <a:gd name="connsiteY39" fmla="*/ 0 h 550871"/>
                  <a:gd name="connsiteX40" fmla="*/ 551492 w 551492"/>
                  <a:gd name="connsiteY40" fmla="*/ 274790 h 550871"/>
                  <a:gd name="connsiteX41" fmla="*/ 275100 w 551492"/>
                  <a:gd name="connsiteY41" fmla="*/ 550871 h 550871"/>
                  <a:gd name="connsiteX42" fmla="*/ 0 w 551492"/>
                  <a:gd name="connsiteY42" fmla="*/ 274790 h 550871"/>
                  <a:gd name="connsiteX43" fmla="*/ 275100 w 551492"/>
                  <a:gd name="connsiteY43" fmla="*/ 0 h 55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51492" h="550871">
                    <a:moveTo>
                      <a:pt x="297181" y="247685"/>
                    </a:moveTo>
                    <a:lnTo>
                      <a:pt x="311263" y="290346"/>
                    </a:lnTo>
                    <a:lnTo>
                      <a:pt x="282891" y="290346"/>
                    </a:lnTo>
                    <a:close/>
                    <a:moveTo>
                      <a:pt x="340969" y="214156"/>
                    </a:moveTo>
                    <a:lnTo>
                      <a:pt x="386174" y="290272"/>
                    </a:lnTo>
                    <a:lnTo>
                      <a:pt x="386174" y="336715"/>
                    </a:lnTo>
                    <a:lnTo>
                      <a:pt x="418462" y="336715"/>
                    </a:lnTo>
                    <a:lnTo>
                      <a:pt x="418462" y="290272"/>
                    </a:lnTo>
                    <a:lnTo>
                      <a:pt x="463667" y="214156"/>
                    </a:lnTo>
                    <a:lnTo>
                      <a:pt x="426212" y="214156"/>
                    </a:lnTo>
                    <a:lnTo>
                      <a:pt x="401672" y="263180"/>
                    </a:lnTo>
                    <a:lnTo>
                      <a:pt x="378424" y="214156"/>
                    </a:lnTo>
                    <a:close/>
                    <a:moveTo>
                      <a:pt x="280267" y="214156"/>
                    </a:moveTo>
                    <a:lnTo>
                      <a:pt x="235062" y="336715"/>
                    </a:lnTo>
                    <a:lnTo>
                      <a:pt x="267351" y="336715"/>
                    </a:lnTo>
                    <a:lnTo>
                      <a:pt x="275100" y="314783"/>
                    </a:lnTo>
                    <a:lnTo>
                      <a:pt x="317721" y="314783"/>
                    </a:lnTo>
                    <a:lnTo>
                      <a:pt x="325471" y="336715"/>
                    </a:lnTo>
                    <a:lnTo>
                      <a:pt x="359051" y="336715"/>
                    </a:lnTo>
                    <a:lnTo>
                      <a:pt x="313847" y="214156"/>
                    </a:lnTo>
                    <a:close/>
                    <a:moveTo>
                      <a:pt x="87825" y="214156"/>
                    </a:moveTo>
                    <a:lnTo>
                      <a:pt x="87825" y="336715"/>
                    </a:lnTo>
                    <a:lnTo>
                      <a:pt x="117531" y="336715"/>
                    </a:lnTo>
                    <a:lnTo>
                      <a:pt x="117531" y="243828"/>
                    </a:lnTo>
                    <a:lnTo>
                      <a:pt x="118823" y="243828"/>
                    </a:lnTo>
                    <a:lnTo>
                      <a:pt x="144654" y="336715"/>
                    </a:lnTo>
                    <a:lnTo>
                      <a:pt x="169193" y="336715"/>
                    </a:lnTo>
                    <a:lnTo>
                      <a:pt x="195024" y="243828"/>
                    </a:lnTo>
                    <a:lnTo>
                      <a:pt x="195024" y="336715"/>
                    </a:lnTo>
                    <a:lnTo>
                      <a:pt x="224730" y="336715"/>
                    </a:lnTo>
                    <a:lnTo>
                      <a:pt x="224730" y="214156"/>
                    </a:lnTo>
                    <a:lnTo>
                      <a:pt x="178234" y="214156"/>
                    </a:lnTo>
                    <a:lnTo>
                      <a:pt x="156278" y="295432"/>
                    </a:lnTo>
                    <a:lnTo>
                      <a:pt x="135613" y="214156"/>
                    </a:lnTo>
                    <a:close/>
                    <a:moveTo>
                      <a:pt x="275100" y="16771"/>
                    </a:moveTo>
                    <a:cubicBezTo>
                      <a:pt x="262185" y="16771"/>
                      <a:pt x="251852" y="27092"/>
                      <a:pt x="251852" y="39993"/>
                    </a:cubicBezTo>
                    <a:cubicBezTo>
                      <a:pt x="251852" y="52894"/>
                      <a:pt x="262185" y="63215"/>
                      <a:pt x="275100" y="63215"/>
                    </a:cubicBezTo>
                    <a:cubicBezTo>
                      <a:pt x="288016" y="63215"/>
                      <a:pt x="298348" y="52894"/>
                      <a:pt x="298348" y="39993"/>
                    </a:cubicBezTo>
                    <a:cubicBezTo>
                      <a:pt x="298348" y="27092"/>
                      <a:pt x="288016" y="16771"/>
                      <a:pt x="275100" y="16771"/>
                    </a:cubicBezTo>
                    <a:close/>
                    <a:moveTo>
                      <a:pt x="275100" y="0"/>
                    </a:moveTo>
                    <a:cubicBezTo>
                      <a:pt x="427503" y="0"/>
                      <a:pt x="551492" y="123849"/>
                      <a:pt x="551492" y="274790"/>
                    </a:cubicBezTo>
                    <a:cubicBezTo>
                      <a:pt x="551492" y="427022"/>
                      <a:pt x="427503" y="550871"/>
                      <a:pt x="275100" y="550871"/>
                    </a:cubicBezTo>
                    <a:cubicBezTo>
                      <a:pt x="122697" y="550871"/>
                      <a:pt x="0" y="427022"/>
                      <a:pt x="0" y="274790"/>
                    </a:cubicBezTo>
                    <a:cubicBezTo>
                      <a:pt x="0" y="123849"/>
                      <a:pt x="122697" y="0"/>
                      <a:pt x="275100" y="0"/>
                    </a:cubicBezTo>
                    <a:close/>
                  </a:path>
                </a:pathLst>
              </a:custGeom>
              <a:solidFill>
                <a:srgbClr val="2DB2A4"/>
              </a:solidFill>
              <a:ln>
                <a:noFill/>
              </a:ln>
            </p:spPr>
          </p:sp>
          <p:sp>
            <p:nvSpPr>
              <p:cNvPr id="408" name="TextBox 6"/>
              <p:cNvSpPr txBox="1"/>
              <p:nvPr/>
            </p:nvSpPr>
            <p:spPr>
              <a:xfrm>
                <a:off x="5029746" y="5922654"/>
                <a:ext cx="3029948" cy="369308"/>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r>
                  <a:rPr lang="zh-CN" altLang="en-US" sz="1800" b="1" dirty="0">
                    <a:solidFill>
                      <a:schemeClr val="bg1"/>
                    </a:solidFill>
                    <a:latin typeface="微软雅黑" panose="020B0503020204020204" pitchFamily="34" charset="-122"/>
                    <a:ea typeface="微软雅黑" panose="020B0503020204020204" pitchFamily="34" charset="-122"/>
                  </a:rPr>
                  <a:t>答辩日期：</a:t>
                </a:r>
                <a:r>
                  <a:rPr lang="en-US" altLang="zh-CN" sz="1800" b="1" dirty="0">
                    <a:solidFill>
                      <a:schemeClr val="bg1"/>
                    </a:solidFill>
                    <a:latin typeface="微软雅黑" panose="020B0503020204020204" pitchFamily="34" charset="-122"/>
                    <a:ea typeface="微软雅黑" panose="020B0503020204020204" pitchFamily="34" charset="-122"/>
                  </a:rPr>
                  <a:t>2024</a:t>
                </a:r>
                <a:r>
                  <a:rPr lang="zh-CN" altLang="en-US" sz="1800" b="1" dirty="0">
                    <a:solidFill>
                      <a:schemeClr val="bg1"/>
                    </a:solidFill>
                    <a:latin typeface="微软雅黑" panose="020B0503020204020204" pitchFamily="34" charset="-122"/>
                    <a:ea typeface="微软雅黑" panose="020B0503020204020204" pitchFamily="34" charset="-122"/>
                  </a:rPr>
                  <a:t>年</a:t>
                </a:r>
                <a:r>
                  <a:rPr lang="en-US" altLang="zh-CN" sz="1800" b="1" dirty="0">
                    <a:solidFill>
                      <a:schemeClr val="bg1"/>
                    </a:solidFill>
                    <a:latin typeface="微软雅黑" panose="020B0503020204020204" pitchFamily="34" charset="-122"/>
                    <a:ea typeface="微软雅黑" panose="020B0503020204020204" pitchFamily="34" charset="-122"/>
                  </a:rPr>
                  <a:t>5</a:t>
                </a:r>
                <a:r>
                  <a:rPr lang="zh-CN" altLang="en-US" sz="1800" b="1" dirty="0">
                    <a:solidFill>
                      <a:schemeClr val="bg1"/>
                    </a:solidFill>
                    <a:latin typeface="微软雅黑" panose="020B0503020204020204" pitchFamily="34" charset="-122"/>
                    <a:ea typeface="微软雅黑" panose="020B0503020204020204" pitchFamily="34" charset="-122"/>
                  </a:rPr>
                  <a:t>月</a:t>
                </a:r>
                <a:r>
                  <a:rPr lang="en-US" altLang="zh-CN" sz="1800" b="1" dirty="0">
                    <a:solidFill>
                      <a:schemeClr val="bg1"/>
                    </a:solidFill>
                    <a:latin typeface="微软雅黑" panose="020B0503020204020204" pitchFamily="34" charset="-122"/>
                    <a:ea typeface="微软雅黑" panose="020B0503020204020204" pitchFamily="34" charset="-122"/>
                  </a:rPr>
                  <a:t>19</a:t>
                </a:r>
                <a:r>
                  <a:rPr lang="zh-CN" altLang="en-US" sz="1800" b="1" dirty="0">
                    <a:solidFill>
                      <a:schemeClr val="bg1"/>
                    </a:solidFill>
                    <a:latin typeface="微软雅黑" panose="020B0503020204020204" pitchFamily="34" charset="-122"/>
                    <a:ea typeface="微软雅黑" panose="020B0503020204020204" pitchFamily="34" charset="-122"/>
                  </a:rPr>
                  <a:t>日</a:t>
                </a: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102b6c60-3b78-4ff3-af80-65e7fe8279c9"/>
  <p:tag name="COMMONDATA" val="eyJoZGlkIjoiZDJhNjRhMmZkMTNhMTMwMWNiYzRiZDZkNzRmZTYwYzgifQ=="/>
</p:tagLst>
</file>

<file path=ppt/tags/tag2.xml><?xml version="1.0" encoding="utf-8"?>
<p:tagLst xmlns:a="http://schemas.openxmlformats.org/drawingml/2006/main" xmlns:r="http://schemas.openxmlformats.org/officeDocument/2006/relationships" xmlns:p="http://schemas.openxmlformats.org/presentationml/2006/main">
  <p:tag name="ISLIDE.ICON" val="#6088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396,&quot;width&quot;:12036}"/>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ISLIDE.ICON" val="#12775;#69791;"/>
</p:tagLst>
</file>

<file path=ppt/tags/tag51.xml><?xml version="1.0" encoding="utf-8"?>
<p:tagLst xmlns:a="http://schemas.openxmlformats.org/drawingml/2006/main" xmlns:r="http://schemas.openxmlformats.org/officeDocument/2006/relationships" xmlns:p="http://schemas.openxmlformats.org/presentationml/2006/main">
  <p:tag name="ISLIDE.ICON" val="#60881;"/>
</p:tagLst>
</file>

<file path=ppt/tags/tag64.xml><?xml version="1.0" encoding="utf-8"?>
<p:tagLst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浙江大学母版色彩">
      <a:dk1>
        <a:srgbClr val="3F3F3F"/>
      </a:dk1>
      <a:lt1>
        <a:srgbClr val="FFFFFF"/>
      </a:lt1>
      <a:dk2>
        <a:srgbClr val="003F88"/>
      </a:dk2>
      <a:lt2>
        <a:srgbClr val="D8D8D8"/>
      </a:lt2>
      <a:accent1>
        <a:srgbClr val="FFD54F"/>
      </a:accent1>
      <a:accent2>
        <a:srgbClr val="006EB6"/>
      </a:accent2>
      <a:accent3>
        <a:srgbClr val="B01F24"/>
      </a:accent3>
      <a:accent4>
        <a:srgbClr val="616161"/>
      </a:accent4>
      <a:accent5>
        <a:srgbClr val="7F7F7F"/>
      </a:accent5>
      <a:accent6>
        <a:srgbClr val="ACACAC"/>
      </a:accent6>
      <a:hlink>
        <a:srgbClr val="1F1F1F"/>
      </a:hlink>
      <a:folHlink>
        <a:srgbClr val="BFBFBF"/>
      </a:folHlink>
    </a:clrScheme>
    <a:fontScheme name="hnguc2yk">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ormAutofit/>
      </a:bodyPr>
      <a:lstStyle>
        <a:defPPr algn="l">
          <a:lnSpc>
            <a:spcPct val="125000"/>
          </a:lnSpc>
          <a:spcAft>
            <a:spcPts val="500"/>
          </a:spcAft>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1597</TotalTime>
  <Words>3044</Words>
  <Application>Microsoft Office PowerPoint</Application>
  <PresentationFormat>宽屏</PresentationFormat>
  <Paragraphs>466</Paragraphs>
  <Slides>17</Slides>
  <Notes>17</Notes>
  <HiddenSlides>0</HiddenSlides>
  <MMClips>0</MMClips>
  <ScaleCrop>false</ScaleCrop>
  <HeadingPairs>
    <vt:vector size="8" baseType="variant">
      <vt:variant>
        <vt:lpstr>已用的字体</vt:lpstr>
      </vt:variant>
      <vt:variant>
        <vt:i4>15</vt:i4>
      </vt:variant>
      <vt:variant>
        <vt:lpstr>主题</vt:lpstr>
      </vt:variant>
      <vt:variant>
        <vt:i4>3</vt:i4>
      </vt:variant>
      <vt:variant>
        <vt:lpstr>嵌入 OLE 服务器</vt:lpstr>
      </vt:variant>
      <vt:variant>
        <vt:i4>2</vt:i4>
      </vt:variant>
      <vt:variant>
        <vt:lpstr>幻灯片标题</vt:lpstr>
      </vt:variant>
      <vt:variant>
        <vt:i4>17</vt:i4>
      </vt:variant>
    </vt:vector>
  </HeadingPairs>
  <TitlesOfParts>
    <vt:vector size="37" baseType="lpstr">
      <vt:lpstr>Malgun Gothic</vt:lpstr>
      <vt:lpstr>等线</vt:lpstr>
      <vt:lpstr>方正粗雅宋简体</vt:lpstr>
      <vt:lpstr>方正姚体</vt:lpstr>
      <vt:lpstr>方正准雅宋简体</vt:lpstr>
      <vt:lpstr>隶书</vt:lpstr>
      <vt:lpstr>宋体</vt:lpstr>
      <vt:lpstr>微软雅黑</vt:lpstr>
      <vt:lpstr>微软雅黑</vt:lpstr>
      <vt:lpstr>Arial</vt:lpstr>
      <vt:lpstr>Calibri</vt:lpstr>
      <vt:lpstr>Cambria Math</vt:lpstr>
      <vt:lpstr>Century Gothic</vt:lpstr>
      <vt:lpstr>Times New Roman</vt:lpstr>
      <vt:lpstr>Wingdings</vt:lpstr>
      <vt:lpstr>Office Theme</vt:lpstr>
      <vt:lpstr>Office 主题​​</vt:lpstr>
      <vt:lpstr>1_Office Theme</vt:lpstr>
      <vt:lpstr>Visio</vt:lpstr>
      <vt:lpstr>Equation.3</vt:lpstr>
      <vt:lpstr>PowerPoint 演示文稿</vt:lpstr>
      <vt:lpstr>PowerPoint 演示文稿</vt:lpstr>
      <vt:lpstr>研究背景及意义</vt:lpstr>
      <vt:lpstr>研究思路与方法</vt:lpstr>
      <vt:lpstr>2.研究思路与方法</vt:lpstr>
      <vt:lpstr>研究思路与方法</vt:lpstr>
      <vt:lpstr>研究思路与方法</vt:lpstr>
      <vt:lpstr>研究思路与方法</vt:lpstr>
      <vt:lpstr>研究思路与方法</vt:lpstr>
      <vt:lpstr>研究结果与讨论</vt:lpstr>
      <vt:lpstr>研究结果与讨论</vt:lpstr>
      <vt:lpstr>研究结果与讨论</vt:lpstr>
      <vt:lpstr>研究结果与讨论</vt:lpstr>
      <vt:lpstr>研究总结与展望</vt:lpstr>
      <vt:lpstr>研究总结与展望</vt:lpstr>
      <vt:lpstr>研究总结与展望</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dc:title>
  <dc:creator>user</dc:creator>
  <cp:keywords>ppt模板</cp:keywords>
  <cp:lastModifiedBy>雨琪</cp:lastModifiedBy>
  <cp:revision>849</cp:revision>
  <dcterms:created xsi:type="dcterms:W3CDTF">2015-12-02T02:04:00Z</dcterms:created>
  <dcterms:modified xsi:type="dcterms:W3CDTF">2024-05-15T10:48:23Z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3099CC08EC7E4884B3A13370080FBE82_13</vt:lpwstr>
  </property>
  <property fmtid="{D5CDD505-2E9C-101B-9397-08002B2CF9AE}" pid="3" name="KSOProductBuildVer">
    <vt:lpwstr>2052-11.1.0.14036</vt:lpwstr>
  </property>
</Properties>
</file>